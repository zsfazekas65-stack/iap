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6751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ANALÓG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700" b="1">
                <a:solidFill>
                  <a:srgbClr val="DE9136"/>
                </a:solidFill>
                <a:latin typeface="Aptos"/>
              </a:defRPr>
            </a:pPr>
            <a:r>
              <a:t>DIGITÁLIS JELEK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749039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64592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2AAD2"/>
                </a:solidFill>
                <a:latin typeface="Aptos"/>
              </a:defRPr>
            </a:pPr>
            <a:r>
              <a:t>0–10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4231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3F8F68"/>
                </a:solidFill>
                <a:latin typeface="Aptos"/>
              </a:defRPr>
            </a:pPr>
            <a:r>
              <a:t>4–20 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20040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DE9136"/>
                </a:solidFill>
                <a:latin typeface="Aptos"/>
              </a:defRPr>
            </a:pPr>
            <a:r>
              <a:t>0 /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977639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ADC ↔ DAC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Hogyan lesz az érzékelő jeléből PLC-információ?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fizikai mennyiség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/ digitális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Analóg jelek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Folytonos értékeket képviselnek.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0–10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feszültségjel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4–20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áramjel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FOLYTONOS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értéktartomány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Digitális jelek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Meghatározott állapotokat képviselnek.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kikapcsolt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bekapcsolt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BINÁRIS ÉRZÉKELŐ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kapcsolójel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PLC I/O modulok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jelek illesztése a vezérlőhöz.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kimenet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 bemenet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 kimenet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Jelátalakítás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Kapcsolat az analóg és digitális világ között.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A/D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→ digitális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D/A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 → analóg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P&amp;ID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TT → 4–20 mA → PLC AI → PID → AO → szelep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távadó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PLC AI + 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AO + SZELEP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beavatkozás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Ipari példák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tananyag három példája.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NYOMÁSTÁVADÓ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INDUKTÍV ÉRZÉKELŐ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FREKVÁLTÓ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referencia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0–10 V és digitális kapcsolójel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0–10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VIZSGÁLJ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 kimenet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jeltípusok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4–20 mA egyik fontos előnye.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4 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alsó mérési érték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0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vezetékszakadás jelezhető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IPAR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megbízható áramhurok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5. hét – Szenzorok és mérőátalakítók.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MÉRŐÁTALAKÍTÓ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jelképzés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IPARI MÉRÉS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alkalmazás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