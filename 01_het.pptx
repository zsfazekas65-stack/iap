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12. évfolyam • Folyamatirányítás • FOLY-001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9494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MI A</a:t>
            </a:r>
            <a:br/>
            <a:r>
              <a:t>FOLYAMATIRÁNYÍTÁS?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B4DCF2"/>
                </a:solidFill>
                <a:latin typeface="Aptos"/>
              </a:defRPr>
            </a:pPr>
            <a:r>
              <a:t>Alapfogalmak és ipari példák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08760"/>
            <a:ext cx="2194560" cy="8229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508760"/>
            <a:ext cx="21945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2560320"/>
            <a:ext cx="2194560" cy="8229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2560320"/>
            <a:ext cx="21945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SZABÁLYOZÓ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3657600"/>
            <a:ext cx="2194560" cy="82296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657600"/>
            <a:ext cx="21945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BEAVATKOZÓ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09760" y="1920240"/>
            <a:ext cx="365760" cy="100584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509760" y="3383280"/>
            <a:ext cx="365760" cy="50292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8229600" y="1920240"/>
            <a:ext cx="182880" cy="214884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IAP heti küldetés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Mit jelent, és mire jó az iparban?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FOGALOM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folyamatirányítás</a:t>
            </a:r>
            <a:br/>
            <a:r>
              <a:t>értelmezése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IPAR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szerep és</a:t>
            </a:r>
            <a:br/>
            <a:r>
              <a:t>jelentőség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PÉLDÁK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mindennapi</a:t>
            </a:r>
            <a:br/>
            <a:r>
              <a:t>szabályozott rendszerek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Hogyan termel stabil minőségben egy modern gyár emberi beavatkozás nélkül?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adat a folyamatról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szabályozó logika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BEAVATKOZÁS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folyamat módosítása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Történelmi kitekintés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Mechanikus szabályozóktól PLC, DCS és SCADA rendszerekig.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WATT-FÉLE</a:t>
            </a:r>
            <a:br/>
            <a:r>
              <a:t>SZABÁLYOZÓ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mechanikus kezdet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PLC / DCS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ipari vezérlés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felügyelet és</a:t>
            </a:r>
            <a:br/>
            <a:r>
              <a:t>adatgyűjtés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hét céljai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folyamatirányítás első alapfogalmai.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FOGALOM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mi a folyamatirányítás?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81912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KÖRÖK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nyitott és zárt kör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2043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85031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MÉRÉS / VEZÉRLÉS /</a:t>
            </a:r>
            <a:br/>
            <a:r>
              <a:t>SZABÁLYOZÁS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megkülönböztetés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3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685031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PÉLDÁK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ipari rendszerek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 egy technológiai folyamat?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VÍZELLÁTÁS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szint és nyomás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81912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KEMENCE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2043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85031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PALACKOZÓSOR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sebesség és pozíció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3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685031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ROBOTCELLA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mozgás és sorrend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szabályozási kör elemei.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FOLYAMAT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amit irányítunk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81912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mér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2043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85031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SZABÁLYOZÓ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dönt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3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685031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BEAVATKOZÓ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módosít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Nyitott és zárt kör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 a különbség a vezérlés és a szabályozás között?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NYITOTT KÖR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nincs visszacsatolás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ZÁRT KÖR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van visszacsatolás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SZABÁLYOZÁS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mérés alapján javít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3.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Mindennapi példák gyűjtése.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TERMOSZTÁT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TEMPOMAT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sebesség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MOSÓGÉP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program és vízszint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pozíció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KLÍMA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hőmérséklet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Elméleti összefoglaló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Paramétert a kívánt értéken tartani.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°C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81912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NYOMÁS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bar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2043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85031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SZINT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3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685031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45720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1/min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Ipari példák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Valós alkalmazások.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VÍZTORONY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szintszabályozás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KAZÁN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FUTÓSZALAG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sebesség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KEVERŐTARTÁLY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folyamat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BMS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épületfelügyelet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Laborötlet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Rajzolj zárt szabályozási kört.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szobatermosztát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ELEMEK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érzékelő • szabályozó • beavatkozó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BLOKKVÁZLAT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jelirányok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hiba gyakran nem a szabályozóban van.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hibás 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BEAVATKOZÓ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nem hajt végre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DIAGNOSZTIKA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először ezeket ellenőrizzük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Technológiai folyamat blokkvázlata.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VÁLASZTOTT FOLYAMAT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ELEMEK JELÖLÉSE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folyamatirányítás részei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MAGYARÁZAT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mi mit csinál?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Automata autómosó elemzése.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autó jelenléte</a:t>
            </a:r>
            <a:br/>
            <a:r>
              <a:t>pozíció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SZABÁLYOZÓ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programlépések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BEAVATKOZÓK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szivattyúk • kefék</a:t>
            </a:r>
            <a:br/>
            <a:r>
              <a:t>szelepek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Önellenőrzés és Moodle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Zárás rövid kérdésekkel.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FOLY-001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5 KÉRDÉS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fogalmak és példák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MOODLE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5 teszt • 2 igaz-hamis</a:t>
            </a:r>
            <a:br/>
            <a:r>
              <a:t>1 ábrafelismerő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HÁZI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5 szabályozott berendezés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D48B37"/>
                </a:solidFill>
                <a:latin typeface="Aptos"/>
              </a:defRPr>
            </a:pPr>
            <a:r>
              <a:t>FOLYAMATOK TÍPUSAI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B4DCF2"/>
                </a:solidFill>
                <a:latin typeface="Aptos"/>
              </a:defRPr>
            </a:pPr>
            <a:r>
              <a:t>folyamatos • szakaszos • diszkrét folyamatok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