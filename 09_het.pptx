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ÁRAMLÁSMÉRÉS A FOLYAMATIRÁNYÍTÁSBAN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DE9136"/>
                </a:solidFill>
                <a:latin typeface="Aptos"/>
              </a:defRPr>
            </a:pPr>
            <a:r>
              <a:t>Térfogatáram • tömegáram • ipari áramlásmérők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Folyamatirányítás • 9. hét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Hogyan mérjük a csővezetékben áthaladó folyadék vagy gáz mennyiségét?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Mérési alapelvek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Térfogatáram és tömegáram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Áramlásmérők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Differenciálnyomásos • turbinás • mágneses indukciós • ultrahangos • Coriolis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PLC-s áramlásmérés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FT → 4–20 mA → PLC AI → PID → szabályozó szelep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Ipari példák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Ivóvíz • vegyipari adagolás • gázvezeték • távhő • élelmiszeripar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Turbinás és mágneses indukciós áramlásmérő összehasonlítása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A mérő előtti könyök és a rossz csőszakasz-kialakítás ronthatja a pontosságot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Válassz áramlásmérőt élelmiszeripari folyadék adagolásához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10. hét – Beavatkozók: szelepek és működtetők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9. hét •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