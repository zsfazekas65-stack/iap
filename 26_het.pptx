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26.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59436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E69130"/>
                </a:solidFill>
                <a:latin typeface="Aptos"/>
              </a:defRPr>
            </a:pPr>
            <a:r>
              <a:t>IPARI ROBOTOK</a:t>
            </a:r>
            <a:br/>
            <a:r>
              <a:t>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6309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Robotkar • vezérlő • szervohajtás • robotcella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3246120"/>
            <a:ext cx="1248156" cy="336042"/>
          </a:xfrm>
          <a:prstGeom prst="rect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30133" y="2718054"/>
            <a:ext cx="528066" cy="528066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189366" y="2093976"/>
            <a:ext cx="892912" cy="720090"/>
          </a:xfrm>
          <a:prstGeom prst="line">
            <a:avLst/>
          </a:prstGeom>
          <a:ln w="1016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890254" y="1853945"/>
            <a:ext cx="480060" cy="48006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149486" y="2045969"/>
            <a:ext cx="748894" cy="480061"/>
          </a:xfrm>
          <a:prstGeom prst="line">
            <a:avLst/>
          </a:prstGeom>
          <a:ln w="889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754362" y="2382012"/>
            <a:ext cx="432054" cy="432054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994392" y="2093976"/>
            <a:ext cx="432054" cy="480060"/>
          </a:xfrm>
          <a:prstGeom prst="line">
            <a:avLst/>
          </a:prstGeom>
          <a:ln w="635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az ipari robot?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Programozható, automatikusan vezérelt, többtengelyes berendezés.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188720" cy="320040"/>
          </a:xfrm>
          <a:prstGeom prst="rect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880360"/>
            <a:ext cx="502920" cy="50292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389888" y="2286000"/>
            <a:ext cx="850392" cy="685800"/>
          </a:xfrm>
          <a:prstGeom prst="line">
            <a:avLst/>
          </a:prstGeom>
          <a:ln w="1016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57400" y="2057400"/>
            <a:ext cx="457200" cy="45720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304288" y="2240280"/>
            <a:ext cx="713232" cy="457200"/>
          </a:xfrm>
          <a:prstGeom prst="line">
            <a:avLst/>
          </a:prstGeom>
          <a:ln w="889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80360" y="2560320"/>
            <a:ext cx="411480" cy="41148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2286000"/>
            <a:ext cx="411479" cy="457200"/>
          </a:xfrm>
          <a:prstGeom prst="line">
            <a:avLst/>
          </a:prstGeom>
          <a:ln w="635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182880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331720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PROGRAMOZHATÓ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82880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AUTOMATIKUS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2880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331720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PONTOS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60520"/>
            <a:ext cx="6675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02336"/>
                </a:solidFill>
                <a:latin typeface="Aptos"/>
              </a:defRPr>
            </a:pPr>
            <a:r>
              <a:t>ISMÉTELHETŐ MOZGÁSOK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robot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 nem csak a kar: komplett vezérelt rendszer.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ROBOTKAR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ROBOTVEZÉRLŐ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SZERVOHAJTÁS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END EFFECTOR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TEACH PENDANT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Hat tengely - két 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első három a munkateret éri el, a további három a szerszámot orientálja.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2369A0"/>
                </a:solidFill>
                <a:latin typeface="Aptos"/>
              </a:defRPr>
            </a:pPr>
            <a:r>
              <a:t>1-3. TENGELY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023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02336"/>
                </a:solidFill>
                <a:latin typeface="Aptos"/>
              </a:defRPr>
            </a:pPr>
            <a:r>
              <a:t>MUNKATÉR</a:t>
            </a:r>
            <a:br/>
            <a:r>
              <a:t>ELÉRÉSE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74519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E69130"/>
                </a:solidFill>
                <a:latin typeface="Aptos"/>
              </a:defRPr>
            </a:pPr>
            <a:r>
              <a:t>4-6. TENGELY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743200"/>
            <a:ext cx="4114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102336"/>
                </a:solidFill>
                <a:latin typeface="Aptos"/>
              </a:defRPr>
            </a:pPr>
            <a:r>
              <a:t>SZERSZÁM</a:t>
            </a:r>
            <a:br/>
            <a:r>
              <a:t>ORIENTÁCIÓJA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Robotcella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 a PLC-vel, érzékelőkkel és biztonsági rendszerrel együtt dolgozik.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2743200" cy="1371600"/>
          </a:xfrm>
          <a:prstGeom prst="roundRect">
            <a:avLst/>
          </a:prstGeom>
          <a:solidFill>
            <a:srgbClr val="102336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450592"/>
            <a:ext cx="2194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IPARI ROBOT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920239" y="2057400"/>
            <a:ext cx="3749041" cy="685800"/>
          </a:xfrm>
          <a:prstGeom prst="line">
            <a:avLst/>
          </a:prstGeom>
          <a:ln w="254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8404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HMI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920239" y="2743200"/>
            <a:ext cx="3749041" cy="1600200"/>
          </a:xfrm>
          <a:prstGeom prst="line">
            <a:avLst/>
          </a:prstGeom>
          <a:ln w="254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15544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874519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SZÁLLÍTÓSZALAG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669280" y="2057400"/>
            <a:ext cx="4023360" cy="685800"/>
          </a:xfrm>
          <a:prstGeom prst="line">
            <a:avLst/>
          </a:prstGeom>
          <a:ln w="254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0" y="38404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1605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743200"/>
            <a:ext cx="4023360" cy="1600200"/>
          </a:xfrm>
          <a:prstGeom prst="line">
            <a:avLst/>
          </a:prstGeom>
          <a:ln w="254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7680" y="457200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89204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BIZTONSÁG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577840" y="2743200"/>
            <a:ext cx="91440" cy="2331720"/>
          </a:xfrm>
          <a:prstGeom prst="line">
            <a:avLst/>
          </a:prstGeom>
          <a:ln w="254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 ott erős, ahol pontosság, ismételhetőség vagy veszélyes munka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ANYAGMOZGATÁS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HEGESZTÉS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CSOMAGOLÁS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RAKLAPOZÁS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FESTÉS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SZERELÉS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Miért használunk ipari robotot?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robotizálás legfontosabb előnyei.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369A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NAGY</a:t>
            </a:r>
            <a:br/>
            <a:r>
              <a:t>PONTOSSÁG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6ACC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ISMÉTELHETŐSÉG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D91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FOLYAMATOS</a:t>
            </a:r>
            <a:br/>
            <a:r>
              <a:t>ÜZEM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E6913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TERMELÉKENYSÉG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C4444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VESZÉLYES FELADATOK</a:t>
            </a:r>
            <a:br/>
            <a:r>
              <a:t>AUTOMATIZÁLÁSA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dobozraklapozó cella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Válaszd ki a robotot, megfogót, érzékelőket és biztonsági elemeket.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891540" cy="240029"/>
          </a:xfrm>
          <a:prstGeom prst="rect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690" y="2640330"/>
            <a:ext cx="377190" cy="37719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133856" y="2194560"/>
            <a:ext cx="637793" cy="514350"/>
          </a:xfrm>
          <a:prstGeom prst="line">
            <a:avLst/>
          </a:prstGeom>
          <a:ln w="1016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634489" y="2023110"/>
            <a:ext cx="342900" cy="34290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819656" y="2160270"/>
            <a:ext cx="534924" cy="342900"/>
          </a:xfrm>
          <a:prstGeom prst="line">
            <a:avLst/>
          </a:prstGeom>
          <a:ln w="889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51710" y="2400300"/>
            <a:ext cx="308610" cy="30861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423160" y="2194560"/>
            <a:ext cx="308610" cy="342900"/>
          </a:xfrm>
          <a:prstGeom prst="line">
            <a:avLst/>
          </a:prstGeom>
          <a:ln w="635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0" y="25603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00200"/>
            <a:ext cx="2103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DOBOZOK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606040"/>
            <a:ext cx="548640" cy="3657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2606040"/>
            <a:ext cx="548640" cy="3657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108960"/>
            <a:ext cx="548640" cy="3657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3108960"/>
            <a:ext cx="548640" cy="365760"/>
          </a:xfrm>
          <a:prstGeom prst="rect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600200"/>
            <a:ext cx="3291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6596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RAKLAP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606040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2606040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606040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9560" y="2990088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2990088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2990088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3374136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3374136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3374136"/>
            <a:ext cx="548640" cy="274320"/>
          </a:xfrm>
          <a:prstGeom prst="rect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4800600"/>
            <a:ext cx="8595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C44444"/>
                </a:solidFill>
                <a:latin typeface="Aptos"/>
              </a:defRPr>
            </a:pPr>
            <a:r>
              <a:t>Biztonsági kerítés • fényfüggöny • biztonsági ajtó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A ROBOT EGY RENDSZER RÉSZE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10149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E69130"/>
                </a:solidFill>
                <a:latin typeface="Aptos"/>
              </a:defRPr>
            </a:pPr>
            <a:r>
              <a:t>Robot + szervohajtás + érzékelők + PLC + 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modern gyárakban nem a robotok dolgoznak egyedül - hanem intelligens rendszerek működnek együtt.”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26.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