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BEAVATKOZÓK - SZELEPEK ÉS MŰKÖDTETŐK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DE9136"/>
                </a:solidFill>
                <a:latin typeface="Aptos"/>
              </a:defRPr>
            </a:pPr>
            <a:r>
              <a:t>A vezérlőjelből fizikai beavatkozás lesz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IAP • Folyamatirányítás • 10. hét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Hogyan változtatja meg az automatizált rendszer a folyamat állapotát?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10. hét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Szelepfajták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Elzáró szelep • szabályozó szelep • biztonsági szelep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10. hét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Működtetők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Pneumatikus • elektromos • hidraulikus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10. hét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Pozicionáló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A szelep helyzetének pontos beállítása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10. hét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P&amp;ID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FT → PLC/PID → FV → csővezeték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10. hét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Ipari példák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Gőzszelep • motoros csappantyú • pneumatikus szelep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10. hét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Működtető vezérlőjelének és szelepmozgásának vizsgálata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10. hét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Sok hiba a működtetőben vagy a pozicionáló beállításában jelentkezik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10. hét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Válassz beavatkozót gőzfűtésű hőcserélő szabályozásához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10. hét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8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8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43441"/>
                </a:solidFill>
                <a:latin typeface="Aptos"/>
              </a:defRPr>
            </a:pPr>
            <a:r>
              <a:t>11. hét - Villamos hajtások a folyamatirányításban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122D48"/>
                </a:solidFill>
                <a:latin typeface="Aptos"/>
              </a:defRPr>
            </a:pPr>
            <a:r>
              <a:t>IAP • Folyamatirányítás • 10. hét •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