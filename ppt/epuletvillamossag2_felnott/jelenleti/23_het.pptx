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601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23. hét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Kontaktorok alkalmazása</a:t>
            </a:r>
            <a:br/>
            <a:r>
              <a:t>épületvillamosságban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60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Épületvillamosság 2 – Felnőtt – Jelenléti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Miért használunk kontaktort?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Kis vezérlőteljesítménnyel nagyobb fogyasztói teljesítményt kapcsolhatunk.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Távolról, automatika vagy érzékelő segítségével működtethető.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Tehermentesítheti az időkapcsoló, termosztát vagy érzékelő kimenetét.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Világítás, fűtés, szellőztetés és gépészeti fogyasztók vezérlésére is alkalmas.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Történeti alapelv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ipari villamosítás távolról működtethető kapcsolókat igényelt.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elektromágneses kapcsoló tekercse mechanikus érintkezőket működtet.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működési elv ma is ugyanaz, bár a készülékek sokat fejlődtek.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kontaktor gyakori, ismételt kapcsolásra tervezett készülék.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 kontaktor fő részei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Elektromágneses tekercs.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Álló és mozgó vasmag.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Főérintkezők a terhelés kapcsolásához.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Segédérintkezők vezérléshez és visszajelzéshez.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Visszatérítő rugó és ívkezelő szerkezeti elemek.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Hogyan működik?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tekercs feszültséget kap.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Mágneses tér alakul ki.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mozgó vasmag behúz.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fő- és segédérintkezők állapota megváltozik.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tekercsfeszültség megszűnésekor a rugó visszaállítja a szerkezetet.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A1 és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A1-A2 általában a kontaktor tekercsének kapocsjelölése.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tekercsfeszültséget mindig az adattábláról kell leolvasni.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minden tekercs 230 V AC.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Létezik például 24 V AC és 24 V DC kivitel 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694944"/>
          </a:xfrm>
          <a:prstGeom prst="roundRect">
            <a:avLst/>
          </a:prstGeom>
          <a:solidFill>
            <a:srgbClr val="EAF3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7784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B2D4D"/>
                </a:solidFill>
              </a:defRPr>
            </a:pPr>
            <a:r>
              <a:t>A rossz tekercsfeszültség működési hibát vagy károsodást okozhat.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Fő- és segédérintkezők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főérintkezők kapcsolják a nagyobb fogyasztói áramot.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NO segédérintkező behúzáskor zár.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NC segédérintkező behúzáskor bont.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segédérintkező használható öntartásra, reteszelésre vagy visszajelzésre.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Főáramkör és vezérlőáramkör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főáramkörben folyik a fogyasztó üzemi árama.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vezérlőkör a kontaktor tekercsét működteti.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vezérlőkörben lehet nyomógomb, érzékelő, termosztát, időrelé vagy PLC.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két áramkör feladata különböző, mégis együtt működnek.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START –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STOP gomb rendszerint bontó érintkező.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START gomb rendszerint záró érintkező.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START megnyomásakor a tekercs feszültséget kap és a kontaktor behúz.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Ha nincs öntartás, a gomb elengedésekor a kontaktor elejt.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 az öntartás?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 NO segédérintkezőt a START gombbal párhuzamosan kötünk.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Behúzáskor a segédérintkező zár.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START elengedése után a tekercs továbbra is kap feszültséget.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STOP megnyomásakor megszakad a tekercskör és az öntartás megszűnik.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694944"/>
          </a:xfrm>
          <a:prstGeom prst="roundRect">
            <a:avLst/>
          </a:prstGeom>
          <a:solidFill>
            <a:srgbClr val="EAF3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7784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B2D4D"/>
                </a:solidFill>
              </a:defRPr>
            </a:pPr>
            <a:r>
              <a:t>Az öntartás a kontaktoros vezérlések egyik alapkapcsolása.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Épületvillamossági példák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Nagy világítási csoport központi kapcsolása.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Alkonykapcsolóval vezérelt kültéri világítás.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Elektromos fűtési körök.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Szellőztető berendezések.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Szivattyúk és épületgépészeti fogyasztók.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Érzékelő + kontaktor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érzékelő kimenete csak a kontaktor tekercsét kapcsolja.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nagyobb terhelést a kontaktor főérintkezői kapcsolják.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Így a vezérlőeszköz kapcsolóérintkezője kevésbé terhelődik.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Különösen hasznos sok LED-lámpatest vagy nagy bekapcsolási áram esetén.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húz be: vizsgáld a tekercsfeszültséget és a vezérlőkört.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Behúz, de nincs fogyasztó: vizsgáld a főáramkört és főérintkezőket.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START után elejt: ellenőrizd az öntartó érintkezőt.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Zúg vagy melegszik: ellenőrizd a feszültséget, kötéseket és terhelést.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Kiválasztási szempontok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Tekercsfeszültség és AC/DC jelleg.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Főérintkezők terhelhetősége.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terhelés jellege és alkalmazási kategóriája.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Pólusszám és segédérintkezők.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Kapcsolási gyakoriság és környezeti feltételek.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Ellenőrző kérdések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Mit jelöl A1-A2?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fő- és segédérintkező közötti különbség?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Mit jelent az NO és NC?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vezérlőáramkör feladata?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Hogyan működik az öntartás?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23. hét   •   Tanulj! Alkalmazz! Alkoss!   • 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3566160"/>
          </a:xfrm>
          <a:prstGeom prst="roundRect">
            <a:avLst/>
          </a:prstGeom>
          <a:solidFill>
            <a:srgbClr val="FFF4D6"/>
          </a:solidFill>
          <a:ln>
            <a:solidFill>
              <a:srgbClr val="E1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300">
                <a:solidFill>
                  <a:srgbClr val="0B2D4D"/>
                </a:solidFill>
              </a:defRPr>
            </a:pPr>
            <a:r>
              <a:t>Egy iskola folyosóján 18 LED-lámpatestet kell mozgásérzékelőről vezérelni.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Az érzékelő kimenetét nem akarjuk közvetlenül a teljes terheléssel igénybe venni.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Mit kapcsoljon a mozgásérzékelő? Mit kapcsoljon a kontaktor?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Melyik rész a vezérlőkör, és melyik a főáramkör? Indokold a megoldást!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