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7. hét - Vezetékbehúzás a műhelyben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170432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Jelenléti oktatás • 5 óra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92807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Védőcső • kábelcsatorna • vezetékek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06624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Cél: sérülésmentes, rendezett, ellenőrizhető szerelés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190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jelenléti • 07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Mielőtt húzni kezdünk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170432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Feszültségmentes gyakorlóhálózat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92807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Nyomvonal és dobozok ellenőrzése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06624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Védőcső átjárhatósága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611880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Vezetők előkészítése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34256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425696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Áramkörök azonosítása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64190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jelenléti • 07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Tanári bemutató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170432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Behúzórugó átvezetése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92807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Vezetőköteg rögzítése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06624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Húzás + adagolás összehangolása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611880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Akadás felismerése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34256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425696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Szerelési tartalék kialakítása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64190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jelenléti • 07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Páros munkavégzés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170432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Egyik tanuló húz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92807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Másik adagol és vezet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06624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Nincs erőltetés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611880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Nincs csavarodás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34256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425696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Folyamatos kommunikáció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64190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jelenléti • 07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Kábelcsatornás szerelés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170432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Rendezett vezetés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92807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Nem túlzsúfolt csatorna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06624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Sarkok és leágazások ellenőrzése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611880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Fedél akadálymentesen zár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34256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425696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Végpontok azonosíthatók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64190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jelenléti • 07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Minőségellenőrzés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170432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Szigetelés sérülésmentes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92807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Megfelelő vezetéktartalék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06624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Jelölések követhetők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611880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Dobozok stabilak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34256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425696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A kész állapot egyezik a tervvel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64190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jelenléti • 07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Műhelyfeladat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170432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Legalább 3 m gyakorló nyomvonal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92807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1 világítási áramkör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06624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1 dugalj-áramkör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611880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Legalább 2 szerelvénydoboz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34256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425696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Páros átadás-átvétel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64190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jelenléti • 07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⚡ IAP heti kihívás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170432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Behúzás közben a vezetékköteg félúton erősen megszorul.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92807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Mit teszel - és mit nem teszel?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06624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Adj legalább 3 szakmai lépést, mielőtt újra megpróbálod a behúzást.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190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jelenléti • 07 •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