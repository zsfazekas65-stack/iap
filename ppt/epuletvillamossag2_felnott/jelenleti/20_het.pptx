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20. hét - Impulzusrelés világításvezérlés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769AA"/>
                </a:solidFill>
              </a:defRPr>
            </a:pPr>
            <a:r>
              <a:t>Épületvillamosság 2 • Felnőtt • Jelenléti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Nyomógombos vezérlés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Impulzusrelé működése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Vezérlő- és főáramkör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Gyakorlati hibakeresés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Egy rövid impulzus - egy állapotváltás.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Miért impulzusrelé?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Sok kapcsolási hely egyszerűbben kialakítható.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kezelőhelyeken nyomógombok vannak.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nyomógombok párhuzamosan bővíthetők.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kapcsolási állapotot a relé tartja fenn.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 nyomógomb szerepe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Csak a megnyomás idejére zár.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Rövid vezérlőimpulzust hoz létre.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Nem neki kell tartósan kapcsolnia a lámpa teljesítményét.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Bármely párhuzamos nyomógomb ugyanazt a parancsot adja.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Az impulzusrelé működése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1. impulzus: állapotváltás - például BE.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2. impulzus: újabb állapotváltás - KI.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Minden új impulzus megváltoztatja a kapcsolóérintkező állapotát.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pontos működés a készülék típusától függ.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Vezérlőáramkör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Nyomógombok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Relé vezérlőbemenete vagy tekercse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vezérlőfeszültséget az adattábla szerint kell megválasztani.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Gyakori tekercsjelölés: A1-A2.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Főáramkör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világítótest energiaellátása.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relé kapcsolóérintkezője nyitja vagy zárja.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kontaktus terhelhetőségét ellenőrizni kell.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LED terhelésnél a bekapcsolási áram is fontos lehet.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Több nyomógomb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2, 3, 5 vagy több kezelőhely is kialakítható.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nyomógombok jellemzően párhuzamosan kapcsolódnak.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Bármelyik gomb működtetheti ugyanazt a relét.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vezetékezés sok hely esetén áttekinthetőbb lehet.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Váltó/kereszt vagy impulzusrelé?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Váltó/kereszt: mechanikus kapcsolási lánc.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Impulzusrelé: központi kapcsolóelem + nyomógombok.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Sok kezelőhelynél az impulzusrelé gyakran praktikus.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konkrét megoldást a feladat és a terv dönti 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Készülékadatok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Vezérlőfeszültség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Érintkező névleges árama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Kapcsolható terhelés típusa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Kapocskiosztás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Gyártói bekötési rajz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Rossz vezérlőfeszültség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Beragadt vagy rosszul bekötött nyomógomb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Vezérlő- és főkapocs összekeverése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Túlterhelt érintkező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Laza kötés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Hibakeresési logika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Nem reagál a relé? - vezérlőáramkör.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Reagál a relé, de nem kapcsol a lámpa? - főáramkör.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Csak egy nyomógomb rossz? - annak ága valószínű.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Mindig feszültségmentes ellenőrzéssel kezdünk.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Először döntsd el: vezérlési vagy főáramköri hiba?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Gyakorlati 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Azonosítsd a relé kapcsait.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Köss be egy nyomógombot.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Bővítsd három párhuzamos nyomógombra.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Kösd be a világítótest főáramkörét.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Ellenőrizd és dokumentáld a működést.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Négy nyomógombból három működik, egy nem.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Miért valószínű, hogy a relé jó?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Hol keresnéd a hibát?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Adj biztonságos hibakeresési sorrendet!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Tanulj! Alkalmazz! Alkoss!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