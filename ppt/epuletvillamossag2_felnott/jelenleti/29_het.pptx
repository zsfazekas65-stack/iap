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29. hét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Aktorok az intelligens</a:t>
            </a:r>
            <a:br/>
            <a:r>
              <a:t>épületautomatikában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az aktor?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 parancsát fizikai hatássá alakítja.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Kapcsolhat, szabályozhat vagy mozgathat.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automatika végrehajtó eleme.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teljesítményoldallal közvetlen kapcsolatban lehet.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Gyakori aktorok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Reléaktor.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Kontaktor.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Dimmeraktor.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Redőnyaktor.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Szelepmozgató és analóg aktor.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Reléaktor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BE/KI kapcsolási feladat.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vezérlés és a terhelés elkülönül.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Figyelni kell a névleges áramra.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terhelés jellege is fontos.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Kontaktor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Nagyobb terhelések kapcsolására alkalmas.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aktor csak a tekercset vezérelheti.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főérintkezők kapcsolják a fogyasztót.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Jól elkülönül a vezérlő- és főáramkör.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Terheléstípus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LED: nagy bekapcsolási áram lehetséges.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Motor: induktív terhelés.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Fűtés: más kapcsolási igénybevétel.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elég csak a wattértéket nézni.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Dimmeraktor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Fényteljesítményt szabályoz.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fényforrásnak kompatibilisnek kell lennie.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LED-nél fontos a meghajtó típusa.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Minimális terhelés is számíthat.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Redőnyaktor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FEL és LE irányt kezel.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két irány egyszerre nem lehet aktív.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Reteszelés szükséges.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Futási idő és végállás is kezelhető.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Szelepmozgatók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Fűtési/hűtési körök beavatkozói.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Lehet kétállapotú vagy szabályozó.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Termoelektromos kivitel gyakori.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Működésük lehet lassú.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0–10 V vezérlés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Folytonos vezérlőjel.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feszültség egy kívánt értéket képvisel.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Világítás és HVAC területén gyakori.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pontos karakterisztikát az adatlap adja meg.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Buszos 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Kommunikációs üzenetet kap.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buszoldal információt továbbít.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kimenet kapcsolja a teljesítményáramkört.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Állapot-visszajelzés is lehetséges.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Aktor kiválasztása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Feszültség és áram.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Terhelés típusa.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Kimenetek száma.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Vezérlési mód.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Reteszelés és környezeti feltételek.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Kézi működtetés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Üzembe helyezéskor hasznos.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Segít elkülöníteni a logikai hibát.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Közvetlenül tesztelhető a kimenet.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helyettesíti a biztonsági funkciókat.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Nincs aktortáp.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Van jelzés, de nincs kimenet.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Alulméretezett érintkező.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Kontaktor nem húz 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Buszcímzés vagy paraméterezés hibás.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Megvan-e a vezérlőparancs?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Kap-e tápot az aktor?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Kapcsol-e a kimenet?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Rendben van-e a teljesítményáramkör?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Működőképes-e a fogyasztó?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29.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749039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300">
                <a:solidFill>
                  <a:srgbClr val="0B2D4D"/>
                </a:solidFill>
              </a:defRPr>
            </a:pPr>
            <a:r>
              <a:t>Az aktor szerint a világítás BE, de a 18 LED-lámpatest nem világít.</a:t>
            </a:r>
          </a:p>
          <a:p>
            <a:pPr>
              <a:spcBef>
                <a:spcPts val="1300"/>
              </a:spcBef>
              <a:defRPr sz="1900">
                <a:solidFill>
                  <a:srgbClr val="17212B"/>
                </a:solidFill>
              </a:defRPr>
            </a:pPr>
            <a:r>
              <a:t>Adj legalább hat lehetséges hibát!</a:t>
            </a:r>
          </a:p>
          <a:p>
            <a:pPr>
              <a:spcBef>
                <a:spcPts val="1300"/>
              </a:spcBef>
              <a:defRPr sz="1900">
                <a:solidFill>
                  <a:srgbClr val="17212B"/>
                </a:solidFill>
              </a:defRPr>
            </a:pPr>
            <a:r>
              <a:t>Jelöld ki a mérési pontokat a vezérlőtől a lámpákig!</a:t>
            </a:r>
          </a:p>
          <a:p>
            <a:pPr>
              <a:spcBef>
                <a:spcPts val="1300"/>
              </a:spcBef>
              <a:defRPr sz="1900">
                <a:solidFill>
                  <a:srgbClr val="17212B"/>
                </a:solidFill>
              </a:defRPr>
            </a:pPr>
            <a:r>
              <a:t>Döntsd el méréssel: aktor-, táp-, vezetékezési vagy terhelési hiba?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