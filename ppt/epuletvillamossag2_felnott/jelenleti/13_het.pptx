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ÉPÜLETVILLAMOSSÁG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13. hét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Elosztótáblák, áramköri csoportosítás, jelölés és dokumentálás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Történeti kitekintés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Kevés fogyasztó: néhány biztosító.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Egyre több végáramkör: külön világítás, dugaljak és nagyfogyasztók.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A modern elosztó központi elosztási, védelmi és dokumentációs pont.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Kulcsgondolat: az elosztótábla a hálózat logikai központja.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1. Az elosztótábla feladata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Betáplálás fogadása és energia szétosztása.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Védelmi készülékek rendezett elhelyezése.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Áramkörök leválasztása és azonosítása.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PE- és N-vezetők rendezett csatlakoztatása.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2. Fő elemek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Főkapcsoló / leválasztó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RCD / RCBO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Kismegszakítók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PE sín • N sín • DIN sín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3. Áramköri csoportosítás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Világítási körök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Általános dugaljkörök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Konyhai áramkörök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Nagyobb és fix fogyasztók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Cél: áttekinthetőség és egyszerűbb hibakeresés.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4. RCD-csoportok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A nullavezetők hozzárendelése kritikus.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Külön RCD-csoportok N-vezetőit nem szabad összekeverni.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A PE és az N feladata nem azonos.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Műhelytitok: mindig tudd, melyik N melyik RCD-csoporthoz tartozik.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5. Fázisterhelés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Az egyfázisú köröket L1-L2-L3 között ésszerűen osztjuk el.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Nem elég az áramkörök számát nézni.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A várható teljesítmény és egyidejű használat is számít.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6. Jelölés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Melyik készülék melyik áramkört védi?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Melyik helyiséget vagy fogyasztót látja el?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Melyik RCD-csoporthoz és fázishoz tartozik?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„K2” helyett: „Konyha munkapult dugaljak”.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7. Dokumentáció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Áramkör azonosítója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Megnevezés és rendeltetés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Védelmi készülék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Terv szerinti vezetékadatok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Megjegyzések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Az áramköri jegyzék az elosztótábla térképe.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8. Tervezési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Fogyasztói lista → külön körök → csoportosítás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Védelmek → RCD-csoportok → fázisterhelés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PE/N rend → feliratok → áramköri jegyzék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10972800" cy="310896"/>
          </a:xfrm>
          <a:prstGeom prst="rect">
            <a:avLst/>
          </a:prstGeom>
          <a:solidFill>
            <a:srgbClr val="143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IAP •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3F68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2 világítási kör • 3 dugaljkör • sütő • bojler • mosógép • klíma</a:t>
            </a:r>
          </a:p>
          <a:p>
            <a:pPr>
              <a:spcAft>
                <a:spcPts val="1200"/>
              </a:spcAft>
              <a:defRPr sz="2000">
                <a:solidFill>
                  <a:srgbClr val="17324A"/>
                </a:solidFill>
              </a:defRPr>
            </a:pPr>
            <a:r>
              <a:t>Készíts logikus csoportosítást és áramköri jegyzéket.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9966960" cy="77724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257800"/>
            <a:ext cx="164592" cy="777240"/>
          </a:xfrm>
          <a:prstGeom prst="rect">
            <a:avLst/>
          </a:prstGeom>
          <a:solidFill>
            <a:srgbClr val="E77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413248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43F68"/>
                </a:solidFill>
              </a:defRPr>
            </a:pPr>
            <a:r>
              <a:t>Tanulj! Alkalmazz! Alkoss!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46520"/>
            <a:ext cx="4023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C7885"/>
                </a:solidFill>
              </a:defRPr>
            </a:pPr>
            <a:r>
              <a:t>IAP • Integrált Automatika Program • Épületvillamosság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