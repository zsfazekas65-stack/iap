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18. hét - Fogyasztói főelosztó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6187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769AA"/>
                </a:solidFill>
              </a:defRPr>
            </a:pPr>
            <a:r>
              <a:t>Épületvillamosság 2 • Felnőtt • Jelenléti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főelosztó szerepe az épületben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Készülékek, csoportosítás, vezetékezés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Összeállítás és ellenőrzés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230368"/>
            <a:ext cx="10332720" cy="658368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B2D4D"/>
                </a:solidFill>
              </a:defRPr>
            </a:pPr>
            <a:r>
              <a:t>Tervezés nélkül nincs rendezett elosztó.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A főelosztó feladata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Fogadja a betáplálást.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Elosztja az energiát a végáramkörök és alelosztók között.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Helyet ad a leválasztó és védelmi készülékeknek.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Áttekinthetővé teszi az üzemeltetést és hibakeresést.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Mi kerülhet bele?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Főkapcsoló / leválasztó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SPD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RCD és/vagy RCBO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Kismegszakítók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PE- és N-sínek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Szükség szerint relék, kontaktorok, vezérlők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A helyes munka sorrendje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Hálózat és fogyasztók felmérése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Egyvonalas rajz és készüléklista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Elrendezési terv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Mechanikai szerelés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Vezetékezés és jelölés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Ellenőrzés, mérés, dokumentálás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30368"/>
            <a:ext cx="10332720" cy="658368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B2D4D"/>
                </a:solidFill>
              </a:defRPr>
            </a:pPr>
            <a:r>
              <a:t>Nem a DIN-sínre pattintással kezdődik a tervezés.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Áramköri csoportosítás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Világítási áramkörök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Dugalj áramkörök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Nagyobb teljesítményű fogyasztók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Kültéri / különleges áramkörök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Cél: egy hiba ne okozzon indokolatlanul nagy kiesést.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RCD és a nullavezető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Az RCD a hozzá tartozó aktív vezetők áramkülönbségét figyeli.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Az RCD utáni N vezető a saját csoportjához tartozik.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Külön RCD-csoportok nullavezetőinek összekeverése hibás leoldást okozhat.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Az N-síneket egyértelműen jelölni kell.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30368"/>
            <a:ext cx="10332720" cy="658368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B2D4D"/>
                </a:solidFill>
              </a:defRPr>
            </a:pPr>
            <a:r>
              <a:t>Az N-sín csoportosítása ugyanolyan fontos, mint a kismegszakítóké.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PE-sín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védővezetők rendezett csatlakozási pontja.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PE vezetőt nem kapcsoljuk le üzemszerű kapcsolókészülékkel.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kialakítás a hálózati rendszerhez és a tervhez igazodik.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kötések legyenek tartósak és ellenőrizhetők.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SPD az elosztóban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túlfeszültség-védelem része.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kiválasztás a rendszer és a kockázatok függvénye.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csatlakozóvezeték legyen rövid és célszerű.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Ellenőrizni kell a gyártói előtétvédelmi előírásokat.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Kismegszakítók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vezetéket és áramkört túláram ellen védik.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Névleges áram és karakterisztika a tervezés része.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Az áramkörök legyenek egyértelműen feliratozva.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készülék nem helyettesíti a helyes vezetékméretezést.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Fésűs sín és belső vezeték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Rendezett energiaelosztást tesz lehetővé.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Csak kompatibilis készülékekkel alkalmazható.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Figyelni kell a névleges áramra és pólusszámra.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vezetékek ne legyenek feszítve vagy rendezetlenül keresztezve.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Jelölés és dokumentáció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Áramkörszám és megnevezés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Egyvonalas rajz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Készüléklista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Mérési dokumentáció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feliratok és a valós bekötés egyezzenek.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Ellenőrzés üzembe helyezés előtt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Szemrevételezés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PE/N rendszer és RCD-csoportok ellenőrzése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Kapcsok, vezetővégek, mechanikai védelem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Jelölések és dokumentáció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Előírt villamos biztonsági mérések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Tipikus hibák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Túl kicsi elosztó, nincs tartalék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Összekevert RCD utáni N vezetők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Laza vagy rosszul előkészített kapocs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Hosszú SPD bekötés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Hiányos jelölés és dokumentáció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Családi ház: világítás, dugaljak, sütő, mosogatógép, kültéri kör.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Készíts logikus főelosztó-koncepciót.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Jelöld az SPD, RCD/RCBO és kismegszakítók szerepét.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Hogyan kerülnéd el, hogy egyetlen hiba az egész házat lekapcsolja?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30368"/>
            <a:ext cx="10332720" cy="658368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B2D4D"/>
                </a:solidFill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