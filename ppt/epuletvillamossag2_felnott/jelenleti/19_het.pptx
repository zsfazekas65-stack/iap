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19. hét - Világítási vezérlések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26187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769AA"/>
                </a:solidFill>
              </a:defRPr>
            </a:pPr>
            <a:r>
              <a:t>Épületvillamosság 2 • Felnőtt • Jelenléti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Egypólusú kapcsolás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Váltókapcsolás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Keresztkapcsolás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Működés és hibakeresés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230368"/>
            <a:ext cx="10332720" cy="658368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B2D4D"/>
                </a:solidFill>
              </a:defRPr>
            </a:pPr>
            <a:r>
              <a:t>A kulcs: mindig kövesd az áram útját.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Miért többféle kapcsolás?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1 helyről: egyszerű helyiség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2 helyről: folyosó, két bejárat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3 vagy több helyről: hosszú folyosó, lépcsőház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feladat határozza meg a kapcsolótípust.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Egypólusú kapcsolás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Egyetlen kapcsolási hely.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Egy áramutat nyit vagy zár.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világítás kapcsolt aktív vezetőjét vezérli.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Az N és PE nem az üzemszerű kapcsolóérintkezőn halad át.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Váltókapcsoló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Egy közös kapocs.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Két váltókapocs.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közös kapcsot felváltva az egyik vagy másik ághoz kapcsolja.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Két váltókapcsoló = két kapcsolási hely.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Két helyről kapcsolás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két kapcsoló között két összekötő vezető fut.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fázis az egyik váltó közös kapcsára érkezik.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másik váltó közös kapcsáról megy a kapcsolt vezető a lámpához.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Bármelyik kapcsoló átbillentése megváltoztatja az áramutat.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230368"/>
            <a:ext cx="10332720" cy="658368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B2D4D"/>
                </a:solidFill>
              </a:defRPr>
            </a:pPr>
            <a:r>
              <a:t>A váltókapcsolón nincs hagyományos fix BE/KI állás.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Keresztkapcsoló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Négy kapcsolási kapocs.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Két vezetőpárral dolgozik.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párokat egyenesen vagy keresztezve kapcsolja tovább.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két szélső kapcsoló továbbra is váltókapcsoló.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Három vagy több helyről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3 hely: 2 váltó + 1 kereszt.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4 hely: 2 váltó + 2 kereszt.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További helyekhez újabb keresztkapcsolók iktathatók középre.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működés mechanikus kapcsolási logikán alapul.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Vezetőazonosítás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Ne csak szín alapján dönts.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Kövesd a kapcsolási rajzot.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Azonosítsd a közös kapcsokat és összekötőket.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PE színjelölése más célra nem használható.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Tipikus hibák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Közös kapocs felcserélése.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Összekötő vezetők hibás bekötése.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Keresztkapcsoló vezetőpárjainak összekeverése.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Laza kötés vagy hibás vezetőazonosítás.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Hibakeresési sorrend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Feszültségmentesítés.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Szemrevételezés.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Rajz és valós bekötés összevetése.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Kapcsok és vezetők azonosítása.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Folytonosságvizsgálat minden kapcsolóállásban.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Gyakorlati próba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Építs egypólusú kapcsolást.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Alakítsd át két helyről működő váltókapcsolássá.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Tegyél közé keresztkapcsolót.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Vizsgáld végig az összes kapcsolóállást.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5029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05156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5989320"/>
            <a:ext cx="11704320" cy="22860"/>
          </a:xfrm>
          <a:prstGeom prst="rect">
            <a:avLst/>
          </a:prstGeom>
          <a:solidFill>
            <a:srgbClr val="1CA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IAP-kihívás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Három helyről kapcsolható lámpa hibásan működik.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A középső kapcsoló egyik állásában az egyik szélső kapcsoló hatástalan.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Hol keresnéd először a hibát?</a:t>
            </a:r>
          </a:p>
          <a:p>
            <a:pPr>
              <a:spcAft>
                <a:spcPts val="1100"/>
              </a:spcAft>
              <a:defRPr sz="1900">
                <a:solidFill>
                  <a:srgbClr val="173042"/>
                </a:solidFill>
              </a:defRPr>
            </a:pPr>
            <a:r>
              <a:t>• Állíts fel feszültségmentes hibakeresési sorrendet!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230368"/>
            <a:ext cx="10332720" cy="658368"/>
          </a:xfrm>
          <a:prstGeom prst="roundRect">
            <a:avLst/>
          </a:prstGeom>
          <a:solidFill>
            <a:srgbClr val="EAF4FA"/>
          </a:solidFill>
          <a:ln>
            <a:solidFill>
              <a:srgbClr val="1C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0B2D4D"/>
                </a:solidFill>
              </a:defRPr>
            </a:pPr>
            <a:r>
              <a:t>Ne találgass: kövesd az áramutat.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65392"/>
            <a:ext cx="11521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IAP - Integrált Automatika Program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