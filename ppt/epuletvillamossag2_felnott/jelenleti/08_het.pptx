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8. hét - Kötések és szerelvények bekötése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  <a:latin typeface="Aptos"/>
              </a:defRPr>
            </a:pPr>
            <a:r>
              <a:t>Épületvillamosság 2 • Felnőtt oktatás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Jelenléti oktatás • 5 óra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Vezető-előkészítés → kötés → bekötés → ellenőrzés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Mitől jó egy villamos kötés?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Kis átmeneti ellenállás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Mechanikailag stabil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Érintésbiztos és áttekinthető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Ellenőrizhető és dokumentálható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Vezetővégek előkészítése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Megfelelő csupaszítási hossz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Az ér nem sérülhet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Kapocshoz illő kialakítás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Sodrott vezető: szükség szerint érvéghüvely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Dugalj bekötése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L - fázisvezető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N - nullavezető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PE - védővezető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Bekötés után: húzópróba + vizuális ellenőrzés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Kapcsoló bekötése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 kapcsoló a fázisvezetőt szakítja meg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Kapocsjelölés / gyártói dokumentáció ellenőrzése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Ne legyen mechanikai feszülés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Dobozba helyezéskor ne sérüljön a vezeték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Tanári bemutató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Azonosítás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Csupaszítás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Kapocsválasztás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Bekötés és húzópróba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873752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Rendezés és folytonosság-ellenőrzés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Műhelyfeladat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1 kapcsoló + 1 lámpakiállás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1 védőérintkezős dugalj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Legalább 1 kötési pont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Átadás ellenőrzőlistával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61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83A5A"/>
                </a:solidFill>
                <a:latin typeface="Aptos Display"/>
              </a:defRPr>
            </a:pPr>
            <a:r>
              <a:t>⚡ IAP heti kihívás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444752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976D2"/>
                </a:solidFill>
                <a:latin typeface="Aptos"/>
              </a:defRPr>
            </a:pPr>
            <a:r>
              <a:t>Ne húzd meg erősebben - keresd meg a kötési hiba okát.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A dugalj vezetéke húzópróbára kicsúszik.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624327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3 mm csupasz rész látható a kapocs előtt.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374135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Mi lehet az ok?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4123944"/>
            <a:ext cx="10789920" cy="566928"/>
          </a:xfrm>
          <a:prstGeom prst="roundRect">
            <a:avLst/>
          </a:prstGeom>
          <a:solidFill>
            <a:srgbClr val="EAF4FC"/>
          </a:solidFill>
          <a:ln>
            <a:solidFill>
              <a:srgbClr val="DBE5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700">
                <a:solidFill>
                  <a:srgbClr val="183A5A"/>
                </a:solidFill>
                <a:latin typeface="Aptos"/>
              </a:defRPr>
            </a:pPr>
            <a:r>
              <a:t>Mi a helyes javítási sorrend?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510528"/>
            <a:ext cx="10972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617089"/>
                </a:solidFill>
              </a:defRPr>
            </a:pPr>
            <a:r>
              <a:t>IAP • Tanulj! Alkalmazz! Alkoss!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