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26. hét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Kaputelefon és</a:t>
            </a:r>
            <a:br/>
            <a:r>
              <a:t>elektromos zár alapjai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Épületvillamosság 2 – Felnőtt – Jelenléti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Mire szolgál a rendszer?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Hívás jelzése.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Kétirányú beszédkapcsolat.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Ellenőrzött ajtónyitás.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Videós rendszernél képátvitel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Fő egységek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Kültéri egység.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Beltéri egység.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Tápegység.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Elektromos zárfogadó.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Vezetékhálózat vagy busz.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 hívás útja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Hívógomb megnyomása.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hívott beltéri egység jelzést kap.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Létrejön a beszédkapcsolat.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Ajtónyitó gomb külön vezérlőjelet 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Analóg és digitális rendszerek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Analóg rendszernél több külön vezeték lehet.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Buszos rendszernél közös érpáron több információ továbbítható.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kapocskiosztás gyártónként eltérhet.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Mindig a konkrét kapcsolási rajz az elsődleges.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Elektromos zár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Villamos jel hatására engedélyezi az ajtó nyitását.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kaputelefon a zárvezérlést adja.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zár külön tápellátást is kaphat.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működési módot a biztonsági követelményekhez kell választani.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Tápegység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kaputelefon elektronikáját kisfeszültséggel látja 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zár pillanatnyilag nagyobb áramot kérhet.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Gyenge tápegységnél leeshet a feszültség.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méretezésnél a teljes rendszer igényét figyelembe kell venni.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Relés zárvezérlés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COM = közös érintkező.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NO = nyugalomban nyitott.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NC = nyugalomban zárt.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relé lehetővé teszi külön zártápegység vezérlését.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Feszültségesés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vezetéknek ellenállása van.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Nagyobb záráramnál nagyobb lehet a feszültségesés.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Hosszú, vékony vezeték bizonytalan működést okozhat.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keresztmetszetet gyártói előírás szerint kell megválasztani.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Tipikus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Nincs hívás.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Van hívás, nincs beszéd.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Beszéd működik, zár nem nyit.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zár csak időnként működik.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Folyamatos zárnyitás hibás NO/NC miatt.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Hibakeresési sorrend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Rendszertípus és rajz azonosítása.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Tápfeszültség ellenőrzése.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Funkciók szétválasztása: hívás – beszéd – zár.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Relé működésének ellenőrzése.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Feszültségmérés a zár kapcsain terhelés alatt.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Biztonság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230 V és kisfeszültség szabályos elválasztása.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Szerelés feszültségmentesen.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Menekülési útvonal követelményeit figyelembe kell venni.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gyártói dokumentációt követni kell.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Önellenőrzés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 kültéri egység feladata?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Mit csinál az ajtónyitó gomb?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Miért lehet külön zártápegység?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Mit jelent a COM–NO–NC?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Miért fontos a feszültségesés?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26. hét   •   Tanulj! Alkalmazz! Alkoss!   • 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3566160"/>
          </a:xfrm>
          <a:prstGeom prst="roundRect">
            <a:avLst/>
          </a:prstGeom>
          <a:solidFill>
            <a:srgbClr val="FFF4D6"/>
          </a:solidFill>
          <a:ln>
            <a:solidFill>
              <a:srgbClr val="E1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058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300">
                <a:solidFill>
                  <a:srgbClr val="0B2D4D"/>
                </a:solidFill>
              </a:defRPr>
            </a:pPr>
            <a:r>
              <a:t>A hívás és a beszéd hibátlan, a relé kattan, de az elektromos zár nem nyit.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Adj legalább öt lehetséges okot!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Állíts fel biztonságos mérési sorrendet!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Hogyan döntöd el, hogy a tápegység, a vezeték vagy a zár hibás?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