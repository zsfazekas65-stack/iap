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17. hét - Túlfeszültség-védelem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769AA"/>
                </a:solidFill>
              </a:defRPr>
            </a:pPr>
            <a:r>
              <a:t>Épületvillamosság 2 • Felnőtt • Jelenléti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SPD: Surge Protective Device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T1 - T2 - T3 védelmi fokozatok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Helyes kiválasztás és rövid bekötés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A jó SPD csak jó beépítéssel tud jól védeni.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a túlfeszültség?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Rövid idejű, a megengedett szintet meghaladó feszültség.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Károsíthat szigetelést és érzékeny elektronikát.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Nagyon rövid esemény is nagy energiát közvetíthet.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Honnan jön?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Villám eredetű hatás: közvetlen vagy közeli villám, hálózati csatolás.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Kapcsolási eredet: motorok, induktív terhelések, hálózati kapcsolások.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épületben mindkét eredettel számolni kell.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Mit csinál az SPD?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Normál üzemben nem zavarja a hálózat működését.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Tranziens túlfeszültségnél vezető utat biztosít az impulzusáramnak.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Korlátozza a védett berendezésen megjelenő túlfeszültséget.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Nem a villámot „nyeli el” - a túlfeszültséget korlátozza.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Varisztor - egyszerűen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Normál feszültségen nagy ellenállás.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Túlfeszültségnél az ellenállása gyorsan lecsökken.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impulzus után visszatér nagy ellenállású állapotba.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Nagy igénybevételek öregítik.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T1 - villámáram-levezetés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Nagy energiájú impulzus kezelésére.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Jellemzően a betáplálás közelében.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Fontos adat: Iimp.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Villámvédelmi koncepció része.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T2 - túlfeszültség-korlátozás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Épületvillamossági elosztók gyakori SPD-fokozata.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Jellemző adatok: In, Imax, Up, Uc.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T1 után vagy megfelelő rendszerben önálló fokozatként a tervezési követelmények szerint.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T3 - finomvédelem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Érzékeny végberendezés közelében.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maradék túlfeszültség további korlátozására.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megelőző fokozatokkal összehangoltan alkalmazandó.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Mit jelentenek az adatok?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Uc = legnagyobb tartós üzemi feszültség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Up = feszültségvédelmi szint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In = névleges kisülési áram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Imax = maximális kisülési áram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Iimp = villámimpulzus-áram jellemzője T1-nél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Miért kritikus a vezetékhossz?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impulzusáram nagyon gyorsan változik.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vezeték induktivitása járulékos feszültséget hoz létre.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Hosszú és hurkolt bekötés ronthatja a védelmi szintet.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csatlakozás legyen rövid, célszerű és gyártói előírás szerinti.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Az SPD nemcsak készülék - a bekötése is a védelem része.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Előtétvédelem és állapotjelző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Ellenőrizni kell a gyártó által megengedett előtétvédelmet.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zárlati viszonyokat is figyelembe kell venni.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Zöld/piros jelző mutathatja a modul állapotát.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Elhasználódott védőmodult cserélni kell.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SPD a főelosztóban van, de hosszú, nagy hurkú vezetékekkel kötötték be.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Miért ronthatja ez a védelmet?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Adj legalább három szerelési javaslatot a javításhoz.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