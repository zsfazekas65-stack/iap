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22. hét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Mozgás- és jelenlétérzékelős</a:t>
            </a:r>
            <a:br/>
            <a:r>
              <a:t>világítás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Épületvillamosság 2 – Felnőtt – Jelenléti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Miért automatizáljuk a világítást?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22. hét   •   Tanulj! Alkalmazz! Alkoss!   •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Csak akkor világítson, amikor valóban szükséges.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Növeli a kényelmet és csökkentheti a felesleges üzemidőt.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Folyosón, lépcsőn, mosdóban, raktárban és kültéren is hasznos.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jó működéshez megfelelő érzékelőt és jó elhelyezést kell választani.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PIR – mit jelent?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22. hét   •   Tanulj! Alkalmazz! Alkoss!   •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PIR = Passive Infrared, azaz passzív infravörös érzékelés.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sugároz: a látóterében lévő infravörös sugárzás változását figyeli.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emberi test hősugárzása eltérhet a környezetétől.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Mozgáskor az érzékelési zónák között változik a jel.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40680"/>
            <a:ext cx="10515600" cy="694944"/>
          </a:xfrm>
          <a:prstGeom prst="roundRect">
            <a:avLst/>
          </a:prstGeom>
          <a:solidFill>
            <a:srgbClr val="EAF3F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57784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B2D4D"/>
                </a:solidFill>
              </a:defRPr>
            </a:pPr>
            <a:r>
              <a:t>A PIR elsősorban változást érzékel, nem egyszerűen 'embert lát'.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A Fresnel-lencse szerepe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22. hét   •   Tanulj! Alkalmazz! Alkoss!   •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jellegzetes műanyag optika több érzékelési zónát alakít ki.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különböző irányokból érkező hősugárzást az érzékelőelemre irányítja.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zónákon keresztül mozgó személy jól érzékelhető jelváltozást okoz.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Ezért az érzékelő elhelyezése és iránya döntően befolyásolja a működést.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Mozgásérzékelő vs. jelenlétérzékelő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22. hét   •   Tanulj! Alkalmazz! Alkoss!   •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Mozgásérzékelő: főként nagyobb mozgások felismerésére.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Jelenlétérzékelő: finomabb mozdulatok érzékelésére is alkalmas.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Folyosóra gyakran mozgásérzékelő, irodába/tanterembe inkább jelenlétérzékelő célszerű.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választást mindig a helyiség használata alapján kell elvégezni.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TIME – LUX – SENS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22. hét   •   Tanulj! Alkalmazz! Alkoss!   •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TIME: az utolsó érzékelés után mennyi ideig maradjon bekapcsolva.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LUX: milyen környezeti fény alatt engedélyezett a felkapcsolás.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SENS/RANGE: egyes típusokon az érzékenység vagy hatótáv állítása.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beállításokat a valós használati körülmények között kell finomhangolni.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40680"/>
            <a:ext cx="10515600" cy="694944"/>
          </a:xfrm>
          <a:prstGeom prst="roundRect">
            <a:avLst/>
          </a:prstGeom>
          <a:solidFill>
            <a:srgbClr val="EAF3F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57784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B2D4D"/>
                </a:solidFill>
              </a:defRPr>
            </a:pPr>
            <a:r>
              <a:t>A LUX nem a lámpa fényerejét szabályozza.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Hová szereljük?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22. hét   •   Tanulj! Alkalmazz! Alkoss!   • 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 takarja bútor, falrész vagy más tárgy az érzékelési teret.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Kerüljük a közvetlen hőforrást és gyors hőmérséklet-változást.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Kültéren számoljunk növényzettel, állatokkal és közlekedéssel.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Tartsuk be a gyártó szerelési magasságát és érzékelési tartományát.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Bekötési alapelv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22. hét   •   Tanulj! Alkalmazz! Alkoss!   •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Tipikus 230 V-os készülék: állandó L és N tápellátás.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kapcsolt kimenet vezérli a lámpa fázisát.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Léteznek kétvezetékes, relés, elektronikus és buszos megoldások 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konkrét kapcsokat mindig a gyártói rajz alapján kötjük.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LED-terhelés – mire figyeljünk?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22. hét   •   Tanulj! Alkalmazz! Alkoss!   • 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LED kis üzemi teljesítménye nem jelenti azt, hogy bekapcsoláskor is kicsi az áram.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tápegységek rövid nagy bekapcsolási áramcsúcsot okozhatnak.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Ellenőrizni kell az érzékelő LED-terhelésre megadott kapcsolóképességét.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Bizonyos kétvezetékes rendszereknél kis terhelés esetén derengés/villogás jelentkezhet.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Hiba: nem kapcsol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22. hét   •   Tanulj! Alkalmazz! Alkoss!   •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Van tápfeszültség?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LUX-küszöb engedélyezi a kapcsolást?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érzékelési zónában történik a mozgás?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Megfelelő a szerelési hely és magasság?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9028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Helyes a bekötés és működik a terhelés?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Hiba: folyamatosan vagy tévesen kapcsol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22. hét   •   Tanulj! Alkalmazz! Alkoss!   •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túl hosszú a TIME beállítás?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Van folyamatos mozgás az érzékelési térben?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Hőforrás vagy légáram okoz változást?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Kültéren növényzet vagy állat indítja?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9028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túl nagy az érzékenység?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Gyakorlati vizsgálat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22. hét   •   Tanulj! Alkalmazz! Alkoss!   • 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Járd be az érzékelési teret és jelöld a határait.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Hasonlítsd össze a keresztirányú és az érzékelő felé történő mozgást.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Próbáld ki a TIME beállítást több értéken.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Változtasd a LUX értéket és figyeld a kapcsolási feltételt.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9028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Ha van SENS/RANGE, vizsgáld meg a hatását.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Melyiket választanád?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22. hét   •   Tanulj! Alkalmazz! Alkoss!   • 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Lépcsőház: rövid idejű áthaladás.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Tanterem: hosszú ülés, apró mozdulatok.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Raktárfolyosó: ritka, de jól érzékelhető mozgás.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Mosdó: változó tartózkodási idő.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9028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Kültéri bejárat: időjárás és környezeti mozgások.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Ellenőrző kérdések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22. hét   •   Tanulj! Alkalmazz! Alkoss!   • 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5506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Mit érzékel a PIR?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14015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 a Fresnel-lencse feladata?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238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Miben különbözik a jelenlétérzékelő a mozgásérzékelőtől?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3133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Mit állít a TIME és a LUX?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9028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Miért fontos LED-nél a bekapcsolási áram?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22. hét   •   Tanulj! Alkalmazz! Alkoss!   • 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3566160"/>
          </a:xfrm>
          <a:prstGeom prst="roundRect">
            <a:avLst/>
          </a:prstGeom>
          <a:solidFill>
            <a:srgbClr val="FFF4D6"/>
          </a:solidFill>
          <a:ln>
            <a:solidFill>
              <a:srgbClr val="E1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00584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B2D4D"/>
                </a:solidFill>
              </a:defRPr>
            </a:pPr>
            <a:r>
              <a:t>Egy 8 × 12 méteres tanterem világítását kell automatizálnod.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A tanulók hosszú ideig ülnek, és csak kis mozdulatokat végeznek.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Mozgás- vagy jelenlétérzékelőt választanál?</a:t>
            </a:r>
          </a:p>
          <a:p>
            <a:pPr>
              <a:spcBef>
                <a:spcPts val="1200"/>
              </a:spcBef>
              <a:defRPr sz="2000">
                <a:solidFill>
                  <a:srgbClr val="17212B"/>
                </a:solidFill>
              </a:defRPr>
            </a:pPr>
            <a:r>
              <a:t>Hová helyeznéd, és hogyan állítanád be a TIME és LUX funkciót? Indokold!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