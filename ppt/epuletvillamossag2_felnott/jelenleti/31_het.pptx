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7DC4F0"/>
                </a:solidFill>
              </a:defRPr>
            </a:pPr>
            <a:r>
              <a:t>31. hét</a:t>
            </a:r>
          </a:p>
          <a:p>
            <a:pPr>
              <a:defRPr sz="3900" b="1">
                <a:solidFill>
                  <a:srgbClr val="FFFFFF"/>
                </a:solidFill>
              </a:defRPr>
            </a:pPr>
            <a:r>
              <a:t>Buszrendszerek alapjai</a:t>
            </a:r>
            <a:br/>
            <a:r>
              <a:t>az épületautomatikában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Miért alakultak ki buszrendszerek?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31. hét • Tanulj! Alkalmazz! Alkoss! •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Egyre több érzékelő és aktor jelent meg.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pont-pont vezetékezés bonyolulttá vált.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Közös kommunikációs hálózatra volt szükség.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Mi a busz?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31. hét • Tanulj! Alkalmazz! Alkoss! •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Közös információs hálózat.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Több készülék kommunikál ugyanazon rendszeren.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busz nem a fogyasztó teljesítményét továbbítja.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Hagyományos ↔ buszos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31. hét • Tanulj! Alkalmazz! Alkoss! •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Közvetlen kapcsolás ↔ üzenetküldés.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Funkcióhoz kötött vezeték ↔ programozott kapcsolat.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Átkötés ↔ paraméterezés.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Fő elemek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31. hét • Tanulj! Alkalmazz! Alkoss! •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Busztáp/interfész.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Érzékelők és kezelőszervek.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Aktorok.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Kommunikációs közeg.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4456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45152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Konfiguráló eszköz.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Jelút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31. hét • Tanulj! Alkalmazz! Alkoss! •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Nyomógomb.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Buszüzenet.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Kapcsolóaktor.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230 V-os lámpacsoport.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Címzés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31. hét • Tanulj! Alkalmazz! Alkoss! •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Az eszközöket azonosítani kell.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funkciókat össze kell rendelni.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módszer rendszerenként eltér.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Topológia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31. hét • Tanulj! Alkalmazz! Alkoss! •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Vonal.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Csillag.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Vegyes kialakítás – ha a rendszer engedi.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Telegram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31. hét • Tanulj! Alkalmazz! Alkoss! •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Kommunikációs adatcsomag.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Parancsot vagy mérési értéket tartalmazhat.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címzett eszköz feldolgozza.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KNX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31. hét • Tanulj! Alkalmazz! Alkoss! •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Komplex épületautomatizálás.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Világítás, árnyékolás, HVAC.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következő héten részletesen.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DALI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31. hét • Tanulj! Alkalmazz! Alkoss! •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Digitális világításvezérlés.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Címezhető világítási eszközök.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Állapotinformáció is kezelhető.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Modbus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31. hét • Tanulj! Alkalmazz! Alkoss! •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Ipari és épületgépészeti kommunikáció.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Mérők, szabályozók, HVAC.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Felügyeleti rendszerekbe integrálható.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Buszrendszer előnye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31. hét • Tanulj! Alkalmazz! Alkoss! •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Rugalmas funkciók.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Kevesebb funkcióhoz kötött vezetékezés.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Állapotok és mérési adatok továbbíthatók.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Rendszerek integrálhatók.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Hibakeresés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31. hét • Tanulj! Alkalmazz! Alkoss! •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Busztáp.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Vezetékezés.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Címzés.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Paraméterezés.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4456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45152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Aktor és teljesítményoldal.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Villanyszerelői szemlélet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31. hét • Tanulj! Alkalmazz! Alkoss! •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klasszikus villanyszerelés továbbra is kell.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Ehhez társul a kommunikáció és konfigurálás.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hibát a jel útján követjük.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IAP-kihívás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31. hét • Tanulj! Alkalmazz! Alkoss! •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Aktor kézzel működik, buszról nem.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Busztáp, vezeték, címzés vagy paraméterezés?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Készíts ötlépéses hibakeresési tervet!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