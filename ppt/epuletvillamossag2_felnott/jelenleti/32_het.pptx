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32. hét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KNX rendszer felépítése</a:t>
            </a:r>
            <a:br/>
            <a:r>
              <a:t>és eszközei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 története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EIB, EHS és BatiBUS fejlődési vonala.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Közös, szabványosított épületautomatizálási rendszer.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Több gyártó eszközeinek együttműködése.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 a KNX?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Decentralizált épületautomatizálási rendszer.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eszközök buszon kommunikálnak.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funkciókat konfiguráció kapcsolja össze.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Busz- és teljesítményoldal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Busz: kommunikáció és busztáp.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230/400 V: energia a fogyasztónak.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aktor köti össze a két funkcionális oldalt.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 tápegység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buszvonal tápellátása.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Kommunikáció és táp együtt a TP vonalon.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Speciális KNX tápegység szükséges.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 eszközök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Nyomógombok és szenzorok.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Kapcsoló- és dimmeraktorok.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Redőny- és fűtési aktorok.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Interfészek és átjárók.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Fizikai cím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Egyedi eszközazonosítás.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Üzembe helyezés és diagnosztika.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készülék hálózati helyét jelöli.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Csoportcím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funkcionális kapcsolat alapja.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Nyomógomb és aktor összerendelése.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Példa: Tanterem világítás BE/KI.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Kommunikációs objektum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készülék funkcióinak kommunikációs pontja.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Csoportcímhez rendelhető.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Kapcsolás, dimmelés, redőnyvezérlés stb.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Projekt felépítése.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Eszközök paraméterezése.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Címzés és programletöltés.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Diagnosztika.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Világítás példa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Nyomógomb telegramot küld.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Csoportcím határozza meg a funkciót.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Kapcsolóaktor kapcsolja a 230 V-os lámpát.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Redőny példa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FEL/LE/STOP parancs.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Redőnyaktor kezeli a motorirányokat.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két irány egyszerre nem kapcsolható.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 + DALI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KNX: épületautomatizálási funkciók.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DALI: digitális világításvezérlés.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Átjáró köti össze a két rendszert.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Tipikus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Nincs busztáp.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Buszvezeték hiba.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Rossz címzés.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Hibás paraméterezés.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Teljesítményoldali hiba.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 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Táp → busz → eszköz → címzés.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Csoportcím → objektum → telegram.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Aktor → 230 V → fogyasztó.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32.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Aktor kézzel működik, nyomógombról nem.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Buszhiba vagy konfigurációs hiba?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Készíts diagnosztikai sorrendet!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