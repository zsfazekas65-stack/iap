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33. hét</a:t>
            </a:r>
          </a:p>
          <a:p>
            <a:pPr>
              <a:defRPr sz="3900" b="1">
                <a:solidFill>
                  <a:srgbClr val="FFFFFF"/>
                </a:solidFill>
              </a:defRPr>
            </a:pPr>
            <a:r>
              <a:t>DALI és DALI-2</a:t>
            </a:r>
            <a:br/>
            <a:r>
              <a:t>digitális világításvezérlés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Miért DALI?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világítás már nem csak BE/KI.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Fényerő, csoportok és jelenetek.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Digitális, kétirányú kommunikáció.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Mi a DALI?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Digital Addressable Lighting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Kétvezetékes digitális busz.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IEC 62386 szabványsorozat.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DALI busz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Adat és busztáp ugyanazon érpáron.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Polaritásfüggetlen bekötés.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Szabad topológia; tipikusan max. 300 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DALI-2 fő elemek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Control gear – például LED driver.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Application controller.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Input device – szenzor, nyomógomb.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Busztáp és gateway.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Címzés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64 control gear cím.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64 control device cím.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Egyedi készülékvezérlés.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Vezérlési módok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Egyedi cím.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Csoport.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Broadcast.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Csoportok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Control gear: 16 csoport.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 eszköz több csoport tagja lehet.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Szoftveresen átszervezhető világítási zónák.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Jelenetek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Control gearenként 16 jelenet.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Előre tárolt fényerőszintek.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Tanítás, Vetítés, Takarítás, Távozás.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Fényerő-szabályozás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Digitális parancs.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Pontos, ismételhető fényszint.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azonos a 0–10 V analóg vezérléssel.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Kétirányú kommunikáció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Parancs küldhető.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Állapot lekérdezhető.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Hibainformáció támogathatja a karbantartást.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DALI-2 érzékelők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Jelenlétérzékelő.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Fényérzékelő.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Nyomógomb és más input device.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Állandófény-szabályozás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Természetes fény mérése.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Lámpák automatikus szabályozása.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Komfort + energiahatékonyság.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KNX + DALI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KNX: épületszintű automatizálás.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DALI: részletes világításvezérlés.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Gateway kapcsolja össze őket.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230 V táp.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DALI busztáp és vezeték.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Cím, csoport, jelenet.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Driver és fényforrás.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33. hét • Tanulj! Alkalmazz! Alkoss! •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12 lámpából 4 kimarad a jelenetből.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Broadcast parancsra mind működik.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Címzés, csoport vagy jelenet?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