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34.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Üzembe helyezés</a:t>
            </a:r>
            <a:br/>
            <a:r>
              <a:t>és paraméterezés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Mit jelent az üzembe helyezés?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egyszerű bekapcsolás.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Biztonság + kommunikáció + konfiguráció.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terv szerinti működés igazolása.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helyes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Dokumentáció és szemrevételezés.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Biztonsági ellenőrzés és tápok.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 és paraméterezés.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Funkciópróba, mentés, átadás.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Szemrevételezés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Kapcsok és vezetők.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PE/N kialakítás.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 és teljesítményoldal.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Jelölések és eszközazonosítás.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Tápellátások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230/400 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24 V DC.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KNX/DALI és más busztápok.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kommunikációs hiba lehet tápellátási hiba.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Címzés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eszköz vagy funkció azonosítása.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KNX: fizikai cím és csoportcím.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DALI: címek és csoportok.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Paraméterezés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Késleltetés.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Fényküszöb.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Érzékenység.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Dimmelési sebesség.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 futási idő.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Funkciók hozzárendelése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 → logika → aktor.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 gomb több funkciót is indíthat.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elég, hogy az eszköz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Jelenetek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Tanítás.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Vetítés.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Takarítás.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Távozás.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Kézi működtetés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Gyorsan elkülöníti a hibaterületeket.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 kézzel működik, a teljesítményoldal valószínűleg jó.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Ezután kommunikáció és konfiguráció vizsgálható.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Funkciópróba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Világítási csoportok.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Redőnyök és időzítések.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Kézi felülbírálás.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Rossz cím.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Hibás csoport.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Rossz időzítés.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Téves motorirány.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Elavult konfiguráció.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Hibakeresési rétegek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Teljesítményoldal.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 és kommunikáció.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Eszköz és címzés.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Paraméterezés és logika.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Dokumentáció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Végleges eszközlista.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Címek és csoportok.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Paraméterek.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Aktuális projektfájl mentése.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Átadás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Funkciók bemutatása.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Kézi kezelés.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Dokumentáció átadása.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Biztonságos projektmentés.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34.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 eszközök elérhetők.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 broadcast működik.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Tanítás jelenet mégsem működik – hol a hiba?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