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3. hét • Nyomvonaltervezés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Jelenléti gyakorlat: tervezz, jelölj, mérj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1. Tervezés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Táppont, szerelvények, fő nyomvonal és leágazások.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2. Szerelési mód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környezethez és épületszerkezethez választjuk.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3. Kijelölés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Mérőszalag, vízmérték vagy lézeres szintező.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4. Ellenőrzés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terv legyen követhető, szerelhető és dokumentálható.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Szerelési módok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Nem ugyanaz kell nappaliba és műhelybe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Süllyesztett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Esztétikus, építési munkával jár.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Védőcsöves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Mechanikai védelem és jó szerelhetőség.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Kábelcsatornás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Gyors, hozzáférhető, bővíthető.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Falon kívüli kábeles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Egyszerű, megfelelő rögzítést igényel.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Kijelölési sorrend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A papírtól a gyakorlófalig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1–2.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Feladatrajz értelmezése; táppont és szerelvényhelyek.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3–4.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Szerelési mód; fő nyomvonal.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5–6.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Leágazások; vízszintes/függőleges ellenőrzés.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7–8.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Szakaszhosszak mérése; hosszkimutatás.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Mit ellenőrizz?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Társellenőrzés szakmai szempontokkal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Követhetőség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Nincs kusza, indokolatlan kerülő.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Hozzáférhetőség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Kötési és leágazási pontok kezelhetők.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Környezeti megfelelés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szerelési mód illik a helyiséghez.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9476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Anyagigény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A mért szakaszokból mennyiség számítható.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6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⚡ IAP heti kihívás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976D2"/>
                </a:solidFill>
                <a:latin typeface="DejaVu Sans"/>
              </a:defRPr>
            </a:pPr>
            <a:r>
              <a:t>5 x 4 m műhely • 1 kapcsoló • 1 lámpa • 4 dugalj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Gyakorlati feladat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Válassz szerelési módot, jelöld ki és mérd meg a nyomvonalat.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91640"/>
            <a:ext cx="53492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21A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61A30"/>
                </a:solidFill>
                <a:latin typeface="DejaVu Sans"/>
              </a:defRPr>
            </a:pPr>
            <a:r>
              <a:t>Védd meg a tervet</a:t>
            </a:r>
          </a:p>
          <a:p>
            <a:pPr>
              <a:defRPr sz="1200">
                <a:solidFill>
                  <a:srgbClr val="14243A"/>
                </a:solidFill>
                <a:latin typeface="DejaVu Sans"/>
              </a:defRPr>
            </a:pPr>
            <a:r>
              <a:t>Három szakmai érvvel indokold a választott megoldást.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