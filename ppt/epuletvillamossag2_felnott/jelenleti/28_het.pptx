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28. hét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Érzékelők az intelligens</a:t>
            </a:r>
            <a:br/>
            <a:r>
              <a:t>épületautomatikában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 az érzékelő?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Fizikai állapotot vagy mennyiséget figyel.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jelenséget villamos vagy digitális jellé alakítja.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Információt ad a vezérlőnek.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automatika „szeme és füle”.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Gyakori érzékelők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Mozgás- és jelenlétérzékelő.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Fényérzékelő.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Hőmérséklet- és páraérzékelő.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CO2-érzékelő.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Ajtó- és ablaknyitás-érzékelő.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Mozgás vagy jelenlét?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PIR: hősugárzás változását érzékeli.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Mozgásérzékelő nagyobb mozgásokra alkalmas.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Jelenlétérzékelő finomabb mozgásokat is felismer.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Tanteremben a jelenlétérzékelés előnyös lehet.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Fényérzékelő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megvilágítás szintjét figyeli.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LUX küszöbérték állítható.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Megakadályozhatja a felesleges nappali világítást.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Rossz elhelyezés téves működést okozhat.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Hőmérséklet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fűtés és hűtés alapjele.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Reprezentatív helyre kell szerelni.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Radiátor és napsütés közelében hibás értéket mérhet.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Légáram is befolyásolhatja.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Pára és CO2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Páraérzékelő: nedvességfüggő szellőzés.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CO2-érzékelő: levegőminőséghez kapcsolódó vezérlés.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Tanteremben igényvezérelt szellőzésre használható.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érzékelési értéket a vezérlő dolgozza fel.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Nyitásérzékelő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Gyakran mágnes + reed-kontaktus.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Ajtó vagy ablak állapotát jelzi.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Fűtésletiltáshoz is használható.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Riasztási és felügyeleti funkcióban is gyakori.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Jeltípusok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Kétállapotú jel: BE/KI, nyitva/zárva.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Analóg jel: például 0–10 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Buszos rendszerben digitális mérési adat.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 bemenetének kompatibilisnek kell lennie.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NO és 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NO: nyugalomban nyitott.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NC: nyugalomban zárt.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választás a funkciótól függ.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NC esetén vezetékszakadás is felismerhető lehet.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Elhelyezés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látóteret ne takarja akadály.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Fényérzékelőt ne zavarja közvetlen lámpafény.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Hőérzékelőt ne szerelj hőforrás mellé.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Kültéren megfelelő IP-védettség kell.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Kiválasztás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Mérendő mennyiség.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Mérési tartomány és pontosság.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Tápfeszültség és kimeneti jel.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Környezeti feltételek.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Vezérlővel való kompatibilitás.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Rossz elhelyezés.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Helytelen LUX vagy időbeállítás.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Hibás tápellátás.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NO/NC félreértelmezése.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Kommunikációs vagy vezetékezési hiba.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Érzékeli-e a fizikai eseményt?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Megvan-e a tápfeszültség?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Megjelenik-e a kimeneti jel?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Eljut-e a jel a vezérlőig?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 helyesen értelmezi-e?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Önellenőrzés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PIR működési alapja?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kell LUX-beállítás?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Mit jelent NO és NC?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fontos az érzékelő helye?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lehet a hibakeresés első lépése?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28.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3749039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300">
                <a:solidFill>
                  <a:srgbClr val="0B2D4D"/>
                </a:solidFill>
              </a:defRPr>
            </a:pPr>
            <a:r>
              <a:t>A tantermi világítás nappal is ég, és néha lekapcsol, miközben mindenki bent ül.</a:t>
            </a:r>
          </a:p>
          <a:p>
            <a:pPr>
              <a:spcBef>
                <a:spcPts val="1300"/>
              </a:spcBef>
              <a:defRPr sz="2000">
                <a:solidFill>
                  <a:srgbClr val="17212B"/>
                </a:solidFill>
              </a:defRPr>
            </a:pPr>
            <a:r>
              <a:t>Mely érzékelők vagy beállítások lehetnek hibásak?</a:t>
            </a:r>
          </a:p>
          <a:p>
            <a:pPr>
              <a:spcBef>
                <a:spcPts val="1300"/>
              </a:spcBef>
              <a:defRPr sz="2000">
                <a:solidFill>
                  <a:srgbClr val="17212B"/>
                </a:solidFill>
              </a:defRPr>
            </a:pPr>
            <a:r>
              <a:t>Mit vizsgálnál meg először?</a:t>
            </a:r>
          </a:p>
          <a:p>
            <a:pPr>
              <a:spcBef>
                <a:spcPts val="1300"/>
              </a:spcBef>
              <a:defRPr sz="2000">
                <a:solidFill>
                  <a:srgbClr val="17212B"/>
                </a:solidFill>
              </a:defRPr>
            </a:pPr>
            <a:r>
              <a:t>Készíts konkrét javítási tervet!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