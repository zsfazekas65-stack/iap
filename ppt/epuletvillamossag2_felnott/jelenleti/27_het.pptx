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27. hét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Intelligens épületautomatika</a:t>
            </a:r>
            <a:br/>
            <a:r>
              <a:t>bevezetése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Mitől intelligens?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Érzékeli a környezetet és a használatot.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Logikai feltételek alapján dönt.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Beavatkozik az épület működésébe.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Automatikus és kézi működés együtt is lehetséges.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Az alaplánc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Érzékelő: információt gyűjt.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Vezérlő: feldolgozza az információt.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Beavatkozó: végrehajtja a parancsot.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Épületfunkció: világítás, fűtés, árnyékolás stb.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94944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B2D4D"/>
                </a:solidFill>
              </a:defRPr>
            </a:pPr>
            <a:r>
              <a:t>ÉRZÉKELŐ → VEZÉRLŐ → BEAVATKOZÓ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Hagyományos vs. intelligens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Hagyományos kapcsoló közvetlenül kapcsolhatja a fogyasztót.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Intelligens nyomógomb gyakran csak információt küld.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 dönti el a végrehajtandó műveletet.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működés szoftveresen is módosítható.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Példa: folyosóvilágítás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Jelenlétérzékelő figyeli a mozgást.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Fényérzékelő méri a természetes fényt.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Jelenlét ÉS kevés fény → világítás 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Nincs jelenlét → késleltetett kikapcsolás.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Jelenetek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 parancs több funkciót állít 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„Tanítás” – megfelelő fény és komfort.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„Szünet” – csökkentett működés.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„Távozás” – világítás le, fűtés takarék, árnyékolás beállítva.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Automatizálható funkciók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Világítás.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Fűtés, hűtés, szellőzés.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Redőnyök és árnyékolók.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Beléptetés és kapu.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Energiafelügyelet és hibajelzés.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Központi vagy elosztott?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Központi: egy vezérlő sok funkciót kezel.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Elosztott: több intelligens eszköz együttműködik.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hiba hatását már tervezéskor vizsgálni kell.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Fontos a biztonságos alapállapot.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Vezetékes és rádiós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Új épületnél külön buszvezeték is kialakítható.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Felújításnál rádiós eszközök segíthetnek.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Rádiónál számít a hatótáv és a zavarás.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megbízhatóság és tápellátás mindig tervezési kérdés.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a buszrendszer?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eszközök közös kommunikációs hálózatot használnak.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nyomógomb üzenetet küld.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aktor kapcsolja a fogyasztót.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vezérlési információ és a teljesítménykapcsolás szétválik.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KNX – egy példa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Szabványos épületautomatizálási rendszer.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Érzékelők és aktorok kommunikálnak.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Közös buszon parancsok és állapotok továbbíthatók.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Most az alapelv a fontos, nem a programozás.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Energiahatékonyság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Csak szükség esetén működő világítás.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Használathoz igazodó fűtés/hűtés.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Automatikus árnyékolás.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megtakarítást a jó vezérlési logika adja.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Üzembiztonság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történik érzékelőhiba esetén?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történik kommunikációs hiba esetén?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Legyen átgondolt kézi felülbírálás.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kritikus funkcióknak biztonságos állapotba kell kerülniük.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villamos szerelő feladata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Teljesítmény- és vezérlőoldal elkülönítése.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Tápellátás és kommunikáció dokumentálása.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Pontos jelölés az elosztóban.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Gyártói előírások követése.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Klasszikus villamos hibakeresés továbbra is alap.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Önellenőrzés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az érzékelő feladata?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vezérlő feladata?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beavatkozó?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jelent a jelenet?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buszrendszer lényege?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27.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749039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D4D"/>
                </a:solidFill>
              </a:defRPr>
            </a:pPr>
            <a:r>
              <a:t>Tervezz intelligens tantermet!</a:t>
            </a:r>
          </a:p>
          <a:p>
            <a:pPr>
              <a:spcBef>
                <a:spcPts val="1100"/>
              </a:spcBef>
              <a:defRPr sz="1900">
                <a:solidFill>
                  <a:srgbClr val="17212B"/>
                </a:solidFill>
              </a:defRPr>
            </a:pPr>
            <a:r>
              <a:t>Jelenlétérzékelő + fényérzékelő + két világítási kör.</a:t>
            </a:r>
          </a:p>
          <a:p>
            <a:pPr>
              <a:spcBef>
                <a:spcPts val="1100"/>
              </a:spcBef>
              <a:defRPr sz="1900">
                <a:solidFill>
                  <a:srgbClr val="17212B"/>
                </a:solidFill>
              </a:defRPr>
            </a:pPr>
            <a:r>
              <a:t>Motoros árnyékoló + fűtési szelep.</a:t>
            </a:r>
          </a:p>
          <a:p>
            <a:pPr>
              <a:spcBef>
                <a:spcPts val="1100"/>
              </a:spcBef>
              <a:defRPr sz="1900">
                <a:solidFill>
                  <a:srgbClr val="17212B"/>
                </a:solidFill>
              </a:defRPr>
            </a:pPr>
            <a:r>
              <a:t>Készíts „Tanítás”, „Szünet” és „Távozás” működési logikát!</a:t>
            </a:r>
          </a:p>
          <a:p>
            <a:pPr>
              <a:spcBef>
                <a:spcPts val="1100"/>
              </a:spcBef>
              <a:defRPr sz="1900">
                <a:solidFill>
                  <a:srgbClr val="17212B"/>
                </a:solidFill>
              </a:defRPr>
            </a:pPr>
            <a:r>
              <a:t>Írd le: érzékelő → döntés → beavatkozó.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