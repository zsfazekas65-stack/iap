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6. hét – Dobozok szakszerű beépítése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Jelenléti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Szerelvénydoboz • kötődoboz • üreges fal • falon kívüli kivitel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Kijelölés → beépítés → ellenőrzés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A doboz feladata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Stabil szerelvényfogadás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Kötések védett és hozzáférhető elhelyezése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Rendezett vezetékbevezetés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Javíthatóság és cserélhetőség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Esztétikus kész szerelés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Kiválasztás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Falazat vagy üreges fal?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Süllyesztett vagy falon kívüli?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Mennyi vezeték érkezik?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Mekkora kötési/szerelési tér kell?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Milyen környezeti hatás várható?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Kijelölés – kétszer mérj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Középpont és magasság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Tengelyek és távolságok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Vízmérték használata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Nyomvonalhoz igazítás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Ellenőrzés a fúrás/vágás előtt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Tanári bemutató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Fogadóhely kialakítása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Bevezetési pontok előkészítése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Doboz behelyezése és rögzítése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Falsík és vízszint ellenőrzése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Próbaillesztés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Műhelyfeladat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2 szerelvénydoboz + 1 kötődoboz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Korábbi nyomvonalhoz illesztve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Feszültségmentes oktatási munkadarab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Ellenőrzőlista kitöltése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Fotós dokumentáció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Ferde vagy rossz magasságú doboz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Túl mély / kiálló perem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Túl nagy kivágás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Bizonytalan rögzítés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Hibás vagy sérülést okozó bevezetés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Három egymás melletti dugaljdobozból a középső 4 mm-rel magasabbra került.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Döntsd el: elfogadható, javítható vagy újra kell építeni?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Indokold a szerelvénykeret, esztétika és stabilitás alapján.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06. hét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