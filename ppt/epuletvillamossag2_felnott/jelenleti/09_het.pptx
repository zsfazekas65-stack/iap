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9. hét – Világítási alapkapcsolások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976D2"/>
                </a:solidFill>
              </a:defRPr>
            </a:pPr>
            <a:r>
              <a:t>Épületvillamosság 2 • Felnőtt oktatás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Jelenléti oktatás • 5 óra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Rajzértelmezés • szerelés • ellenőrzés • hibakeresés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Jelenléti oktatás • 09.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Egyáramkörös kapcsolás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1 kapcsoló • 1 világítótest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A kapcsoló a fázisvezetőt szakítja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Kapcsolt fázis a fogyasztó felé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N és PE funkciójának megőrzése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Jelenléti oktatás • 09.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Szerelési munkasorrend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Rajz értelmezése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Vezetők előkészítése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Kötések és bekötés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Rendezés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873752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Ellenőrzés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Jelenléti oktatás • 09.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Kapcsoló és világítótest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Kapocsjelölések azonosítása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Mechanikailag stabil kötések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Megfelelő vezetőhossz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Nincs kilógó csupasz rész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Jelenléti oktatás • 09.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Ellenőrzés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Szemrevételezés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Húzópróba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Vezetőfunkciók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Folytonossági logika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873752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PE folytonosság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Jelenléti oktatás • 09.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Tipikus hibák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N megszakítása L helyett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Laza kötés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Felcserélt vezetők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Hiányzó 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873752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Rajztól eltérő vezetékezés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Jelenléti oktatás • 09.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Hibakeresés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Ne találomra bonts!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Indulj a rajzból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Haladj pontonként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Azonosítsd a várt kapcsolatot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873752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Dokumentáld a javítást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Jelenléti oktatás • 09.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⚡ IAP heti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976D2"/>
                </a:solidFill>
              </a:defRPr>
            </a:pPr>
            <a:r>
              <a:t>A cél: minél kevesebb felesleges bontással megtalálni a hibát.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A lámpa folyamatosan világít.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A kapcsoló állása nem számít.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Adj 3 lehetséges bekötési hibát.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</a:defRPr>
            </a:pPr>
            <a:r>
              <a:t>Készíts célszerű hibakeresési sorrendet.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Jelenléti oktatás • 09.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