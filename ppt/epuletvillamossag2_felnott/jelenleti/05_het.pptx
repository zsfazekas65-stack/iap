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5. hét – Vezetékek és szerelési rendszerek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Jelenléti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Választás → előkészítés → szerelés → ellenőrzés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 cél: indokolt és szerelhető megoldás.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Mit vizsgálunk választás előtt?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Áramkör rendeltetése és terhelése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Túláramvédelem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Szerelési mód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Környezeti és mechanikai hatások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Feszültségesés és hibavédelmi feltételek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Védőcső – műhelyszempontok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Megfelelő méret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Behúzhatóság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Hajlítás és irányváltás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Rögzítés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Sérülésmentes, sorjamentes kialakítás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Kábelcsatorna – műhelyszempontok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Méret és tartalék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Egyenes nyomvonal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Pontos vágás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Irányváltó elemek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Fedél biztonságos zárása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Tanári bemutató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Kimérés és jelölés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Darabolás és sorjamentesítés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Rögzítés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Vezeték behúzása/elhelyezése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Minőségellenőrzés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Páros műhelyfeladat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2–3 m-es próbaszakasz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Kapcsoló + lámpakiállás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Anyaglista készítése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Szerelés feszültségmentesen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Terv és kész munka összevetése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Ellenőrzési pontok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Nyomvonal rendezettsége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Rögzítés stabilitása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Sérülésmentesség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72160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Behúzhatóság és hozzáférhetőség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43984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55371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Dokumentáció egyezősége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15568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25295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Ugyanarra a 3 m-es nyomvonalra két megoldás készül: védőcső és kábelcsatorna.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47672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Hasonlítsd össze szerelési idő, módosíthatóság, mechanikai védelem és anyagigény szerint.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744200" cy="713232"/>
          </a:xfrm>
          <a:prstGeom prst="roundRect">
            <a:avLst/>
          </a:prstGeom>
          <a:solidFill>
            <a:srgbClr val="EEF6FC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4243A"/>
                </a:solidFill>
                <a:latin typeface="DejaVu Sans"/>
              </a:defRPr>
            </a:pPr>
            <a:r>
              <a:t>Válaszd ki a műhelyhez jobb megoldást, és védd meg 3 szakmai érvvel.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282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jelenléti • 05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