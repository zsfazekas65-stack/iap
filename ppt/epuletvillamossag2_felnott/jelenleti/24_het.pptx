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7DC4F0"/>
                </a:solidFill>
              </a:defRPr>
            </a:pPr>
            <a:r>
              <a:t>24. hét</a:t>
            </a:r>
          </a:p>
          <a:p>
            <a:pPr>
              <a:defRPr sz="4200" b="1">
                <a:solidFill>
                  <a:srgbClr val="FFFFFF"/>
                </a:solidFill>
              </a:defRPr>
            </a:pPr>
            <a:r>
              <a:t>Motoros fogyasztók</a:t>
            </a:r>
            <a:br/>
            <a:r>
              <a:t>vezérlése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FFFFFF"/>
                </a:solidFill>
              </a:defRPr>
            </a:pPr>
            <a:r>
              <a:t>Épületvillamosság 2 – Felnőtt – Jelenléti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Motorok az épületben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24. hét   •   Tanulj! Alkalmazz! Alkoss!   • 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5506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Szivattyúk és keringtetők.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1343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Szellőző- és elszívóventilátorok.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238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Kapumozgatók és árnyékolók.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3133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Kompresszorok és gépészeti segédberendezések.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90288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90872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Automatikusan vezérelt épületgépészeti hajtások.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Miért különleges a motor?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24. hét   •   Tanulj! Alkalmazz! Alkoss!   • 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5506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Indításkor az üzemi áram többszöröse jelentkezhet.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1343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Mechanikai túlterhelés miatt túlmelegedhet.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238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Háromfázisú motornál a fáziskiesés is veszélyes.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3133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forgó géprész mechanikai veszélyforrás.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90288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90872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váratlan újraindulást sok esetben meg kell akadályozni.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Főáramkör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24. hét   •   Tanulj! Alkalmazz! Alkoss!   • 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5506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hálózat energiát biztosít a motornak.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1343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zárlat- és motorvédelem a motor előtt helyezkedik 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238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kontaktor főérintkezői kapcsolják a motor áramát.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3133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vezetékeket és készülékeket a motor terheléséhez kell méretezni.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Vezérlőáramkör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24. hét   •   Tanulj! Alkalmazz! Alkoss!   • 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5506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kezelő vagy automatika nem közvetlenül a motor áramát kapcsolja.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1343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STOP és START a kontaktor tekercskörét vezérli.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238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védelmi segédérintkező is a tekercskörbe kerülhet.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3133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Érzékelő, termosztát vagy PLC is adhat vezérlőjelet.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START – STOP – öntartás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24. hét   •   Tanulj! Alkalmazz! Alkoss!   •  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5506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STOP: rendszerint bontó érintkező.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1343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START: rendszerint záró érintkező.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238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START után a kontaktor NO segédérintkezője fenntartja a tekercs áramát.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3133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STOP megszakítja a vezérlőkört, a kontaktor elejt és a motor leáll.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Áramszünet után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24. hét   •   Tanulj! Alkalmazz! Alkoss!   •  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5506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tekercsfeszültség megszűnésekor a kontaktor elejt.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1343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Az öntartó érintkező visszanyit.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238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feszültség visszatérése önmagában nem hozza létre újra az öntartást.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3133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Új START parancs szükséges.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440680"/>
            <a:ext cx="10515600" cy="694944"/>
          </a:xfrm>
          <a:prstGeom prst="roundRect">
            <a:avLst/>
          </a:prstGeom>
          <a:solidFill>
            <a:srgbClr val="EAF3FA"/>
          </a:solidFill>
          <a:ln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577840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B2D4D"/>
                </a:solidFill>
              </a:defRPr>
            </a:pPr>
            <a:r>
              <a:t>Ez sok gépnél fontos védelem a váratlan újraindulással szemben.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Motorvédelem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24. hét   •   Tanulj! Alkalmazz! Alkoss!   •  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5506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zárlatvédelem a nagy zárlati áram gyors megszakítására szolgál.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1343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túlterhelés-védelem a tartós túláram miatti túlmelegedés ellen véd.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238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motorvédő kapcsolót a motor névleges adataihoz kell igazítani.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3133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védelem leoldásának okát mindig meg kell keresni.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A motorvédelem és a kontaktor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24. hét   •   Tanulj! Alkalmazz! Alkoss!   •  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5506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túlterhelés-védelem bontó segédérintkezője a tekercskörbe köthető.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1343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Leoldáskor megszakad a kontaktor vezérlése.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238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kontaktor elejt.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3133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főérintkezők leválasztják a motort a hálózatról.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Forgásirány megfordítása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24. hét   •   Tanulj! Alkalmazz! Alkoss!   • 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5506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Háromfázisú aszinkron motornál két fázis felcserélése megfordítja a forgásirányt.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1343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Automatikus irányváltásnál két kontaktort használunk.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238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Az egyik a normál, a másik a felcserélt fázissorrendet kapcsolja.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3133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két kontaktor egyidejű bekapcsolása tilos.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Reteszelés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24. hét   •   Tanulj! Alkalmazz! Alkoss!   •  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5506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Az egyik kontaktor NC segédérintkezője sorba kerül a másik tekercsével.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1343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Ha az egyik kontaktor behúzott, a másik tekercsköre megszakad.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238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Gyakran mechanikus reteszelést is alkalmaznak.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3133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reteszelés veszélyes kapcsolási állapotot akadályoz meg.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Automatikus motorvezérlés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24. hét   •   Tanulj! Alkalmazz! Alkoss!   •  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5506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Úszókapcsoló vezérelhet szivattyút.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1343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Termosztát indíthat ventilátort vagy keringtetőt.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238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Nyomáskapcsoló vezérelhet nyomásfokozó szivattyút.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3133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Időkapcsoló vagy épületautomatika időprogram alapján működtethet motort.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90288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90872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PLC összetettebb logikát valósíthat meg.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Hibakeresés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24. hét   •   Tanulj! Alkalmazz! Alkoss!   •  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5506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Nem indul: ellenőrizd a tápot, vezérlőkört, kontaktort és motorvédelmet.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1343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Kontaktor behúz, motor áll: vizsgáld a főáramkört és a motort.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238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START után elejt: vizsgáld az öntartást.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3133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Védelem ismét leold: keresd a túlterhelés vagy fázishiba okát.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Biztonság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24. hét   •   Tanulj! Alkalmazz! Alkoss!   •  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5506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villamos veszély mellett mozgó géprészekkel is számolni kell.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1343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váratlan újraindulást meg kell akadályozni.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238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Szerelés előtt megfelelő feszültségmentesítés szükséges.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3133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védelmi készüléket nem szabad a hiba okának feltárása nélkül ismételten visszakapcsolni.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Ellenőrző kérdések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24. hét   •   Tanulj! Alkalmazz! Alkoss!   •  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5506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Miért nagyobb a motor indítási árama?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1343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Mi a fő- és vezérlőáramkör feladata?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238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Miért hasznos az öntartás áramszünet után?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3133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Hogyan avatkozik be a motorvédelem?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90288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90872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Miért kell reteszelés irányváltásnál?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IAP-kihívás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24. hét   •   Tanulj! Alkalmazz! Alkoss!   •  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698480" cy="3566160"/>
          </a:xfrm>
          <a:prstGeom prst="roundRect">
            <a:avLst/>
          </a:prstGeom>
          <a:solidFill>
            <a:srgbClr val="FFF4D6"/>
          </a:solidFill>
          <a:ln>
            <a:solidFill>
              <a:srgbClr val="E1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100584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B2D4D"/>
                </a:solidFill>
              </a:defRPr>
            </a:pPr>
            <a:r>
              <a:t>Egy pincében lévő szivattyút úszókapcsoló vezérel.</a:t>
            </a:r>
          </a:p>
          <a:p>
            <a:pPr>
              <a:spcBef>
                <a:spcPts val="1200"/>
              </a:spcBef>
              <a:defRPr sz="2000">
                <a:solidFill>
                  <a:srgbClr val="17212B"/>
                </a:solidFill>
              </a:defRPr>
            </a:pPr>
            <a:r>
              <a:t>A háromfázisú motort kontaktor kapcsolja, és túlterhelés-védelem is van.</a:t>
            </a:r>
          </a:p>
          <a:p>
            <a:pPr>
              <a:spcBef>
                <a:spcPts val="1200"/>
              </a:spcBef>
              <a:defRPr sz="2000">
                <a:solidFill>
                  <a:srgbClr val="17212B"/>
                </a:solidFill>
              </a:defRPr>
            </a:pPr>
            <a:r>
              <a:t>Kövesd végig: vízszint → úszókapcsoló → kontaktor → motor.</a:t>
            </a:r>
          </a:p>
          <a:p>
            <a:pPr>
              <a:spcBef>
                <a:spcPts val="1200"/>
              </a:spcBef>
              <a:defRPr sz="2000">
                <a:solidFill>
                  <a:srgbClr val="17212B"/>
                </a:solidFill>
              </a:defRPr>
            </a:pPr>
            <a:r>
              <a:t>Hol és hogyan avatkozik be a motorvédelem, ha a szivattyú megszorul?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