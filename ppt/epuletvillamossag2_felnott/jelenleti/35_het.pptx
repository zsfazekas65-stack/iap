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D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058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7DC4F0"/>
                </a:solidFill>
              </a:defRPr>
            </a:pPr>
            <a:r>
              <a:t>35. hét</a:t>
            </a:r>
          </a:p>
          <a:p>
            <a:pPr>
              <a:defRPr sz="3900" b="1">
                <a:solidFill>
                  <a:srgbClr val="FFFFFF"/>
                </a:solidFill>
              </a:defRPr>
            </a:pPr>
            <a:r>
              <a:t>Hibakeresés</a:t>
            </a:r>
            <a:br/>
            <a:r>
              <a:t>épületautomatizálásban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A hibakeresés alapja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 találgass – határold be a réteget.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Reprodukálható hibajelenség.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Mérés és diagnosztika.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Öt hibakeresési réteg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Teljesítményoldal.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Segéd- és busztáp.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Fizikai kommunikáció.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Logikai kommunikáció.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Paraméterezés.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Kézi aktorpróba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Gyors választóteszt.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Kézzel működik → teljesítményoldal nagy része jó.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működik → először villamos oldal.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Teljesítményoldali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Védelem.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Fázis/nulla.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Kontaktor/aktor.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Vezeték.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4544568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645152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Fogyasztó.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Busz és vezérlőtáp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230 V megléte nem elég.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24 V és busztáp külön vizsgálandó.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Tápellátási hiba kommunikációs hibának látszhat.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KNX 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Busztáp.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Eszköz elérhetősége.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Fizikai cím és csoportcím.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Telegramforgalom.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DALI hibakeresés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Broadcast teszt.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Egyedi cím.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Csoporttagság.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Jelenetérték.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Gateway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Mindkét oldal külön működhet.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leképezés lehet hibás.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Kommunikáció és paraméterezés ellenőrzése.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Érzékelők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Nem mindig készülékhiba.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Érzékenység.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LUX-küszöb.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Kikapcsolási idő és látótér.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Időszakos hibák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Terhelés és hőmérséklet.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Laza kötés.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EMC zavar.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Események dokumentálása.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Mérj, ne feltételezz!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'biztosan jó' nem mérési eredmény.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Vizsgáld az energia és információ útját.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Mindig biztonságosan mérj.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Felezési módszer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Köztes mérési pont.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Hiba előtte vagy utána?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Gyors hibaterület-csökkentés.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Hibanapló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Hibajelenség.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Mért értékek.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Próbák és következtetések.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Javítás és visszaellenőrzés.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Visszaellenőrzés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Az eredeti hiba megszűnt?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Kapcsolódó funkciók működnek?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Dokumentáció frissítve?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B2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09728"/>
            <a:ext cx="7315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800">
                <a:solidFill>
                  <a:srgbClr val="FFFFFF"/>
                </a:solidFill>
              </a:defRPr>
            </a:pPr>
            <a:r>
              <a:t>IAP – Integrált Automatika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700">
                <a:solidFill>
                  <a:srgbClr val="0B2D4D"/>
                </a:solidFill>
              </a:defRPr>
            </a:pPr>
            <a:r>
              <a:t>IAP-kihívás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9728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0B2D4D"/>
                </a:solidFill>
              </a:defRPr>
            </a:pPr>
            <a:r>
              <a:t>Épületvillamosság 2 – Felnőtt – Jelenléti | 35. hét • Tanulj! Alkalmazz! Alkoss! •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09344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Kézi aktorpróba jó.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267712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68296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KNX telegram látható.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026664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127248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DALI broadcast jó.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785615"/>
            <a:ext cx="1078992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CD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886200"/>
            <a:ext cx="100584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17212B"/>
                </a:solidFill>
              </a:defRPr>
            </a:pPr>
            <a:r>
              <a:t>• A Vetítés jelenet 4 lámpán hibás – hol keresel?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