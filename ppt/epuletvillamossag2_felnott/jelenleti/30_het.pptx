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5156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7DC4F0"/>
                </a:solidFill>
              </a:defRPr>
            </a:pPr>
            <a:r>
              <a:t>30. hét</a:t>
            </a:r>
          </a:p>
          <a:p>
            <a:pPr>
              <a:defRPr sz="3700" b="1">
                <a:solidFill>
                  <a:srgbClr val="FFFFFF"/>
                </a:solidFill>
              </a:defRPr>
            </a:pPr>
            <a:r>
              <a:t>Erősáramú és gyengeáramú</a:t>
            </a:r>
            <a:br/>
            <a:r>
              <a:t>rendszerek együttműködése</a:t>
            </a:r>
          </a:p>
          <a:p>
            <a:pPr>
              <a:spcBef>
                <a:spcPts val="1800"/>
              </a:spcBef>
              <a:defRPr sz="2000">
                <a:solidFill>
                  <a:srgbClr val="FFFFFF"/>
                </a:solidFill>
              </a:defRPr>
            </a:pPr>
            <a:r>
              <a:t>Érzékelő → vezérlő → aktor → teljesítményoldal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Honnan indultunk?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30. hét • Tanulj! Alkalmazz! Alkoss! •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Régen a kapcsoló közvetlenül kapcsolta a fogyasztót.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automatizálás szétválasztotta a döntést és a teljesítménykapcsolást.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Ma az információ és az energia külön úton haladhat.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Teljesítményoldal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30. hét • Tanulj! Alkalmazz! Alkoss! •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230/400 V-os fogyasztói áramkörök.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Világítás, motor, fűtés, dugaszolóaljzat.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Védelem, méretezés és kapcsolókészülékek.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Jel- és vezérlőoldal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30. hét • Tanulj! Alkalmazz! Alkoss! •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Érzékelők és vezérlőjelek.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Gyakran 24 V DC.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Potenciálmentes kontaktus, 0–10 V, buszkommunikáció.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A két oldal találkozása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30. hét • Tanulj! Alkalmazz! Alkoss! •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Érzékelő információt 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vezérlő dönt.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aktor/relé végrehajt.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kontaktor nagyobb terhelést kapcsolhat.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Folyosóvilágítás példa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30. hét • Tanulj! Alkalmazz! Alkoss! •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Jelenlét érzékelése.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Fényérték ellenőrzése.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Vezérlőlogika dönt.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Aktor vagy kontaktor kapcsolja a 230 V-os lámpákat.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Miért kell köztes kapcsolóelem?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30. hét • Tanulj! Alkalmazz! Alkoss! •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vezérlőkimenet terhelhetősége korlátozott.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fogyasztó bekapcsolási árama nagy lehet.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Relé vagy kontaktor választja szét a funkciókat.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24 V-os vezérlőkör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30. hét • Tanulj! Alkalmazz! Alkoss! •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Tápegység: 230 V AC → 24 V DC.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Érzékelő → vezérlőbemenet.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Vezérlőkimenet → aktor/kontaktor.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fogyasztó külön teljesítményáramkörön működik.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EMC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30. hét • Tanulj! Alkalmazz! Alkoss! •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Elektromágneses összeférhetőség.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Motorok és kapcsolóüzemű eszközök zavarforrások lehetnek.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jelvezetékek zavarérzékenyek lehetnek.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Kábelvezetés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30. hét • Tanulj! Alkalmazz! Alkoss! •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Nem minden jel- és teljesítményvezeték vezethető tetszőlegesen együtt.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Kerülni kell a szükségtelen hosszú párhuzamos nyomvonalat.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rendszer és a gyártó előírásai az irányadók.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Árnyékolás és földelés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30. hét • Tanulj! Alkalmazz! Alkoss! •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árnyékolás önmagában nem varázsszer.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helyes bekötés rendszerfüggő.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Potenciálkiegyenlítés és dokumentáció fontos.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Biztonság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30. hét • Tanulj! Alkalmazz! Alkoss! •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230/400 V-on feszültségmentesítés szükséges.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kapcsokat és feszültségszinteket azonosítani kell.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automatika nem helyettesíti a villamos védelmet.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Tipikus hiba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30. hét • Tanulj! Alkalmazz! Alkoss! •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érzékelő jelez.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PLC bemenet változik.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PLC kimenet aktív.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lámpa mégsem világít – hol a hiba?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IAP hibakeresési lánc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30. hét • Tanulj! Alkalmazz! Alkoss! •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1. érzékelő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2. vezérlő bemenet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3. logika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4. kimenet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4456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5. aktor/kontaktor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30352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0410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6. teljesítményoldal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Összefoglalás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30. hét • Tanulj! Alkalmazz! Alkoss! •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jeloldal információt továbbít.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vezérlő döntést hoz.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aktor végrehajt.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teljesítményoldal energiát ad a fogyasztónak.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IAP-kihívás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30. hét • Tanulj! Alkalmazz! Alkoss! •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PLC kimenet aktív, de a folyosóvilágítás sötét.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Jelöld ki a mérési pontokat a PLC-től a lámpákig.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149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Minden mérésnél mondd meg, milyen következtetést vonsz le!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