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– Integrált Automatika Program  •  Tanulj! Alkalmazz! Alkoss!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16. hét – Áram-védőkapcsolók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769AA"/>
                </a:solidFill>
              </a:defRPr>
            </a:pPr>
            <a:r>
              <a:t>Épületvillamosság 2 • Felnőtt • Jelenléti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RCD és RCBO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Különbözeti áram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AC – A – F – B típusok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212080"/>
            <a:ext cx="10332720" cy="73152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B2D4D"/>
                </a:solidFill>
              </a:defRPr>
            </a:pPr>
            <a:r>
              <a:t>Az RCD nem ugyanazt a hibát figyeli, mint a kismegszakító.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– Integrált Automatika Program  •  Tanulj! Alkalmazz! Alkoss!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Mi történik normál üzemben?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 fázison kifolyó áram visszatér a nullavezetőn.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I_L = I_N → a különbség közel nulla.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Az összegző áramváltó egyensúlyt érzékel.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12080"/>
            <a:ext cx="10332720" cy="73152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B2D4D"/>
                </a:solidFill>
              </a:defRPr>
            </a:pPr>
            <a:r>
              <a:t>Ami kimegy, annak vissza is kell térnie az aktív vezetőkön.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– Integrált Automatika Program  •  Tanulj! Alkalmazz! Alkoss!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Mi történik hiba esetén?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Az áram egy része más úton tér vissza.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Példa: 5,00 A kifolyik, 4,97 A tér vissza.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Különbség: 0,03 A = 30 mA.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 megfelelő RCD ezt a különbözeti áramot érzékeli.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12080"/>
            <a:ext cx="10332720" cy="73152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B2D4D"/>
                </a:solidFill>
              </a:defRPr>
            </a:pPr>
            <a:r>
              <a:t>IΔ = |I_L − I_N|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– Integrált Automatika Program  •  Tanulj! Alkalmazz! Alkoss!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Mit jelent: 40 A / 30 mA?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40 A = a készülék névleges árama (In).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30 mA = névleges különbözeti kioldóáram (IΔn).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 két adat teljesen más tulajdonságot jelent.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12080"/>
            <a:ext cx="10332720" cy="73152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B2D4D"/>
                </a:solidFill>
              </a:defRPr>
            </a:pPr>
            <a:r>
              <a:t>A 30 mA nem a terhelőáram!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– Integrált Automatika Program  •  Tanulj! Alkalmazz! Alkoss!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RCD és RCBO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RCD/RCCB: különbözetiáram-védelem.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RCBO: különbözetiáram-védelem + túláramvédelem.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Az RCD önmagában nem helyettesíti a kismegszakítót.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12080"/>
            <a:ext cx="10332720" cy="73152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B2D4D"/>
                </a:solidFill>
              </a:defRPr>
            </a:pPr>
            <a:r>
              <a:t>RCBO = két védelmi funkció egy készülékben.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– Integrált Automatika Program  •  Tanulj! Alkalmazz! Alkoss!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AC típus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Szinuszos váltakozó különbözeti áram érzékelésére.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Modern elektronikus fogyasztóknál sok esetben nem megfelelő választás.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 konkrét alkalmazási követelményt ellenőrizni kell.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– Integrált Automatika Program  •  Tanulj! Alkalmazz! Alkoss!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A típus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Szinuszos AC mellett pulzáló egyenáramú összetevőre is alkalmas.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Sok modern háztartási elektronikus fogyasztónál alkalmazott megoldás.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Mindig ellenőrizd a fogyasztó gyártói előírását.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– Integrált Automatika Program  •  Tanulj! Alkalmazz! Alkoss!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F és B típus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F: egyes frekvenciás/összetettebb hibaáramokra is alkalmas.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B: sima egyenáramú komponenseket is kezelő szélesebb érzékelési képesség.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Hajtások, inverterek, PV/EV alkalmazások esetén különösen fontos a helyes típusválasztás.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12080"/>
            <a:ext cx="10332720" cy="73152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B2D4D"/>
                </a:solidFill>
              </a:defRPr>
            </a:pPr>
            <a:r>
              <a:t>Nem a „jobb” betűt keressük – az alkalmazáshoz megfelelőt.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– Integrált Automatika Program  •  Tanulj! Alkalmazz! Alkoss!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A TEST gomb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Mesterséges különbözeti áramot hoz létre a készülékben.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 mechanikus/kioldó működés egyszerű ellenőrzésére szolgál.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 gyártó által előírt időközönként kell használni.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Nem helyettesíti a műszeres felülvizsgálatot.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– Integrált Automatika Program  •  Tanulj! Alkalmazz! Alkoss!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A nullavezető kritikus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Az RCD által védett aktív vezetőknek a készüléken keresztül kell haladniuk.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Külön RCD-k utáni nullavezetőket nem szabad összekeverni.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Az RCD utáni N–PE kapcsolat hibás működést okozhat.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12080"/>
            <a:ext cx="10332720" cy="73152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B2D4D"/>
                </a:solidFill>
              </a:defRPr>
            </a:pPr>
            <a:r>
              <a:t>Sok „rejtélyes” RCD-leoldás oka bekötési vagy N-vezető hiba.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– Integrált Automatika Program  •  Tanulj! Alkalmazz! Alkoss!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Mit vizsgálunk kiválasztáskor?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IΔn és névleges áram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AC/A/F/B típus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Pólusszám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Terhelés és üzemi szivárgó áram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Túláramvédelemmel való összehangolás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Gyártói és létesítési követelmények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– Integrált Automatika Program  •  Tanulj! Alkalmazz! Alkoss!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IAP-kihívás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40 A / 30 mA, A típusú RCD több áramkört véd.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Egy új elektronikus fogyasztó után időnként leold.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Készülékhiba? Bekötési hiba? Szivárgó áram? Fogyasztóhiba?</a:t>
            </a:r>
          </a:p>
          <a:p>
            <a:pPr>
              <a:spcAft>
                <a:spcPts val="1200"/>
              </a:spcAft>
              <a:defRPr sz="2000">
                <a:solidFill>
                  <a:srgbClr val="173042"/>
                </a:solidFill>
              </a:defRPr>
            </a:pPr>
            <a:r>
              <a:t>• Állíts össze legalább öt lépésből álló hibakeresési tervet.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12080"/>
            <a:ext cx="10332720" cy="731520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0B2D4D"/>
                </a:solidFill>
              </a:defRPr>
            </a:pPr>
            <a:r>
              <a:t>A jó villanyszerelő nem találgat – mér, ellenőriz és következtet.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