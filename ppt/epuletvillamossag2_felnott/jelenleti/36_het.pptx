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0584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36.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Komplex összefoglalás</a:t>
            </a:r>
            <a:br/>
            <a:r>
              <a:t>és vizsgafelkészítés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Az éves szakmai lánc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Felmérés → tervezés → szerelés.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Védelem → vezérlés → kommunikáció.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Üzembe helyezés → hibakeresés → dokumentálás.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Hagyományos világítás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Egypólusú kapcsolás.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Váltó- és keresztkapcsolás.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alapok az automatika alatt is megmaradnak.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Relék és kontaktorok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Impulzusrelé és időrelé.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Vezérlő- és főáramkör.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Motoros fogyasztók és motorvédelem.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Elosztó és 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Kismegszakító.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RCD / RCBO.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SPD.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Áttekinthető jelölés.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Érzékelők és aktorok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 = információ.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= végrehajtás.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Elhelyezés és paraméterezés is számít.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Buszrendszerek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Közös kommunikációs hálózat.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 és konfiguráció.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funkció nem csak vezetékezés kérdése.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Decentralizált rendszer.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Fizikai cím + csoportcím.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Kommunikációs objektumok és 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Digitális világításvezérlés.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Egyedi, csoportos, broadcast.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Jelenetek és fényerő-szabályozás.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+ 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 kezelő.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KNX–DALI gateway.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 LED driverek.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Komplex tantermi jelenetek.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Üzembe helyezés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Biztonság.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 és kommunikáció.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Címzés, paraméterezés.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Funkciópróba és mentés.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Energiaút és információút külön.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Kézi aktorpróba.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Buszdiagnosztika.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Mérés → kizárás → behatárolás.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Komplex 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Két világítási zóna.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 + fényérzékelés.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Motoros árnyékolás.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Tanítás / Vetítés / Takarítás / Távozás.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Vizsgán így gondolkodj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Működési elv.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Fő készülékek.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Energia- és jelút.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Védelem.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Tipikus hiba és diagnosztika.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 szemlélet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Tanulj – értsd a működést.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Alkalmazz – építsd meg és állítsd 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Alkoss – tervezz működő rendszert.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 záró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36.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árnyékoló működik.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 broadcast működik.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Vetítés jelenet 4 lámpán hibás.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Bizonyítsd, hol szakad meg a funkciólánc!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