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2. hét • Anyag- és eszközszükséglet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felmérésből kivitelezhető munkaterv lesz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Anyagjegyzék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Pontos megnevezés, típus/méret, mennyiség, mértékegység.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Eszközlista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Kéziszerszám, gépi szerszám, mérőeszköz és védőeszköz.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Nyomvonal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mennyiségek alapja a tényleges szerelési út, nem a légvonal.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Ráhagyás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Bekötési hossz és valós szerelési tartalék - indokolhatóan.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Mit tartalmazzon az anyagjegyzék?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Az egyértelmű azonosíthatóság a cél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Vezeték/kábel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Típus, érszám, keresztmetszet, hossz.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Vezetékvezetés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Cső/csatorna méret, hossz, rögzítők.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Szerelvények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Kapcsoló, dugalj, doboz - kivitel, IP, darabszám.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Segédanyagok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Összekötők, sorkapcsok, tiplik, csavarok.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A munka logikus sorrendje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jó előkészítés időt és hibát takarít meg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1-2.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Dokumentáció/helyszín ellenőrzése; munkaterület előkészítése.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3-4.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Nyomvonal kijelölése; dobozok, csövek/csatornák szerelése.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5-6.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Vezetékek elhelyezése; kötések és szerelvények.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7-8.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Ellenőrzés/mérés; dokumentálás és átadás.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Gyakori tervezési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Ezeket kerüld 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Hiányos lista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Segédanyag, rögzítő, mérőeszköz kimarad.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Rossz mennyiség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Légvonalból számolt hossz vagy indokolatlan ráhagyás.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Rossz kivitel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Környezeti feltételhez nem megfelelő szerelvény.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Rossz sorrend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Felesleges bontás, újramunka vagy biztonsági kockázat.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4 × 5 m helyiség: 1 kapcsoló, 1 lámpa, 3 dugalj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Feladat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Készíts max. 10 tételes előzetes anyag- és eszközlistát.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Bizonyítsd a mennyiséget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Minden tételnél jelöld: darabszám, mért nyomvonal, becslés vagy szerelési tartalék.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