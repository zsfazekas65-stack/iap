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Raleway SemiBold"/>
      <p:regular r:id="rId201314"/>
    </p:embeddedFont>
    <p:embeddedFont>
      <p:font typeface="Raleway Bold"/>
      <p:regular r:id="rId201315"/>
    </p:embeddedFont>
    <p:embeddedFont>
      <p:font typeface="Raleway Black"/>
      <p:regular r:id="rId201316"/>
    </p:embeddedFont>
    <p:embeddedFont>
      <p:font typeface="Raleway"/>
      <p:regular r:id="rId201317"/>
    </p:embeddedFont>
    <p:embeddedFont>
      <p:font typeface="Roboto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9-1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Épületvillamosság 2 – A villamos munka felmérése és digitális dokumentálása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IAP Épületvillamosság 2 · 1. hét · Felnőtt digitális képzés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930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kezdődik minden a felméréssel?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074069"/>
            <a:ext cx="945035" cy="13915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95517" y="2263080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Értsd meg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795517" y="2671763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kér a megrendelő? Mi a helyiség rendeltetése? Milyen fogyasztók lesznek?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465612"/>
            <a:ext cx="945035" cy="13915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95517" y="3654623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Mérd fel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795517" y="4063305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Méretek, szerkezet, meglévő hálózat, szerelvényhelyek, akadályok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857155"/>
            <a:ext cx="945035" cy="13915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95517" y="5046166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Dokumentáld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795517" y="5454848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Olyan adatot készíts, amelyből a következő munkafázis biztonságosan elindítható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2893"/>
            <a:ext cx="82726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19547"/>
            <a:ext cx="121004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LÉPÉS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256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Készülj fel a helyszíni felmérésre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95227"/>
            <a:ext cx="3504219" cy="350430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212380"/>
            <a:ext cx="2175019" cy="27204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49205" y="2426791"/>
            <a:ext cx="16446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Mérőeszköz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949205" y="2911078"/>
            <a:ext cx="164460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Mérőszalag vagy lézeres távolságmérő – mindig legyen kéznél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2212380"/>
            <a:ext cx="2175118" cy="27204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3231" y="2426791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Dokumentálás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313231" y="2911078"/>
            <a:ext cx="164470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Papír, ceruza, tablet vagy telefon – ha van, vidd az alaprajzot is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1353" y="2212380"/>
            <a:ext cx="2175118" cy="272047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77356" y="2426791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Fotó + védelem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677356" y="3206353"/>
            <a:ext cx="164470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Dokumentálj minden fontos részletet, viseld az egyéni védőeszközöket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4633201" y="5145484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FCF2B5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2208" y="5432227"/>
            <a:ext cx="236234" cy="1890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47449" y="5362773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felmérés nem jogosít fel feszültség alatt álló részek megbontására.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2209"/>
            <a:ext cx="607303" cy="210741"/>
          </a:xfrm>
          <a:prstGeom prst="roundRect">
            <a:avLst>
              <a:gd name="adj" fmla="val 2213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44717" y="573782"/>
            <a:ext cx="1050403" cy="127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LÉPÉS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83630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Haladj rendszerben a helyiségben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370310"/>
            <a:ext cx="10779153" cy="46482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1583" y="513711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Jelöld nyílászárókat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4061112"/>
            <a:ext cx="2487353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Mérd a falszakaszokat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2995974"/>
            <a:ext cx="2458144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Haladj a falak mentén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31583" y="1919968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Indulj az ajtótól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6133207"/>
            <a:ext cx="1147833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szisztematikus haladás megakadályozza, hogy fontos részletek kimaradjanak – a rendszer a garancia.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4888"/>
            <a:ext cx="749877" cy="260152"/>
          </a:xfrm>
          <a:prstGeom prst="roundRect">
            <a:avLst>
              <a:gd name="adj" fmla="val 2212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64164" y="586184"/>
            <a:ext cx="1154084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LÉPÉS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57052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Készíts használható felmérési vázlatot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61475" y="2801144"/>
            <a:ext cx="691835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Kötelező elemek a vázlaton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3223915"/>
            <a:ext cx="6918350" cy="1207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Helyiség alakja és falszakaszok méretei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Ajtók és ablakok pozíciója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Meglévő és tervezett villamos pontok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Jelmagyarázat, dátum, helyiségazonosító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4074" y="1799729"/>
            <a:ext cx="3532397" cy="353248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1475" y="5681464"/>
            <a:ext cx="10868745" cy="641648"/>
          </a:xfrm>
          <a:prstGeom prst="roundRect">
            <a:avLst>
              <a:gd name="adj" fmla="val 11213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22" y="5907286"/>
            <a:ext cx="214109" cy="1712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8078" y="5879405"/>
            <a:ext cx="10750479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cél nem a szép rajz – egy másik szakember is értse meg, mit találtál a helyszínen.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56717"/>
            <a:ext cx="82726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413371"/>
            <a:ext cx="121004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LÉPÉS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7194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szerelvényhelyet mérhetően rögzítsd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593578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2788940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Melyik falon?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197622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Azonosítsd egyértelműen az érintett falfelületet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593578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5658" y="2788940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Referencia-pont?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85658" y="3197622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Határozd meg, honnan mérsz – sarok, ajtókeret, oszlop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3884414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832" y="407977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Mekkora távolság?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56832" y="4488458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Pontos vízszintes távolság a referencia-ponttól mérve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0301" y="3884414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5658" y="4079776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Milyen magasságban?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85658" y="4488458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Padlószinttől mért magasság – mindig rögzítsd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519886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 még nem végleges a pozíció: ne találj ki méretet – írd rá: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i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EGYEZTETENDŐ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vagy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i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ELLENŐRIZENDŐ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413335" cy="143470"/>
          </a:xfrm>
          <a:prstGeom prst="roundRect">
            <a:avLst>
              <a:gd name="adj" fmla="val 2213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909615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LÉPÉS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Vizsgáld meg a lehetséges nyomvonalat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3249613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kell vizsgálni?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7487" y="3444478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Útvonal meghatározása: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Betáplálási ponttól a szerelvényig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Szerelési mód: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falban, falon kívül, kábelcsatornában vagy védőcsőben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Szükséges áttörések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azonosítása és rögzítése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217487" y="3864868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kell rögzíteni?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487" y="4059734"/>
            <a:ext cx="5319083" cy="24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Akadályok és bizonytalan szakaszok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Főbb nyomvonalhosszak becsült értékkel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814884"/>
            <a:ext cx="82726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5" name="Text 2"/>
          <p:cNvSpPr/>
          <p:nvPr/>
        </p:nvSpPr>
        <p:spPr>
          <a:xfrm>
            <a:off x="774879" y="871538"/>
            <a:ext cx="121004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 LÉPÉS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117762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meglévő hálózatot is fel kell mérni</a:t>
            </a:r>
            <a:endParaRPr lang="en-US" sz="3700" dirty="0"/>
          </a:p>
        </p:txBody>
      </p:sp>
      <p:sp>
        <p:nvSpPr>
          <p:cNvPr id="7" name="Shape 4"/>
          <p:cNvSpPr/>
          <p:nvPr/>
        </p:nvSpPr>
        <p:spPr>
          <a:xfrm>
            <a:off x="661475" y="2642394"/>
            <a:ext cx="6296860" cy="3400623"/>
          </a:xfrm>
          <a:prstGeom prst="roundRect">
            <a:avLst>
              <a:gd name="adj" fmla="val 233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825" y="2648744"/>
            <a:ext cx="3142080" cy="1996380"/>
          </a:xfrm>
          <a:custGeom>
            <a:avLst/>
            <a:gdLst/>
            <a:ahLst/>
            <a:cxnLst/>
            <a:rect l="l" t="t" r="r" b="b"/>
            <a:pathLst>
              <a:path w="3142080" h="1996380">
                <a:moveTo>
                  <a:pt x="66156" y="0"/>
                </a:moveTo>
                <a:lnTo>
                  <a:pt x="3142080" y="0"/>
                </a:lnTo>
                <a:lnTo>
                  <a:pt x="3142080" y="1996380"/>
                </a:lnTo>
                <a:lnTo>
                  <a:pt x="0" y="1996380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Text 6"/>
          <p:cNvSpPr/>
          <p:nvPr/>
        </p:nvSpPr>
        <p:spPr>
          <a:xfrm>
            <a:off x="856832" y="2837755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Azonosítsd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56832" y="3246437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Elosztó helye, leolvasható feliratok, meglévő áramkörök adatai, látható sérülések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809905" y="2648744"/>
            <a:ext cx="3142080" cy="1996380"/>
          </a:xfrm>
          <a:custGeom>
            <a:avLst/>
            <a:gdLst/>
            <a:ahLst/>
            <a:cxnLst/>
            <a:rect l="l" t="t" r="r" b="b"/>
            <a:pathLst>
              <a:path w="3142080" h="1996380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1996380"/>
                </a:lnTo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2" name="Shape 9"/>
          <p:cNvSpPr/>
          <p:nvPr/>
        </p:nvSpPr>
        <p:spPr>
          <a:xfrm>
            <a:off x="3809905" y="2648744"/>
            <a:ext cx="25399" cy="1996380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3" name="Text 10"/>
          <p:cNvSpPr/>
          <p:nvPr/>
        </p:nvSpPr>
        <p:spPr>
          <a:xfrm>
            <a:off x="3998912" y="2837755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 következtess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3998912" y="3246437"/>
            <a:ext cx="276406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védelmi készülék alkalmassága nem állapítható meg pusztán szemrevételezéssel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67825" y="4645124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hR="66158" wR="66156" stAng="0" swAng="5400000"/>
                <a:lnTo>
                  <a:pt x="66156" y="1391543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825" y="464512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7" name="Text 14"/>
          <p:cNvSpPr/>
          <p:nvPr/>
        </p:nvSpPr>
        <p:spPr>
          <a:xfrm>
            <a:off x="856832" y="483413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Kérdezd meg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856832" y="5242818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Rendelkezésre áll-e megfelelő betáplálás, vagy további vizsgálat szükséges?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185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Szakmai gondolkodás – Háromféle adatot különíts el mindig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81176"/>
            <a:ext cx="3496877" cy="228629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6410" y="2751237"/>
            <a:ext cx="226808" cy="2268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333712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Biztos adat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5881" y="3745805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Megmérted, leolvastad vagy hiteles dokumentumból ismered – ezekre lehet építeni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7359" y="2581176"/>
            <a:ext cx="3496877" cy="2286298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2294" y="2751237"/>
            <a:ext cx="226808" cy="22681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61766" y="333712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Feltételezés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4561766" y="3745805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Valószínű, de még nincs igazolva –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soha ne kezeld tényként</a:t>
            </a:r>
            <a:endParaRPr lang="en-US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33244" y="2581176"/>
            <a:ext cx="3496877" cy="2286298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68179" y="2751237"/>
            <a:ext cx="226808" cy="22681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47650" y="333712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Ellenőrizendő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8247650" y="3745805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További mérés, dokumentáció vagy egyeztetés szükséges – jelöld meg egyértelműen</a:t>
            </a:r>
            <a:endParaRPr lang="en-US" sz="1450" dirty="0"/>
          </a:p>
        </p:txBody>
      </p:sp>
      <p:sp>
        <p:nvSpPr>
          <p:cNvPr id="15" name="Shape 7"/>
          <p:cNvSpPr/>
          <p:nvPr/>
        </p:nvSpPr>
        <p:spPr>
          <a:xfrm>
            <a:off x="661475" y="5080099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482" y="5347791"/>
            <a:ext cx="236234" cy="18901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275723" y="5316339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 a három kategória a szakmai munka alapja – összekeverésük hibás döntésekhez vezet.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0980"/>
            <a:ext cx="82726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57634"/>
            <a:ext cx="121004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 LÉPÉS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637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Készíts értelmes fényképes dokumentációt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95227"/>
            <a:ext cx="3504219" cy="35043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33201" y="2126853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fényképezz?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2611140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Áttekintő kép a helyiségről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Elosztó és leolvasható jelölések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Tervezett szerelvényhelyek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Akadályok, áttörések, szerkezetek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4208066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nevezd el a fájlokat?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633201" y="4692352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fájlnév legyen értelmes és visszakereshető: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633201" y="5207397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E1E1E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5494139"/>
            <a:ext cx="236234" cy="189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47449" y="5424686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muhely_nyugati_fal_01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nem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IMG_20240101_0042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70893"/>
            <a:ext cx="82726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27547"/>
            <a:ext cx="121004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 LÉPÉS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336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digitális felmérési jegyzőkönyv felépítése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50775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803624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94888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Alapadatok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357563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Helyszín + dátum · Megrendelői igény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47359" y="250775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7359" y="2803624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4347359" y="294888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Helyszíni adatok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347359" y="3357563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Méretek + szerkezet · Meglévő hálózat · Tervezett pontok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33244" y="250775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33244" y="2803624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8033244" y="294888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Műszaki dokumentáció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033244" y="3357563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Méretezett vázlat · Nyomvonal + szerelési mód · Fényképek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429309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4588966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73422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Adatminősítés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61475" y="5142905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Biztos / feltételezett / ellenőrizendő – minden adat minősítve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90301" y="429309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90301" y="4588966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6190301" y="473422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Záró elem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190301" y="5142905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Összegzés + következő lépés meghatározása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246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Önálló munka – 4 × 5 m-es műhely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555750"/>
            <a:ext cx="690833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Adott feladat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019102"/>
            <a:ext cx="6908330" cy="1339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földelt dugalj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mennyezeti lámpatest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kapcsoló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× 5 m-es helyiség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3536156"/>
            <a:ext cx="690833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Amit el kell készíteni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3999508"/>
            <a:ext cx="6908330" cy="1339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Helyiségvázlat a szerelvények elhelyezésével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Lehetséges nyomvonal jelölése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Legalább 5 ellenőrizendő adat azonosítása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Fényképezési terv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2826" y="1632942"/>
            <a:ext cx="3513645" cy="351373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1475" y="5600799"/>
            <a:ext cx="10868745" cy="716855"/>
          </a:xfrm>
          <a:prstGeom prst="roundRect">
            <a:avLst>
              <a:gd name="adj" fmla="val 10728"/>
            </a:avLst>
          </a:prstGeom>
          <a:solidFill>
            <a:srgbClr val="D9D9D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9" y="5854105"/>
            <a:ext cx="228793" cy="1830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6376" y="5823843"/>
            <a:ext cx="1070037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Döntsd el: Elegendő-e az információ az anyag- és eszközszükséglet meghatározásához? Indokold!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2863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Önellenőrzés – Tedd fel ezt a 6 kérdést leadás előtt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0720" y="1832670"/>
            <a:ext cx="1027950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Másik villanyszerelő is megértené?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50720" y="2599333"/>
            <a:ext cx="1027950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Minden pont helye egyértelmű?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50720" y="3365996"/>
            <a:ext cx="1027950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Szerepelnek a fontos méretek?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0720" y="4132659"/>
            <a:ext cx="1027950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Rögzítetted a meglévő hálózatot?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0720" y="4899323"/>
            <a:ext cx="1027950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Elkülönítetted a biztos és bizonytalan adatot?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0720" y="5665986"/>
            <a:ext cx="1027950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Elindítható belőle az anyagkiírás?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94644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jó felmérésből jó szerelés készül.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350847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Önálló felmérés  ·  Használható vázlat  ·  Digitális jegyzőkönyv  ·  Hiányzó adatok felismerése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373166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465842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Következő hét: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Anyag- és eszközszükséglet meghatározása, munkatervezés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2026-09-05T03:37:59Z</dcterms:created>
  <dcterms:modified xsi:type="dcterms:W3CDTF">2026-09-05T03:37:59Z</dcterms:modified>
</cp:coreProperties>
</file>