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7. hét - Vezetékezés és dokumentálás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Digitális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Vezetékbehúzás • kábelelhelyezés • áramkör-azonosítás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Tervből követhető kivitelezési dokumentáció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Behúzás előtt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Nyomvonal és dobozok ellenőrzése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Védőcső folytonossága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Áramkör és vezetők azonosítása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Vezetékhossz előkészítése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Behúzási sorrend meghatározása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A jó behúzás alapelvei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Ne erőből dolgozz!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Ne sérüljön a szigetelés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Ne csavarodjon a vezetékköteg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Maradjon szerelhető tartalék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A végpont legyen azonosítható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Kábelcsatornában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Rendezett elhelyezés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Fedél biztonságosan zárható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Nyomvonal követhető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Későbbi módosítás lehetséges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Túlzsúfolás kerülése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Mit dokumentálunk?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Áramkör azonosítója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Funkció és végpontok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Nyomvonal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Vezetők és keresztmetszet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Eltérés a tervtől / megjegyzés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Tipikus hibák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Sérült szigetelés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Rossz áramkörbe húzott vezető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Hiányzó jelölés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Túl rövid vezetékvég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Rendezetlen vagy túlzsúfolt csatorna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Digitális gyakorlat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5 × 4 m-es műhely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1 világítási + 1 dugalj-áramkör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Behúzási terv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11880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Áramkör-jegyzék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425696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8 pontos ellenőrzőlista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078992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170432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Két áramkör részben közös nyomvonalon halad.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92807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Készíts olyan jelölést és áramkör-jegyzéket, amelyből egy másik szerelő tévedés nélkül folytatni tudja a munkát.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06624"/>
            <a:ext cx="10789920" cy="704088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10241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4243A"/>
                </a:solidFill>
                <a:latin typeface="DejaVu Sans"/>
              </a:defRPr>
            </a:pPr>
            <a:r>
              <a:t>Ne csak rajzolj: indokold a jelölési rendszeredet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1908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07 •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