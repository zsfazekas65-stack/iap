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4. hét • Szerelvényhelyek kijelölése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Kapcsolók, dugaljak, lámpakiállások, dobozok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Szerelvényhely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A pont, ahová kapcsoló, dugalj, lámpakiállás vagy doboz kerül.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Nem véletlenszerű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Használhatóság, szerelhetőség, biztonság és dokumentálhatóság alapján döntünk.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Azonosítás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K1, D1-D4, L1, KD1 - a rajz legyen visszakereshető.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Indoklás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Minden fontos helyhez tartozzon rövid szakmai magyarázat.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77D"/>
                </a:solidFill>
                <a:latin typeface="DejaVu Sans"/>
              </a:defRPr>
            </a:pPr>
            <a:r>
              <a:t>IAP • Épületvillamosság 2 • Digitális oktatás • 4.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Mit jelölj a terven?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A rajz akkor jó, ha más is megérti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Kapcsoló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Hely, funkció, kapcsolt áramkör.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Dugalj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Hely, darabszám, rendeltetés, környezeti feltétel.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Lámpakiállás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Világítási pont és kapcsolási kapcsolat.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Kötődoboz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Hozzáférhető hely és kapcsolódó ágak.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77D"/>
                </a:solidFill>
                <a:latin typeface="DejaVu Sans"/>
              </a:defRPr>
            </a:pPr>
            <a:r>
              <a:t>IAP • Épületvillamosság 2 • Digitális oktatás • 4.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Hozzáférhetőség és használhatóság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A későbbi hibakeresésre is gondolni kell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Kötések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A kötési pont maradjon ellenőrizhető és javítható.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Kapcsolók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A használati oldalra kerüljenek, logikus kezeléssel.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Dugaljak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A várható fogyasztókhoz igazodjanak.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Kiállások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Legyen cél, hely, vezeték és tartalék.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77D"/>
                </a:solidFill>
                <a:latin typeface="DejaVu Sans"/>
              </a:defRPr>
            </a:pPr>
            <a:r>
              <a:t>IAP • Épületvillamosság 2 • Digitális oktatás • 4.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Digitális dokumentáció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Egyszerű, de egyértelmű jelölések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Méretek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Faltól, saroktól, ajtótól vagy padlószinttől viszonyított adatok.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Jelmagyarázat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Minden rövidítés legyen értelmezhető.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Megjegyzés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A bizonytalan pontot ne hagyd ki: jelöld ellenőrizendőként.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Kapcsolat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A szerelvényhely kapcsolódjon a nyomvonalhoz és az anyagjegyzékhez.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77D"/>
                </a:solidFill>
                <a:latin typeface="DejaVu Sans"/>
              </a:defRPr>
            </a:pPr>
            <a:r>
              <a:t>IAP • Épületvillamosság 2 • Digitális oktatás • 4.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Gyakori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Ezekből lesz később vita vagy újramunka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Nincs méret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Nem kivitelezhető pontosan.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Nincs azonosító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Nem derül ki, melyik szerelvényről van szó.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Rossz hely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Bútor, ajtó vagy használat zavarja.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Elzárt kötés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Hibakeresésnél komoly gondot okoz.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77D"/>
                </a:solidFill>
                <a:latin typeface="DejaVu Sans"/>
              </a:defRPr>
            </a:pPr>
            <a:r>
              <a:t>IAP • Épületvillamosság 2 • Digitális oktatás • 4.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⚡ 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4 x 5 m helyiség: K1, L1, D1-D4, KD1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Feladat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Jelöld ki a szerelvényhelyeket és adj mindegyiknek azonosítót.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061A30"/>
                </a:solidFill>
                <a:latin typeface="DejaVu Sans"/>
              </a:defRPr>
            </a:pPr>
            <a:r>
              <a:t>Indoklás</a:t>
            </a:r>
          </a:p>
          <a:p>
            <a:pPr>
              <a:defRPr sz="1200">
                <a:solidFill>
                  <a:srgbClr val="14243A"/>
                </a:solidFill>
                <a:latin typeface="DejaVu Sans"/>
              </a:defRPr>
            </a:pPr>
            <a:r>
              <a:t>Minden elem mellé írd oda: miért oda került?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77D"/>
                </a:solidFill>
                <a:latin typeface="DejaVu Sans"/>
              </a:defRPr>
            </a:pPr>
            <a:r>
              <a:t>IAP • Épületvillamosság 2 • Digitális oktatás • 4.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