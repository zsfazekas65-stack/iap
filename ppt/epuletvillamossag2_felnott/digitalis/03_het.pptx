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3. hét • Nyomvonaltervezés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Merre vezessük a hálózatot - és miért?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Nyomvonal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A vezeték/kábel útja a tápponttól a szerelvényekig.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Nem csak a legrövidebb út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Legyen követhető, szerelhető, védett és karbantartható.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Kötési pontok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Legyenek logikusak és hozzáférhetők.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Dokumentáció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A tervből később anyagmennyiség és munkafolyamat is készül.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Szerelési módok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A környezet és az épület határozza meg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Süllyesztett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Esztétikus, de kialakítása több építési munkával jár.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Védőcsöves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Jó mechanikai védelem, megfelelő kialakításnál cserélhetőség.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Kábelcsatornás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Gyors, hozzáférhető és jól bővíthető.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Falon kívüli kábeles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Egyszerű, de megfelelő rögzítés és védelem szükséges.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Tervezés 8 lépésben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A helyiségvázlattól az ellenőrzésig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1–2.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Alaprajz és méretek; táppont kijelölése.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3–4.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Szerelvények; szerelési mód kiválasztása.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5–6.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Fő nyomvonal, leágazások; kötési pontok.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7–8.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Szakaszhosszak; szerelhetőség és egyértelműség ellenőrzése.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Gyakori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A rajz legyen kivitelezhető, ne csak szép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Átlós, kusza vezetés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Nehezen követhető és dokumentálható.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Túl sok kötés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Növeli a hibalehetőséget és a munkát.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Hiányzó méretek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Anyagszámítás és kivitelezés bizonytalanná válik.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Rossz szerelési mód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Nem illik a környezethez vagy igénybevételhez.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⚡ 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5 × 4 m műhely: kapcsoló + lámpa + 4 dugalj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Tervezd meg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Válassz szerelési módot és rajzolj logikus nyomvonalat.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Indokold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Három mondatban magyarázd meg, miért ezt a megoldást választottad.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