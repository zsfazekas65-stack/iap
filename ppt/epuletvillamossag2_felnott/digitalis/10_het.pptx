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10. hét – Váltó- és keresztkapcsolások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</a:defRPr>
            </a:pPr>
            <a:r>
              <a:t>Épületvillamosság 2 • Felnőtt oktatás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Digitális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Működési logika • rajzértelmezés • dokumentáció • hibakeresés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Két helyről kapcsolás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2 váltókapcsoló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1 világítótest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2 összekötő vezető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Bármelyik kapcsoló megváltoztatja az állapotot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A váltókapcsoló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1 közös kapocs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2 választható kapcsolat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Betáplálás az első közös kapocsra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Kapcsolt fázis a második közös kapocsról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Három helyről kapcsolás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Váltókapcsoló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Keresztkapcsoló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Váltókapcsoló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 keresztkapcsoló középen helyezkedik 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A keresztkapcsoló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Két vezetékpár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Egyenes kapcsolat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Keresztezett kapcsolat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 kapcsolás állapotát megváltoztatja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Rajz → dokumentáció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Elvi rajz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Szerelési vázlat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Kapocsjegyzék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Vezetőjegyzék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Állapottábla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Közös kapocs tévesztése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Összekötő vezetők hibája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Keresztkapcsoló hibás bekötése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Rajz és kivitelezés eltérése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Hibakeresési stratégia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Rajzból indulj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Azonosítsd a közös kapcsokat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Kövesd az összekötőket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Vizsgáld a keresztkapcsolót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Dokumentáld a hibát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</a:defRPr>
            </a:pPr>
            <a:r>
              <a:t>A cél nem a találgatás, hanem a hiba logikus behatárolása.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3 kezelési hely • 1 lámpa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 középső kapcsoló bizonyos állásokban hibás működést okoz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Keresztkapcsoló vagy összekötő vezető?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Készíts döntési hibakeresési tervet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10.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