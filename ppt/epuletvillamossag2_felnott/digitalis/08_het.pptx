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8. hét - Kötések digitális feldolgozása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  <a:latin typeface="Aptos"/>
              </a:defRPr>
            </a:pPr>
            <a:r>
              <a:t>Épületvillamosság 2 • Felnőtt oktatás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Digitális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Dokumentáció • rajzértelmezés • hibafelismerés • ellenőrzés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Mitől jó egy kötés?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Kis átmeneti ellenállás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Mechanikailag stabil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Érintésbiztos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Ellenőrizhető és dokumentálható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Vezető-előkészítés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Csupaszítási hossz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Sértetlen vezetőér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Kapocshoz illő kialakítás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Gyártói adatlap követése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Kapcsolási rajz ↔ szerelési rajz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Elvi működés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Tényleges csatlakozási pontok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L • N • PE azonosítás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Áramkör-jelölések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Digitális kötési jegyzék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Pontazonosító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Vezető funkció és keresztmetszet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Kapocs / kötőelem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Ellenőrzési eredmény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Kilógó csupasz rész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Laza vagy részleges bevezetés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Sérült ér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Hibás kapocsválasztás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Téves vezetőazonosítás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Hibajavítási logika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Bontás és vizsgálat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Újraelőkészítés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Megfelelő kötőelem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Húzópróba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Dokumentáció frissítése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  <a:latin typeface="Aptos"/>
              </a:defRPr>
            </a:pPr>
            <a:r>
              <a:t>A jó válasz nem csak a hibát nevezi meg, hanem az ellenőrzést is lezárja.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 dugalj vezetéke húzópróbára kicsúszik.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3 mm csupasz rész látható.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Adj 3 lehetséges okot.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Írd le a helyes javítási sorrendet.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Digitális oktatás • 08.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