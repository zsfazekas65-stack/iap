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5. hét – Vezetékek és szerelési rendszerek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5272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Digitális oktatás • 5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84248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939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A választás mindig a feladatból és a környezetből indul ki.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25496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3522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Cél: visszakövethető, indokolt anyagválasztás.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05. hét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A kiválasztás 6 kérdése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5272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Mit táplálunk?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84248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939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Mekkora a várható terhelés?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25496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3522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Milyen a szerelési mód?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66744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7647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Milyen a környezet?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07992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Hogyan biztosítható a védelem?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349240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45896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Marad-e szerelési és bővítési tartalék?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05. hét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Vezeték / kábel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5272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Szigetelés és felépítés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84248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939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Terhelhetőség és keresztmetszet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25496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3522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Túláramvédelem összehangolása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66744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7647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Feszültségesés ellenőrzése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07992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Gyártói adatlap és előírások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05. hét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Védőcső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5272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Anyag és mechanikai szilárdság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84248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939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Átmérő és behúzhatóság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25496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3522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Irányváltások és hossz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66744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7647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Környezeti igénybevétel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07992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Későbbi cserélhetőség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05. hét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Kábelcsatorna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5272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Hasznos keresztmetszet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84248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939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Fedél és szerelvénycsatlakozás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25496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3522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Irányváltó elemek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66744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7647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Esztétika és hozzáférhetőség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07992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Bővítési tartalék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05. hét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Digitális munkamenet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5272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Alaprajz → pontok → nyomvonal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84248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939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Nyomvonal szakaszolása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25496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3522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Szerelési mód hozzárendelése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66744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7647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Anyaglista készítése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07992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Szakmai indoklás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349240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45896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Terv és lista keresztellenőrzése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05. hét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Heti mini projekt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5272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5 × 4 m-es műhely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84248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939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1 kapcsoló • 2 lámpa • 4 dugalj • 1 kötődoboz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25496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3522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Szakaszazonosítók és anyaglista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66744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7647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Minden választáshoz rövid indoklás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05. hét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IAP heti 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5272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Egy terven 12 m-es fő nyomvonalon világítási és dugalj-áramkör halad.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84248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939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Válassz szerelési rendszert és készíts előzetes anyaglistát.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25496"/>
            <a:ext cx="1078992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3522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Ne csak típust írj: minden döntéshez adj szakmai indokot.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05. hét •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