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9. hét - Világítási alapkapcsolások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  <a:latin typeface="Aptos"/>
              </a:defRPr>
            </a:pPr>
            <a:r>
              <a:t>Épületvillamosság 2 • Felnőtt oktatás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Digitális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Elvi rajz • szerelési rajz • hibakeresés • dokumentáció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Egyáramkörös kapcsolás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1 kapcsoló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1 világítótest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 kapcsoló az L vezetőt szakítja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N és PE közvetlen funkció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L • N • PE • kapcsolt 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L = fázisvezető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N = nullavezető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PE = védővezető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Kapcsolt L = kapcsoló kimenete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Elvi rajz ↔ szerelési rajz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Működési kapcsolat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Tényleges kötési pontok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Kötődoboz és szerelvények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Vezetőazonosítás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Két helyről kapcsolás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Két váltókapcsoló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Egy világítótest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Közös működési logika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Következetes vezetőjelölés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N szakítása L helyett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Hiányzó 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Téves kapcsolt fázis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Folyamatos fázis a lámpán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Rajz és kivitelezés eltérése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Digitális ellenőrzési sorrend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Rajz ellenőrzése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Vezetők azonosítása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Kötési pontok követése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Kapcsolási logika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Hibajavítás és dokumentálás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  <a:latin typeface="Aptos"/>
              </a:defRPr>
            </a:pPr>
            <a:r>
              <a:t>Ne csak rajzolj: a működési logikát is tedd visszakövethetővé.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Egy folyosói lámpát két helyről kell kapcsolni.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Készíts működési vázlatot.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Jelöld a vezetők funkcióját.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Indokold, hogy egy másik szerelő számára is egyértelmű legyen.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09.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