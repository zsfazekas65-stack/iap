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6. hét – Dobozok digitális tervezése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Digitális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Szerelvénydoboz • kötődoboz • üreges fal • falon kívüli kivitel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Terv → azonosítás → méretezés → ellenőrzés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Mit dokumentálunk?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Doboz azonosítója és funkciója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Fal- és doboztípus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Középpont és magasság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Nyomvonal és bevezetési irány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Hozzáférhetőség és ellenőrzési állapot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Szerelvénydoboz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Kapcsoló vagy dugalj fogadása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Megfelelő mélység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Falsíkhoz igazodás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Tengelypontosság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Stabil szerelvényrögzítés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Kötődoboz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Kötések rendezett elhelyezése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Azonosítható kötési pont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Hozzáférhetőség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Megfelelő kötési tér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Dokumentált nyomvonal-kapcsolat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Digitális munkamenet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Falnézet vagy alaprajz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Dobozpontok azonosítása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Méretek és tengelyek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Bevezetési irányok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Anyaglista frissítése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59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799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Ellenőrzőlista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Hibafelismerés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Ferde doboz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Túl mély / kiálló doboz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Hibás tengelytávolság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Rossz bevezetési irány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Hozzáférhetetlen kötődoboz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Digitális gyakorlat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5 m-es falnézet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K1 • D1–D3 • KD1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Méretezett dobozkiosztás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38728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30168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Bevezetési nyilak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52544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43983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Megfelelőségi táblázat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DejaVu Sans"/>
              </a:defRPr>
            </a:pPr>
            <a:r>
              <a:t>⚡ IAP heti kihívás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188720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Egy háromtagú dugaljcsoport középső doboza 4 mm-rel magasabban szerepel a terven.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11095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Döntsd el, hogyan javítanád még a kivitelezés előtt.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24912"/>
            <a:ext cx="10744200" cy="694944"/>
          </a:xfrm>
          <a:prstGeom prst="roundRect">
            <a:avLst/>
          </a:prstGeom>
          <a:solidFill>
            <a:srgbClr val="EFF7FD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01955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>
                <a:solidFill>
                  <a:srgbClr val="14243A"/>
                </a:solidFill>
                <a:latin typeface="DejaVu Sans"/>
              </a:defRPr>
            </a:pPr>
            <a:r>
              <a:t>Indokold a keretillesztés, esztétika és szerelhetőség alapján.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1908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976D2"/>
                </a:solidFill>
                <a:latin typeface="DejaVu Sans"/>
              </a:defRPr>
            </a:pPr>
            <a:r>
              <a:t>IAP • digitális • 06 •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