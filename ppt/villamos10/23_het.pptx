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 bipoláris tranzisztor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DCE8F2"/>
                </a:solidFill>
                <a:latin typeface="Aptos"/>
              </a:defRPr>
            </a:pPr>
            <a:r>
              <a:t>BJT • felépítés • működés • kapcsolóüzem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4251960"/>
            <a:ext cx="1051560" cy="10515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45537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794760"/>
            <a:ext cx="1051560" cy="10515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40965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4754880"/>
            <a:ext cx="1051560" cy="10515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50566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1947 • Bell Laboratories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Bardeen • Brattain • Shockley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1947-ben megalkották az első működő tranzisztort.</a:t>
            </a:r>
            <a:br/>
            <a:br/>
            <a:r>
              <a:t>A találmány alapjaiban változtatta meg az elektronikát, és megnyitotta az utat a modern számítógépek, PLC-k és vezérlőrendszerek előtt.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E"/>
                </a:solidFill>
                <a:latin typeface="Aptos"/>
              </a:defRPr>
            </a:pPr>
            <a:r>
              <a:t>Hogyan képes egy nagyon kis bázisáram egy jóval nagyobb áramot vezérelni?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35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356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bipoláris tranzisztor felépítése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NPN / PNP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két alapvető típus összehasonlítása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B • C •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3872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bázis, kollektor és emitter szerepe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200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00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KAPCSOLÓ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LED-meghajtó építése BC547-tel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BJT három kivezetése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Bázis • kollektor • emitter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BÁZIS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vezérlő kivezetés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KOLLEKTOR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160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a vezérelt áram egyik fő útja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EMITTER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160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a vezérelt áram másik fő útja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NPN és PNP tranzisztor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Két alapvető BJT-típus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NPN • BC547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forrásban szereplő NPN példa a BC547.</a:t>
            </a:r>
            <a:br/>
            <a:br/>
            <a:r>
              <a:t>A heti laborban ezzel épül a tranzisztoros LED-meghajtó.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PNP • BC557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forrásban szereplő PNP példa a BC557.</a:t>
            </a:r>
            <a:br/>
            <a:br/>
            <a:r>
              <a:t>A két típus összehasonlítása a hét egyik fő tanulási célja.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Áramok a tranzisztorban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Bázisáram • kollektoráram • emitteráram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971800" cy="25603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6FB5"/>
                </a:solidFill>
                <a:latin typeface="Aptos"/>
              </a:defRPr>
            </a:pPr>
            <a:r>
              <a:t>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bázisáram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2971800" cy="25603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2971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7D59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375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kollektoráram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A heti kérdés lényege: hogyan vezérelhet egy kis bázisáram egy jóval nagyobb áramot?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tranzisztor mint kapcsoló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LED-meghajtás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65760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7E8F5"/>
                </a:solidFill>
                <a:latin typeface="Aptos"/>
              </a:defRPr>
            </a:pPr>
            <a:r>
              <a:t>bázis +</a:t>
            </a:r>
            <a:br/>
            <a:r>
              <a:t>bázisellenállás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971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737360"/>
            <a:ext cx="18288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304E"/>
                </a:solidFill>
                <a:latin typeface="Aptos"/>
              </a:defRPr>
            </a:pPr>
            <a:r>
              <a:t>BC547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347D59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vezérelt terhelés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Miért kell bázisellenállás?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külön kiemeli a szerepének vizsgálatát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BÁZISÁRAM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bázisellenállás a vezérlőág része.</a:t>
            </a:r>
            <a:br/>
            <a:br/>
            <a:r>
              <a:t>A heti gyakorlatban a bázisellenállás változtatásának hatását is meg kell vizsgálni.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TIPIKUS HIBA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bázisellenállás kihagyása a forrás szerint gyakori tanulói hiba.</a:t>
            </a:r>
            <a:br/>
            <a:br/>
            <a:r>
              <a:t>A kapcsolást bekapcsolás előtt mindig ellenőrizd.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BC547 és BC557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Lábkiosztás: adatlapot használunk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BC547 • NPN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labor fő tranzisztora.</a:t>
            </a:r>
            <a:br/>
            <a:br/>
            <a:r>
              <a:t>A feladat: lábkiosztás azonosítása, LED-meghajtó építése, majd bázis-, kollektor- és emitterfeszültség mérése.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ADATLAP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 tanári tippje: használjatok adatlapot a lábkiosztás ellenőrzésére.</a:t>
            </a:r>
            <a:br/>
            <a:br/>
            <a:r>
              <a:t>Ez különösen fontos, mert a hibás lábkiosztás tipikus hiba.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BC547 tranzisztoros LED-meghajtó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BC547 lábkiosztását adatlap alapján.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Építsd meg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tranzisztoros LED-meghajtót.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bázis-, kollektor- és emitterfeszültséget.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Változtasd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bázisellenállást és figyeld meg a hatását.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Készíts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mérési jegyzőkönyvet.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 ↔ E felcserélése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kollektor és emitter felcserélése tipikus hiba.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Nincs bázisellenállás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 külön kiemeli ennek veszélyét.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NPN ↔ PNP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két tranzisztortípus összekeverése hibás működéshez vezet.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Hibás lábkiosztás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Mindig ellenőrizd az adott alkatrész adatlapját.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alkalmazunk bipoláris tranzisztorokat?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relémeghajtó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PLC-kimenet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LED-meghajtó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CTRL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vezérlőáramkör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A tranzisztor az ipari elektronikában alapvető vezérlőelem.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BJT felépítése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NPN és PNP tranzisztorok közötti különbség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bázis, kollektor és emitter szerepe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tranzisztor kapcsolóként történő működése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Egyszerű tranzisztoros áramkör felépítése és mérése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relémeghajtás és egyszerű tranzisztoros erősítőkapcsolások.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