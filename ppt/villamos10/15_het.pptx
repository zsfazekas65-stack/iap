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2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B66"/>
                </a:solidFill>
              </a:defRPr>
            </a:pPr>
            <a:r>
              <a:t>Egyenaramu aramforrasok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C5064"/>
                </a:solidFill>
              </a:defRPr>
            </a:pPr>
            <a:r>
              <a:t>IAP - 10. evfolyam - Villamos alapismeretek - 15. het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644652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978"/>
                </a:solidFill>
              </a:defRPr>
            </a:pPr>
            <a:r>
              <a:t>IAP | 10. evfolyam | 15. het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2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B66"/>
                </a:solidFill>
              </a:defRPr>
            </a:pPr>
            <a:r>
              <a:t>Alessandro Volta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5740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D37"/>
                </a:solidFill>
              </a:defRPr>
            </a:pPr>
            <a:r>
              <a:t>1800: az elso folyamatosan mukodo elektromos aramforras, a Volta-oszlop.</a:t>
            </a:r>
          </a:p>
          <a:p>
            <a:pPr>
              <a:spcAft>
                <a:spcPts val="1200"/>
              </a:spcAft>
              <a:defRPr sz="2100">
                <a:solidFill>
                  <a:srgbClr val="232D37"/>
                </a:solidFill>
              </a:defRPr>
            </a:pPr>
            <a:r>
              <a:t>A feszultseg SI-mertekegysege, a volt (V), az o nevet viseli.</a:t>
            </a:r>
          </a:p>
          <a:p>
            <a:pPr>
              <a:spcAft>
                <a:spcPts val="1200"/>
              </a:spcAft>
              <a:defRPr sz="2100">
                <a:solidFill>
                  <a:srgbClr val="232D37"/>
                </a:solidFill>
              </a:defRPr>
            </a:pPr>
            <a:r>
              <a:t>Munkassaga az elemek es akkumulatorok fejlodesenek egyik alapja.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644652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978"/>
                </a:solidFill>
              </a:defRPr>
            </a:pPr>
            <a:r>
              <a:t>IAP | 10. evfolyam | 15. het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2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B66"/>
                </a:solidFill>
              </a:defRPr>
            </a:pPr>
            <a:r>
              <a:t>Mi a feszultsegforras?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5740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D37"/>
                </a:solidFill>
              </a:defRPr>
            </a:pPr>
            <a:r>
              <a:t>Ket kivezetese kozott elektromos feszultseget tart fenn.</a:t>
            </a:r>
          </a:p>
          <a:p>
            <a:pPr>
              <a:spcAft>
                <a:spcPts val="1200"/>
              </a:spcAft>
              <a:defRPr sz="2100">
                <a:solidFill>
                  <a:srgbClr val="232D37"/>
                </a:solidFill>
              </a:defRPr>
            </a:pPr>
            <a:r>
              <a:t>Az aramkor szamara villamos energiat biztosithat.</a:t>
            </a:r>
          </a:p>
          <a:p>
            <a:pPr>
              <a:spcAft>
                <a:spcPts val="1200"/>
              </a:spcAft>
              <a:defRPr sz="2100">
                <a:solidFill>
                  <a:srgbClr val="232D37"/>
                </a:solidFill>
              </a:defRPr>
            </a:pPr>
            <a:r>
              <a:t>Fontos jellemzok: nevleges feszultseg, polaritas, terhelhetoseg.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644652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978"/>
                </a:solidFill>
              </a:defRPr>
            </a:pPr>
            <a:r>
              <a:t>IAP | 10. evfolyam | 15. het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2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B66"/>
                </a:solidFill>
              </a:defRPr>
            </a:pPr>
            <a:r>
              <a:t>Primer es szekunder aramforras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5740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D37"/>
                </a:solidFill>
              </a:defRPr>
            </a:pPr>
            <a:r>
              <a:t>Primer: nem toltheto, egyszer hasznalatos elem.</a:t>
            </a:r>
          </a:p>
          <a:p>
            <a:pPr>
              <a:spcAft>
                <a:spcPts val="1200"/>
              </a:spcAft>
              <a:defRPr sz="2100">
                <a:solidFill>
                  <a:srgbClr val="232D37"/>
                </a:solidFill>
              </a:defRPr>
            </a:pPr>
            <a:r>
              <a:t>Szekunder: toltheto akkumulator.</a:t>
            </a:r>
          </a:p>
          <a:p>
            <a:pPr>
              <a:spcAft>
                <a:spcPts val="1200"/>
              </a:spcAft>
              <a:defRPr sz="2100">
                <a:solidFill>
                  <a:srgbClr val="232D37"/>
                </a:solidFill>
              </a:defRPr>
            </a:pPr>
            <a:r>
              <a:t>A gyakorlatban mindig olvassuk le a nevleges adatokat es a polaritast.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644652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978"/>
                </a:solidFill>
              </a:defRPr>
            </a:pPr>
            <a:r>
              <a:t>IAP | 10. evfolyam | 15. het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2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B66"/>
                </a:solidFill>
              </a:defRPr>
            </a:pPr>
            <a:r>
              <a:t>Laboratoriumi tapegyseg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5740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D37"/>
                </a:solidFill>
              </a:defRPr>
            </a:pPr>
            <a:r>
              <a:t>Kimeneti feszultseg beallitasa.</a:t>
            </a:r>
          </a:p>
          <a:p>
            <a:pPr>
              <a:spcAft>
                <a:spcPts val="1200"/>
              </a:spcAft>
              <a:defRPr sz="2100">
                <a:solidFill>
                  <a:srgbClr val="232D37"/>
                </a:solidFill>
              </a:defRPr>
            </a:pPr>
            <a:r>
              <a:t>Helyes polaritas ellenorzese.</a:t>
            </a:r>
          </a:p>
          <a:p>
            <a:pPr>
              <a:spcAft>
                <a:spcPts val="1200"/>
              </a:spcAft>
              <a:defRPr sz="2100">
                <a:solidFill>
                  <a:srgbClr val="232D37"/>
                </a:solidFill>
              </a:defRPr>
            </a:pPr>
            <a:r>
              <a:t>Aramkorlatozas hasznalata a vedett es biztonsagos uzemhez.</a:t>
            </a:r>
          </a:p>
          <a:p>
            <a:pPr>
              <a:spcAft>
                <a:spcPts val="1200"/>
              </a:spcAft>
              <a:defRPr sz="2100">
                <a:solidFill>
                  <a:srgbClr val="232D37"/>
                </a:solidFill>
              </a:defRPr>
            </a:pPr>
            <a:r>
              <a:t>LED-es aramkor: 5 V taplalas soros ellenallassal.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644652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978"/>
                </a:solidFill>
              </a:defRPr>
            </a:pPr>
            <a:r>
              <a:t>IAP | 10. evfolyam | 15. het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2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B66"/>
                </a:solidFill>
              </a:defRPr>
            </a:pPr>
            <a:r>
              <a:t>Terheletlen es terhelt meres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5740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D37"/>
                </a:solidFill>
              </a:defRPr>
            </a:pPr>
            <a:r>
              <a:t>Eloszor merd meg a nyugalmi kapocsfeszultseget.</a:t>
            </a:r>
          </a:p>
          <a:p>
            <a:pPr>
              <a:spcAft>
                <a:spcPts val="1200"/>
              </a:spcAft>
              <a:defRPr sz="2100">
                <a:solidFill>
                  <a:srgbClr val="232D37"/>
                </a:solidFill>
              </a:defRPr>
            </a:pPr>
            <a:r>
              <a:t>Ezutan kapcsolj megfelelo terhelest.</a:t>
            </a:r>
          </a:p>
          <a:p>
            <a:pPr>
              <a:spcAft>
                <a:spcPts val="1200"/>
              </a:spcAft>
              <a:defRPr sz="2100">
                <a:solidFill>
                  <a:srgbClr val="232D37"/>
                </a:solidFill>
              </a:defRPr>
            </a:pPr>
            <a:r>
              <a:t>Hasonlitsd ossze a ket mert erteket.</a:t>
            </a:r>
          </a:p>
          <a:p>
            <a:pPr>
              <a:spcAft>
                <a:spcPts val="1200"/>
              </a:spcAft>
              <a:defRPr sz="2100">
                <a:solidFill>
                  <a:srgbClr val="232D37"/>
                </a:solidFill>
              </a:defRPr>
            </a:pPr>
            <a:r>
              <a:t>Az eredmenyeket meresi jegyzokonyvben rogzitjuk.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644652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978"/>
                </a:solidFill>
              </a:defRPr>
            </a:pPr>
            <a:r>
              <a:t>IAP | 10. evfolyam | 15. het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2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B66"/>
                </a:solidFill>
              </a:defRPr>
            </a:pPr>
            <a:r>
              <a:t>Tipikus hibak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5740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D37"/>
                </a:solidFill>
              </a:defRPr>
            </a:pPr>
            <a:r>
              <a:t>Elem es akkumulator osszekeverese.</a:t>
            </a:r>
          </a:p>
          <a:p>
            <a:pPr>
              <a:spcAft>
                <a:spcPts val="1200"/>
              </a:spcAft>
              <a:defRPr sz="2100">
                <a:solidFill>
                  <a:srgbClr val="232D37"/>
                </a:solidFill>
              </a:defRPr>
            </a:pPr>
            <a:r>
              <a:t>Forditott polaritas.</a:t>
            </a:r>
          </a:p>
          <a:p>
            <a:pPr>
              <a:spcAft>
                <a:spcPts val="1200"/>
              </a:spcAft>
              <a:defRPr sz="2100">
                <a:solidFill>
                  <a:srgbClr val="232D37"/>
                </a:solidFill>
              </a:defRPr>
            </a:pPr>
            <a:r>
              <a:t>Rovidzar okozasa.</a:t>
            </a:r>
          </a:p>
          <a:p>
            <a:pPr>
              <a:spcAft>
                <a:spcPts val="1200"/>
              </a:spcAft>
              <a:defRPr sz="2100">
                <a:solidFill>
                  <a:srgbClr val="232D37"/>
                </a:solidFill>
              </a:defRPr>
            </a:pPr>
            <a:r>
              <a:t>Helytelen feszultsegmeres vagy rossz muszerbeallitas.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644652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978"/>
                </a:solidFill>
              </a:defRPr>
            </a:pPr>
            <a:r>
              <a:t>IAP | 10. evfolyam | 15. het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2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B66"/>
                </a:solidFill>
              </a:defRPr>
            </a:pPr>
            <a:r>
              <a:t>Szamitasi peldak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5740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D37"/>
                </a:solidFill>
              </a:defRPr>
            </a:pPr>
            <a:r>
              <a:t>2 x 1,5 V sorosan -&gt; 3,0 V.</a:t>
            </a:r>
          </a:p>
          <a:p>
            <a:pPr>
              <a:spcAft>
                <a:spcPts val="1200"/>
              </a:spcAft>
              <a:defRPr sz="2100">
                <a:solidFill>
                  <a:srgbClr val="232D37"/>
                </a:solidFill>
              </a:defRPr>
            </a:pPr>
            <a:r>
              <a:t>Azonos elemek parhuzamosan -&gt; a nevleges feszultseg nem adodik ossze.</a:t>
            </a:r>
          </a:p>
          <a:p>
            <a:pPr>
              <a:spcAft>
                <a:spcPts val="1200"/>
              </a:spcAft>
              <a:defRPr sz="2100">
                <a:solidFill>
                  <a:srgbClr val="232D37"/>
                </a:solidFill>
              </a:defRPr>
            </a:pPr>
            <a:r>
              <a:t>12 V-os akkumulator energiatartalma a nevleges feszultseg es kapacitas alapjan becsulheto.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644652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978"/>
                </a:solidFill>
              </a:defRPr>
            </a:pPr>
            <a:r>
              <a:t>IAP | 10. evfolyam | 15. het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2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B66"/>
                </a:solidFill>
              </a:defRPr>
            </a:pPr>
            <a:r>
              <a:t>IAP a gyakorlatban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5740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D37"/>
                </a:solidFill>
              </a:defRPr>
            </a:pPr>
            <a:r>
              <a:t>PLC-rendszerek es ipari vezerloszekrenyek.</a:t>
            </a:r>
          </a:p>
          <a:p>
            <a:pPr>
              <a:spcAft>
                <a:spcPts val="1200"/>
              </a:spcAft>
              <a:defRPr sz="2100">
                <a:solidFill>
                  <a:srgbClr val="232D37"/>
                </a:solidFill>
              </a:defRPr>
            </a:pPr>
            <a:r>
              <a:t>Biztonsagtechnika es tuzjelzok.</a:t>
            </a:r>
          </a:p>
          <a:p>
            <a:pPr>
              <a:spcAft>
                <a:spcPts val="1200"/>
              </a:spcAft>
              <a:defRPr sz="2100">
                <a:solidFill>
                  <a:srgbClr val="232D37"/>
                </a:solidFill>
              </a:defRPr>
            </a:pPr>
            <a:r>
              <a:t>Napelemes energiatrolas.</a:t>
            </a:r>
          </a:p>
          <a:p>
            <a:pPr>
              <a:spcAft>
                <a:spcPts val="1200"/>
              </a:spcAft>
              <a:defRPr sz="2100">
                <a:solidFill>
                  <a:srgbClr val="232D37"/>
                </a:solidFill>
              </a:defRPr>
            </a:pPr>
            <a:r>
              <a:t>Elektromos jarmuvek.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644652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978"/>
                </a:solidFill>
              </a:defRPr>
            </a:pPr>
            <a:r>
              <a:t>IAP | 10. evfolyam | 15. het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2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B66"/>
                </a:solidFill>
              </a:defRPr>
            </a:pPr>
            <a:r>
              <a:t>Amit ezen a heten megtanultal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5740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D37"/>
                </a:solidFill>
              </a:defRPr>
            </a:pPr>
            <a:r>
              <a:t>A feszultsegforras mukodesi elvet.</a:t>
            </a:r>
          </a:p>
          <a:p>
            <a:pPr>
              <a:spcAft>
                <a:spcPts val="1200"/>
              </a:spcAft>
              <a:defRPr sz="2100">
                <a:solidFill>
                  <a:srgbClr val="232D37"/>
                </a:solidFill>
              </a:defRPr>
            </a:pPr>
            <a:r>
              <a:t>Az elem es akkumulator kozotti kulonbseget.</a:t>
            </a:r>
          </a:p>
          <a:p>
            <a:pPr>
              <a:spcAft>
                <a:spcPts val="1200"/>
              </a:spcAft>
              <a:defRPr sz="2100">
                <a:solidFill>
                  <a:srgbClr val="232D37"/>
                </a:solidFill>
              </a:defRPr>
            </a:pPr>
            <a:r>
              <a:t>A labor tapegyseg biztonsagos hasznalatat.</a:t>
            </a:r>
          </a:p>
          <a:p>
            <a:pPr>
              <a:spcAft>
                <a:spcPts val="1200"/>
              </a:spcAft>
              <a:defRPr sz="2100">
                <a:solidFill>
                  <a:srgbClr val="232D37"/>
                </a:solidFill>
              </a:defRPr>
            </a:pPr>
            <a:r>
              <a:t>A terhelt es terheletlen meres alapjait.</a:t>
            </a:r>
          </a:p>
          <a:p>
            <a:pPr>
              <a:spcAft>
                <a:spcPts val="1200"/>
              </a:spcAft>
              <a:defRPr sz="2100">
                <a:solidFill>
                  <a:srgbClr val="232D37"/>
                </a:solidFill>
              </a:defRPr>
            </a:pPr>
            <a:r>
              <a:t>Kovetkezo het: elemek es akkumulatorok felepitese, toltese es biztonsaga.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644652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978"/>
                </a:solidFill>
              </a:defRPr>
            </a:pPr>
            <a:r>
              <a:t>IAP | 10. evfolyam | 15. het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