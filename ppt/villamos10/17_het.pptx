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Vezetők • szigetelők • félvezetők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90672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DCE8F2"/>
                </a:solidFill>
                <a:latin typeface="Aptos"/>
              </a:defRPr>
            </a:pPr>
            <a:r>
              <a:t>Tulajdonságok, anyagválasztás és ipari alkalmazások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663440"/>
            <a:ext cx="2971800" cy="77724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01184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VEZETŐ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4663440"/>
            <a:ext cx="2971800" cy="77724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4901184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SZIGETELŐ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663440"/>
            <a:ext cx="2971800" cy="77724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901184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FÉLVEZETŐ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Michael Faraday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Az anyagok villamos tulajdonságainak jelentősége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Faraday kísérletei alapvetően hozzájárultak az elektromosság és a mágnesesség megértéséhez.</a:t>
            </a:r>
            <a:br/>
            <a:br/>
            <a:r>
              <a:t>Az anyagok elektromos tulajdonságai meghatározzák felhasználhatóságukat a villamosiparban.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97480"/>
            <a:ext cx="4572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4304E"/>
                </a:solidFill>
                <a:latin typeface="Aptos"/>
              </a:defRPr>
            </a:pPr>
            <a:r>
              <a:t>Miért készül a vezeték rézből, miközben a szigetelése műanyag?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Három anyagcsoport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35204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73152" cy="42519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VEZETŐ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58568"/>
            <a:ext cx="3108960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Kis ellenállás, jó vezetőképesség.</a:t>
            </a:r>
            <a:br/>
            <a:br/>
            <a:r>
              <a:t>Példák:</a:t>
            </a:r>
            <a:br/>
            <a:r>
              <a:t>• réz</a:t>
            </a:r>
            <a:br/>
            <a:r>
              <a:t>• alumínium</a:t>
            </a:r>
            <a:br/>
            <a:r>
              <a:t>• ezüst</a:t>
            </a:r>
            <a:br/>
            <a:r>
              <a:t>• acél</a:t>
            </a:r>
            <a:br/>
            <a:br/>
            <a:r>
              <a:t>Feladat: villamos áram vezetése.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5204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73152" cy="42519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1051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SZIGETELŐ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58568"/>
            <a:ext cx="3108960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Nagy ellenállás, az áramvezetést erősen korlátozza.</a:t>
            </a:r>
            <a:br/>
            <a:br/>
            <a:r>
              <a:t>Példák:</a:t>
            </a:r>
            <a:br/>
            <a:r>
              <a:t>• PVC</a:t>
            </a:r>
            <a:br/>
            <a:r>
              <a:t>• gumi</a:t>
            </a:r>
            <a:br/>
            <a:r>
              <a:t>• porcelán</a:t>
            </a:r>
            <a:br/>
            <a:r>
              <a:t>• üveg</a:t>
            </a:r>
            <a:br/>
            <a:br/>
            <a:r>
              <a:t>Feladat: elválasztás és védelem.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35204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645920"/>
            <a:ext cx="73152" cy="42519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1051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FÉLVEZETŐ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58568"/>
            <a:ext cx="3108960" cy="3502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Vezetőképessége szabályozható.</a:t>
            </a:r>
            <a:br/>
            <a:br/>
            <a:r>
              <a:t>Példák:</a:t>
            </a:r>
            <a:br/>
            <a:r>
              <a:t>• szilícium</a:t>
            </a:r>
            <a:br/>
            <a:r>
              <a:t>• germánium</a:t>
            </a:r>
            <a:br/>
            <a:br/>
            <a:r>
              <a:t>A modern elektronika alapanyagai.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Vezetők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Nem minden fém vezet egyformán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Réz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73736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nagyon jó vezető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6"/>
                </a:solidFill>
                <a:latin typeface="Aptos"/>
              </a:defRPr>
            </a:pPr>
            <a:r>
              <a:t>kábelek, tekercsek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60320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Alumínium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74320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jó vezető, kis sűrűség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6"/>
                </a:solidFill>
                <a:latin typeface="Aptos"/>
              </a:defRPr>
            </a:pPr>
            <a:r>
              <a:t>légvezetékek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Ezüst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74904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kiemelkedő vezetőképesség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6"/>
                </a:solidFill>
                <a:latin typeface="Aptos"/>
              </a:defRPr>
            </a:pPr>
            <a:r>
              <a:t>speciális érintkezők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72000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Acél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75488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nagyobb ellenállás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54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C6976"/>
                </a:solidFill>
                <a:latin typeface="Aptos"/>
              </a:defRPr>
            </a:pPr>
            <a:r>
              <a:t>mechanikai célú részek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Szigetelők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villamos biztonság nélkülözhetetlen anyagai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PVC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58568"/>
            <a:ext cx="48006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kábel- és vezetékszigetelés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1051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Gumi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58568"/>
            <a:ext cx="48006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rugalmas szigetelés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3075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Porcelán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78808"/>
            <a:ext cx="48006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villamos szigetelők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5661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356616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73075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Üveg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78808"/>
            <a:ext cx="48006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speciális szigetelési feladatok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Félvezetők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modern elektronika alapanyagai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0292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4304E"/>
                </a:solidFill>
                <a:latin typeface="Aptos"/>
              </a:defRPr>
            </a:pPr>
            <a:r>
              <a:t>SZILÍCIUM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2976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32D37"/>
                </a:solidFill>
                <a:latin typeface="Aptos"/>
              </a:defRPr>
            </a:pPr>
            <a:r>
              <a:t>A tiszta szilícium rossz vezető.</a:t>
            </a:r>
            <a:br/>
            <a:br/>
            <a:r>
              <a:t>Megfelelő adalékolással vezetőképessége módosítható.</a:t>
            </a:r>
            <a:br/>
            <a:br/>
            <a:r>
              <a:t>Ez teszi alkalmassá elektronikai eszközök készítésére.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45920"/>
            <a:ext cx="5440680" cy="406908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6FB5"/>
                </a:solidFill>
                <a:latin typeface="Aptos"/>
              </a:defRPr>
            </a:pPr>
            <a:r>
              <a:t>KÖVETKEZŐ LÉPÉS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4304E"/>
                </a:solidFill>
                <a:latin typeface="Aptos"/>
              </a:defRPr>
            </a:pPr>
            <a:r>
              <a:t>PN-átmenet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0156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32D37"/>
                </a:solidFill>
                <a:latin typeface="Aptos"/>
              </a:defRPr>
            </a:pPr>
            <a:r>
              <a:t>és a félvezető dióda működése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Különböző anyagok ellenállásának vizsgálata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8132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Azonosítsd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81328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vizsgált anyagmintát.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13432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317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Állítsd 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331720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multimétert ellenállásmérésre.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6382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73552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8211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Mérd meg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182112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réz, alumínium és acél mintát.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1421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23944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32504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Vizsgáld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032504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műanyag és gumi szigetelőanyagokat.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6460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7433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8289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Rögzítsd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882896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az eredményeket mérési jegyzőkönyvben.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Számítás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vezeték ellenállása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3749039" cy="18288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R = ρ · l /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645920"/>
            <a:ext cx="6217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37760" y="1645920"/>
            <a:ext cx="73152" cy="18288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810512"/>
            <a:ext cx="5806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MITŐL FÜGG?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258568"/>
            <a:ext cx="580644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ρ = fajlagos ellenállás</a:t>
            </a:r>
            <a:br/>
            <a:r>
              <a:t>l = vezeték hossza</a:t>
            </a:r>
            <a:br/>
            <a:r>
              <a:t>A = keresztmetszet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BC7B22"/>
                </a:solidFill>
                <a:latin typeface="Aptos"/>
              </a:defRPr>
            </a:pPr>
            <a:r>
              <a:t>Hosszabb vezeték → nagyobb ellenállás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6052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47D59"/>
                </a:solidFill>
                <a:latin typeface="Aptos"/>
              </a:defRPr>
            </a:pPr>
            <a:r>
              <a:t>Nagyobb keresztmetszet → kisebb ellenállás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Gyakori tanulói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73152" cy="15087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Vezetőképesség ≠ ellenállás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két fogalom összefügg, de nem azonos.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73152" cy="15087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„Minden fém ugyanúgy vezet”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különböző fémek vezetőképessége eltér.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73152" cy="15087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Félvezető = szigetelő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félvezető vezetőképessége szabályozható.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257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73152" cy="15087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Anyagválasztás mellékes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70248"/>
            <a:ext cx="484632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helyes anyag a működés és biztonság alapja.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IAP a gyakorlatban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Hol találkozunk ezekkel az anyagokkal?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6060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44752" y="2148840"/>
            <a:ext cx="1188720" cy="7315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23774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KÁBEL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réz / alumínium + műanyag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828800"/>
            <a:ext cx="26060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33672" y="2148840"/>
            <a:ext cx="1188720" cy="7315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23774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SZEKRÉNY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59" y="324612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vezetők + szigetelők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828800"/>
            <a:ext cx="26060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22592" y="2148840"/>
            <a:ext cx="1188720" cy="7315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23774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ELEKTRONIKA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24612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szilícium félvezetők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828800"/>
            <a:ext cx="26060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11511" y="2148840"/>
            <a:ext cx="1188720" cy="7315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11511" y="23774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AUTOMATIKA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246120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mindhárom anyagcsoport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Vezetők, szigetelők és félvezetők megkülönböztetése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Fontos vezető- és szigetelőanyagok alkalmazása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 szilícium és germánium szerepe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Ellenállásmérés különböző anyagokon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Az anyagválasztás műszaki jelentősége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Következő hét: PN-átmenet és a félvezető diódák működése.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