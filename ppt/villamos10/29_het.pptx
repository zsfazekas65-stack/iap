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574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Az ipari forradalmaktól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24912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az intelligens hajtásokig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49300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D2E4F1"/>
                </a:solidFill>
                <a:latin typeface="Aptos"/>
              </a:defRPr>
            </a:pPr>
            <a:r>
              <a:t>energia • hajtás • vezérlés • automatizálás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1554480" cy="68580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731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04E"/>
                </a:solidFill>
                <a:latin typeface="Aptos"/>
              </a:defRPr>
            </a:pPr>
            <a:r>
              <a:t>1.0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4572000"/>
            <a:ext cx="1554480" cy="68580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47731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04E"/>
                </a:solidFill>
                <a:latin typeface="Aptos"/>
              </a:defRPr>
            </a:pPr>
            <a:r>
              <a:t>2.0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4572000"/>
            <a:ext cx="1554480" cy="68580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47731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04E"/>
                </a:solidFill>
                <a:latin typeface="Aptos"/>
              </a:defRPr>
            </a:pPr>
            <a:r>
              <a:t>3.0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4572000"/>
            <a:ext cx="1554480" cy="68580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47731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04E"/>
                </a:solidFill>
                <a:latin typeface="Aptos"/>
              </a:defRPr>
            </a:pPr>
            <a:r>
              <a:t>4.0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4572000"/>
            <a:ext cx="1554480" cy="6858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47731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Öt korszak - egy fejlődési ív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4983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73152" cy="35661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BEVEZETÉS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04288"/>
            <a:ext cx="457200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villamos hajtások fejlődése szorosan összefügg az ipari forradalmakkal.</a:t>
            </a:r>
            <a:br/>
            <a:br/>
            <a:r>
              <a:t>Minden korszak új energiaforrásokat, vezérlési módszereket és hatékonyabb gyártási technológiákat hozott.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691640"/>
            <a:ext cx="553212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B5"/>
                </a:solidFill>
                <a:latin typeface="Aptos"/>
              </a:defRPr>
            </a:pPr>
            <a:r>
              <a:t>GONDOLKODJ EL!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97480"/>
            <a:ext cx="4572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4304E"/>
                </a:solidFill>
                <a:latin typeface="Aptos"/>
              </a:defRPr>
            </a:pPr>
            <a:r>
              <a:t>Miért kellett minden ipari forradalom során új hajtási és vezérlési megoldásokat kifejleszteni?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Az ipari forradalmak idővonala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737360"/>
            <a:ext cx="21031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57400"/>
            <a:ext cx="960120" cy="9601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35000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6FB5"/>
                </a:solidFill>
                <a:latin typeface="Aptos"/>
              </a:defRPr>
            </a:pPr>
            <a:r>
              <a:t>GŐZ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6908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mechanikus hajtás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9192" y="1737360"/>
            <a:ext cx="21031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6120" y="2057400"/>
            <a:ext cx="960120" cy="9601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35000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3429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6FB5"/>
                </a:solidFill>
                <a:latin typeface="Aptos"/>
              </a:defRPr>
            </a:pPr>
            <a:r>
              <a:t>VILLAMOS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406908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villamos motor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8344" y="1737360"/>
            <a:ext cx="21031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05272" y="2057400"/>
            <a:ext cx="960120" cy="9601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05272" y="235000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3429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6FB5"/>
                </a:solidFill>
                <a:latin typeface="Aptos"/>
              </a:defRPr>
            </a:pPr>
            <a:r>
              <a:t>ELEKTRONIKA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406908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PLC + teljesítményelektronika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7496" y="1737360"/>
            <a:ext cx="21031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64423" y="2057400"/>
            <a:ext cx="960120" cy="9601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4423" y="235000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3429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6FB5"/>
                </a:solidFill>
                <a:latin typeface="Aptos"/>
              </a:defRPr>
            </a:pPr>
            <a:r>
              <a:t>HÁLÓZAT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5" y="406908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intelligens gyártás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56648" y="1737360"/>
            <a:ext cx="21031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323576" y="2057400"/>
            <a:ext cx="960120" cy="9601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23576" y="235000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8" y="3429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6FB5"/>
                </a:solidFill>
                <a:latin typeface="Aptos"/>
              </a:defRPr>
            </a:pPr>
            <a:r>
              <a:t>EMBER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9528" y="406908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fenntartható automatizálás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1. ipari forradalom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Gőzgép • mechanikus hajtások • szíjátvitel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ENERGIA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gőzgép központi erőforrássá vált.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7408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HAJTÁS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Mechanikus hajtások és szíjátviteli rendszerek vitték el a mozgást a gépekhez.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4736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FELADAT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Régi gyárak hajtási módjainak elemzése és idővonal készítése.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2. ipari forradalom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Villamos energia és villamos motorok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148840"/>
            <a:ext cx="1508760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3230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EDISON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villamos energia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58768" y="2148840"/>
            <a:ext cx="1508760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243230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TESLA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749039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váltakozó áram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11696" y="2148840"/>
            <a:ext cx="1508760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243230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FERRARIS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749039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forgó mágneses tér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64624" y="2148840"/>
            <a:ext cx="1508760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36024" y="243230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Z-D-B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3749039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magyar műszaki eredmények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492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A tananyag külön kiemeli a magyar műszaki eredményeket.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3. ipari forradalom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Elektronika • PLC • teljesítményelektronika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tranzisztor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9192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73552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23957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programozható vezérlés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8344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32704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4104" y="23957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MOSFET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gyors kapcsolás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97496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91856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63256" y="23957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IGBT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375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nagy teljesítmény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56648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51008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22408" y="23957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9528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frekvenciaváltó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Industry 4.0 és 5.0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Intelligens gyárból emberközpontú automatizálás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INDUSTRY 4.0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48920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Hálózatba kapcsolt intelligens gyártás.</a:t>
            </a:r>
            <a:br/>
            <a:br/>
            <a:r>
              <a:t>IoT és modern ipari rendszerek összekapcsolása.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INDUSTRY 5.0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58568"/>
            <a:ext cx="48920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Emberközpontú, fenntartható automatizálás.</a:t>
            </a:r>
            <a:br/>
            <a:br/>
            <a:r>
              <a:t>A tananyag a mesterséges intelligenciát és a fenntarthatóságot is kiemeli.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Hogyan változott a villanyszerelő munkája?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műhelyből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KONTAKTOR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klasszikus vezérlés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9192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73552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239572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programozott logika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8344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32704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8383" y="239572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szabályozott hajtás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97496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91856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17536" y="239572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HÁLÓZAT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375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összekapcsolt rendszer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56648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51008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76688" y="239572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9528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intelligens támogatás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Projektfeladat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Idővonal-poszter + hajtástechnikai bemutató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658368" cy="65836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18488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527048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Készítsetek idővonal-posztert az ipari forradalmakról.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87168"/>
            <a:ext cx="658368" cy="65836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42616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551176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Minden korszakhoz rendeljetek jellegzetes hajtástechnikai megoldást.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11296"/>
            <a:ext cx="658368" cy="65836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66744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575304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Mutassátok be a történelmi és műszaki összefüggéseket.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35424"/>
            <a:ext cx="658368" cy="65836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90872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599432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Prezentáljátok csoportban a választott korszakot.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Moodle teszt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forrás szerinti ellenőrzés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3832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73152" cy="36576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0195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50008"/>
            <a:ext cx="297180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feleletválasztós kérdés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37360"/>
            <a:ext cx="33832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7408" y="1737360"/>
            <a:ext cx="73152" cy="36576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90195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350008"/>
            <a:ext cx="297180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párosító feladat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737360"/>
            <a:ext cx="33832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4736" y="1737360"/>
            <a:ext cx="73152" cy="365760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90195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350008"/>
            <a:ext cx="297180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idővonal-feladat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hét kulcsfelismerése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74420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4304E"/>
                </a:solidFill>
                <a:latin typeface="Aptos"/>
              </a:defRPr>
            </a:pPr>
            <a:r>
              <a:t>A hajtástechnika fejlődése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F6FB5"/>
                </a:solidFill>
                <a:latin typeface="Aptos"/>
              </a:defRPr>
            </a:pPr>
            <a:r>
              <a:t>mindig együtt változott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2900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304E"/>
                </a:solidFill>
                <a:latin typeface="Aptos"/>
              </a:defRPr>
            </a:pPr>
            <a:r>
              <a:t>az energiaellátással, a vezérléssel és a gyártás igényeivel.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ezen a héten összekapcsoltál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44752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1. ipari forradalom - gőz és mechanikus hajtások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03704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951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2. ipari forradalom - villamos energia és villamos motorok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81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3. ipari forradalom - elektronika, PLC és teljesítményelektronika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76472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67911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03904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4. ipari forradalom - hálózatba kapcsolt intelligens gyártás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62856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90288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5. ipari forradalom - emberközpontú, fenntartható automatizálás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7784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68756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Következő hét: a frekvenciaváltó belső felépítése és az energia útja a hálózattól a villanymotorig.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