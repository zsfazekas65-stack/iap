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PWM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803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DCE8F2"/>
                </a:solidFill>
                <a:latin typeface="Aptos"/>
              </a:defRPr>
            </a:pPr>
            <a:r>
              <a:t>impulzusszélesség-moduláció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ED7EB"/>
                </a:solidFill>
                <a:latin typeface="Aptos"/>
              </a:defRPr>
            </a:pPr>
            <a:r>
              <a:t>teljesítményszabályozás kapcsolóüzemben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4343400"/>
            <a:ext cx="4480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44531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50% kitöltési tényező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4869179"/>
            <a:ext cx="502920" cy="25146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0" y="5120640"/>
            <a:ext cx="50292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4869179"/>
            <a:ext cx="502920" cy="25146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5120640"/>
            <a:ext cx="50292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4869179"/>
            <a:ext cx="502920" cy="25146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5120640"/>
            <a:ext cx="50292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12680" y="4869179"/>
            <a:ext cx="502920" cy="25146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0" y="5120640"/>
            <a:ext cx="50292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kapcsolóüzemű szabályozás fejlődése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Az 1960-as évektől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félvezetők gyors kapcsolásával egyre hatékonyabb teljesítményszabályozó rendszerek készültek.</a:t>
            </a:r>
            <a:br/>
            <a:br/>
            <a:r>
              <a:t>A PWM ma LED-meghajtók, kapcsolóüzemű tápegységek, frekvenciaváltók és villamos hajtások alapvető vezérlési módja.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04E"/>
                </a:solidFill>
                <a:latin typeface="Aptos"/>
              </a:defRPr>
            </a:pPr>
            <a:r>
              <a:t>Miért hatékonyabb egy motort gyors ki- és bekapcsolásokkal szabályozni, mint ellenállással csökkenteni a feszültségét?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Mit jelent a PWM?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Pulse Width Modulation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2148840"/>
            <a:ext cx="114300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44144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9476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Pulse • impulzus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73736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2148840"/>
            <a:ext cx="114300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44144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79476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Width • szélesség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73736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0" y="2148840"/>
            <a:ext cx="114300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44144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79476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Modulation • moduláció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PWM három kulcsfogalma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IMPULZUS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jel gyorsan vált be- és kikapcsolt állapot között.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Megmutatja, milyen gyakran ismétlődik a PWM periódusa.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KITÖLTÉSI TÉNYEZŐ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periódusidő mekkora részében van bekapcsolt állapotban a jel.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Kitöltési tényező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0% • 25% • 50% • 75% •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20574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40005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1570" y="4023360"/>
            <a:ext cx="40005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31620" y="4023360"/>
            <a:ext cx="40005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1669" y="4023360"/>
            <a:ext cx="40005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1691640"/>
            <a:ext cx="20574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18013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3268980"/>
            <a:ext cx="100012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35820" y="4023360"/>
            <a:ext cx="300037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35858" y="3268980"/>
            <a:ext cx="100012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35870" y="4023360"/>
            <a:ext cx="300037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35908" y="3268980"/>
            <a:ext cx="100012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5920" y="4023360"/>
            <a:ext cx="300037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35958" y="3268980"/>
            <a:ext cx="100012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5970" y="4023360"/>
            <a:ext cx="300037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11496" y="1691640"/>
            <a:ext cx="20574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8656" y="18013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0096" y="3268980"/>
            <a:ext cx="200025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40121" y="4023360"/>
            <a:ext cx="200025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268980"/>
            <a:ext cx="200025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0171" y="4023360"/>
            <a:ext cx="200025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0196" y="3268980"/>
            <a:ext cx="200025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40221" y="4023360"/>
            <a:ext cx="200025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40246" y="3268980"/>
            <a:ext cx="200025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40271" y="4023360"/>
            <a:ext cx="200025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15784" y="1691640"/>
            <a:ext cx="20574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8013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44384" y="3268980"/>
            <a:ext cx="300037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44421" y="4023360"/>
            <a:ext cx="100012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4434" y="3268980"/>
            <a:ext cx="300037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44471" y="4023360"/>
            <a:ext cx="100012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44484" y="3268980"/>
            <a:ext cx="300037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44521" y="4023360"/>
            <a:ext cx="100012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44534" y="3268980"/>
            <a:ext cx="300037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571" y="4023360"/>
            <a:ext cx="100012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720072" y="1691640"/>
            <a:ext cx="20574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57232" y="18013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48672" y="3268980"/>
            <a:ext cx="400050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348722" y="3268980"/>
            <a:ext cx="400050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748772" y="3268980"/>
            <a:ext cx="400050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148822" y="3268980"/>
            <a:ext cx="400050" cy="7543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A kitöltési tényező változtatásával a terhelésre jutó átlagos teljesítmény változtatható.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PWM és LED-fényerő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Gyors kapcsolás - folyamatosnak érzékelt fény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655417"/>
            <a:ext cx="18288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3138220"/>
            <a:ext cx="54864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0200" y="2655417"/>
            <a:ext cx="18288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83080" y="3138220"/>
            <a:ext cx="54864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655417"/>
            <a:ext cx="18288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4600" y="3138220"/>
            <a:ext cx="54864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63240" y="2655417"/>
            <a:ext cx="18288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3138220"/>
            <a:ext cx="54864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kisebb fényerő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645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755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655417"/>
            <a:ext cx="36576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3138220"/>
            <a:ext cx="36576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94960" y="2655417"/>
            <a:ext cx="36576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3138220"/>
            <a:ext cx="36576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655417"/>
            <a:ext cx="36576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138220"/>
            <a:ext cx="36576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2655417"/>
            <a:ext cx="36576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3760" y="3138220"/>
            <a:ext cx="36576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251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közepes fényerő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1645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755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2655417"/>
            <a:ext cx="54864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06840" y="3138220"/>
            <a:ext cx="18288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2655417"/>
            <a:ext cx="54864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38360" y="3138220"/>
            <a:ext cx="18288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21240" y="2655417"/>
            <a:ext cx="54864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69880" y="3138220"/>
            <a:ext cx="18288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52760" y="2655417"/>
            <a:ext cx="548640" cy="482803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201400" y="3138220"/>
            <a:ext cx="182880" cy="32004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4251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nagyobb fényerő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A LED nagyon gyorsan villog, de az emberi szem ezt folyamatos fényként érzékeli.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Hol használjuk a PWM-et?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forrás ipari példái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LED-szabályzó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DC motorvezérlő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33288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4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inverter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72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41864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41864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SMPS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kapcsolóüzemű táp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PWM-es LED-meghajtó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Arduino/Nano + MOSFET + 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743200" cy="2651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04E"/>
                </a:solidFill>
                <a:latin typeface="Aptos"/>
              </a:defRPr>
            </a:pPr>
            <a:r>
              <a:t>PWM FORRÁS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C6976"/>
                </a:solidFill>
                <a:latin typeface="Aptos"/>
              </a:defRPr>
            </a:pPr>
            <a:r>
              <a:t>Arduino / vezérlő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291840" cy="26517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423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MOSFET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7E8F5"/>
                </a:solidFill>
                <a:latin typeface="Aptos"/>
              </a:defRPr>
            </a:pPr>
            <a:r>
              <a:t>gyors kapcsolóelem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8346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828800"/>
            <a:ext cx="27432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347D59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C6976"/>
                </a:solidFill>
                <a:latin typeface="Aptos"/>
              </a:defRPr>
            </a:pPr>
            <a:r>
              <a:t>szabályozott fényerő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PWM vezérlés LED-del MOSFET segítségével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Építs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PWM-es LED-szabályzót.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Változtasd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kitöltési tényezőt.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Figyeld meg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LED fényerejének változását.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Mérd / nézd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PWM-jelalakot oszcilloszkóppal, ha van.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Dokumentáld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eredményeket mérési jegyzőkönyvben.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Számítás és idődiagram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KITÖLTÉS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kitöltési tényező számítása a bekapcsolási idő és a periódusidő alapján.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IDŐDIAGRAM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25%, 50% és 75% kitöltésű PWM-jel rajzolása és értelmezése.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ÁTLAGFESZÜLTSÉG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forrás szemléletes értelmezést kér: nagyobb kitöltéshez nagyobb átlagos hatás társul.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tanulói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Frekvencia ≠ kitöltés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Két külön jellemzőt írnak 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PWM ≠ analóg feszültség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PWM kapcsolóüzemű impulzusjel.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Kapcsolóüzem ≠ lineáris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működési elv és a veszteségek is eltérnek.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Csak a fényerőt nézzük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Oszcilloszkóppal a valódi jelalak is megfigyelhető.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PWM rövidítés jelentését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Az impulzus, frekvencia és kitöltési tényező fogalmát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0-100% kitöltési tényező értelmezését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PWM működését és előnyeit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PWM legfontosabb ipari alkalmazásait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hogyan állít elő a frekvenciaváltó háromfázisú váltakozó feszültséget PWM segítségével.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