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Tranzisztoros kapcsolások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163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DCE8F2"/>
                </a:solidFill>
                <a:latin typeface="Aptos"/>
              </a:defRPr>
            </a:pPr>
            <a:r>
              <a:t>és relémeghajtás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160520"/>
            <a:ext cx="1280160" cy="1280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4553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BJT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459028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4160520"/>
            <a:ext cx="1280160" cy="1280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4553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04E"/>
                </a:solidFill>
                <a:latin typeface="Aptos"/>
              </a:defRPr>
            </a:pPr>
            <a:r>
              <a:t>RELÉ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Sidney Darlington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Darlington-kapcsolás névadója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Sidney Darlington amerikai mérnök nevéhez fűződik a két bipoláris tranzisztorból felépülő Darlington-kapcsolás.</a:t>
            </a:r>
            <a:br/>
            <a:br/>
            <a:r>
              <a:t>Nagy áramerősítése miatt ipari vezérlésekben és relémeghajtókban is alkalmazzák.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04E"/>
                </a:solidFill>
                <a:latin typeface="Aptos"/>
              </a:defRPr>
            </a:pPr>
            <a:r>
              <a:t>Hogyan képes egy PLC vagy mikrokontroller kis kimeneti árama egy relét működtetni?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45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35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KAPCSOLÓÜZEM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356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lezárás és telítés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87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RELÉ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87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tekercs, NO és NC érintkezők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48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387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VÉDŐDIÓDA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538727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induktív feszültségcsúcsok kezelése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200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00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relémeghajtó építése és mérése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tranzisztor mint kapcsoló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Két alapállapot a relémeghajtásban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LEZÁRÁS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tranzisztor nem vezérli a relétekercset: a relé nyugalmi állapotban marad.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TELÍTÉS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tranzisztor kapcsolóként bekapcsolt állapotban működik, és a relétekercs áramot kap.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relé felépítése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vezérlő- és kapcsolóoldal elkülönül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4505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TEKERCS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a mágneses működtető rész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2356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4505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794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nyugalomban nyitott érintkező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1832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4505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794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nyugalomban zárt érintkező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Miért kell tranzisztoros meghajtó?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vezérlő kimenete és a relétekercs igénye eltérhet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926080" cy="25603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304E"/>
                </a:solidFill>
                <a:latin typeface="Aptos"/>
              </a:defRPr>
            </a:pPr>
            <a:r>
              <a:t>PLC / MCU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6976"/>
                </a:solidFill>
                <a:latin typeface="Aptos"/>
              </a:defRPr>
            </a:pPr>
            <a:r>
              <a:t>kis kimeneti 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2926080" cy="25603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BJT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7E8F5"/>
                </a:solidFill>
                <a:latin typeface="Aptos"/>
              </a:defRPr>
            </a:pPr>
            <a:r>
              <a:t>meghajtófokozat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432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2926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47D59"/>
                </a:solidFill>
                <a:latin typeface="Aptos"/>
              </a:defRPr>
            </a:pPr>
            <a:r>
              <a:t>RELÉ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6976"/>
                </a:solidFill>
                <a:latin typeface="Aptos"/>
              </a:defRPr>
            </a:pPr>
            <a:r>
              <a:t>12 V tekercs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Szabadonfutó dióda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relétekercs induktív terhelés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KIKAPCSOLÁSKOR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relétekercs mágneses terében tárolt energia feszültségcsúcsot hozhat létre.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1N4007 VÉDŐDIÓDA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dióda megfelelő polaritással a relétekercs mellett biztosít utat az induktív áramnak, és védi a meghajtó tranzisztort.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teljes relémeghajtó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BC547/BC337 • 12 V relé • 1N4007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94560"/>
            <a:ext cx="114300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nyomógomb / PLC / Arduino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82880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41648" y="2194560"/>
            <a:ext cx="114300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BJT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657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BC547 vagy BC337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82880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94576" y="2194560"/>
            <a:ext cx="114300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657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12 V tekercs + NO/NC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82880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47504" y="2194560"/>
            <a:ext cx="114300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DIÓDA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657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1N4007 védelem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három gyakorlati számítást kér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BÁZISELLENÁLLÁS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tranzisztor megfelelő vezérléséhez szükséges ellenállás méretezése.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RELÉTEKERCS ÁRAMA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relétekercs áramának meghatározása a rendelkezésre álló adatokból.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VESZTESÉG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tranzisztor teljesítményveszteségének egyszerű becslése.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Tranzisztoros relémeghajtó építése és mérése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relé tekercsét, NO és NC érintkezőit.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Építsd meg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BC547/BC337 tranzisztoros meghajtót.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Kösd 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1N4007 védődiódát helyes polaritással.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meg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bázis-, kollektor- és emitterfeszültséget.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relé működését mérési jegyzőkönyvben.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Védődióda fordítva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dióda helyes polaritása kulcsfontosságú.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Tekercs ↔ érintkező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relé vezérlő és kapcsoló oldalát ne keverd össze.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Hibás BJT-lábkiosztás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adatlapot mindig ellenőrizd.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Rossz bázisellenállás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nem megfelelő érték hibás működést okozhat.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találkozunk tranzisztoros relémeghajtással?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PLC-kimenet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CTRL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ipari vezérlő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328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ALARM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riasztó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mikrokontroller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4186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épületautomatika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A legtöbb PLC digitális kimenete félvezetős meghajtófokozaton keresztül vezérli a külső terhelést.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tranzisztor kapcsolóként való alkalmazását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relémeghajtó áramkör működését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védődióda szerepét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relé tekercs-, NO- és NC-kivezetéseinek szerepét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Egyszerű vezérlőkapcsolás felépítését és mérését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MOSFET tranzisztorok felépítése és működése.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