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85800"/>
            <a:ext cx="1051560" cy="7315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ED7EB"/>
                </a:solidFill>
                <a:latin typeface="Aptos"/>
              </a:defRPr>
            </a:pPr>
            <a:r>
              <a:t>20.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0312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500" b="1">
                <a:solidFill>
                  <a:srgbClr val="FFFFFF"/>
                </a:solidFill>
                <a:latin typeface="Aptos"/>
              </a:defRPr>
            </a:pPr>
            <a:r>
              <a:t>Egyenirányítás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78892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DCE8F2"/>
                </a:solidFill>
                <a:latin typeface="Aptos"/>
              </a:defRPr>
            </a:pPr>
            <a:r>
              <a:t>és a Graetz-hidas tápegység alapjai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4069080"/>
            <a:ext cx="1280160" cy="41148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0" y="4069080"/>
            <a:ext cx="1280160" cy="41148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80960" y="4983480"/>
            <a:ext cx="1280160" cy="41148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4983480"/>
            <a:ext cx="1280160" cy="41148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6177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~ 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46177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DC + / 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Leo Graetz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A négydiódás Graetz-híd névadója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49834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73152" cy="35661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562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TÖRTÉNETI KITEKINTÉS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04288"/>
            <a:ext cx="4572000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Leo Graetz (1856-1941) német fizikus nevét a négydiódás Graetz-hidas egyenirányító őrzi.</a:t>
            </a:r>
            <a:br/>
            <a:br/>
            <a:r>
              <a:t>Az ilyen kapcsolás ma szinte minden hálózati tápegység alapvető része.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691640"/>
            <a:ext cx="5532120" cy="356616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0574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6FB5"/>
                </a:solidFill>
                <a:latin typeface="Aptos"/>
              </a:defRPr>
            </a:pPr>
            <a:r>
              <a:t>GONDOLKODJ EL!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60604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14304E"/>
                </a:solidFill>
                <a:latin typeface="Aptos"/>
              </a:defRPr>
            </a:pPr>
            <a:r>
              <a:t>Hogyan lesz a hálózati váltakozó feszültségből a telefon töltéséhez szükséges egyenfeszültség?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Heti küldetés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640080" cy="64008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4533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43560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6FB5"/>
                </a:solidFill>
                <a:latin typeface="Aptos"/>
              </a:defRPr>
            </a:pPr>
            <a:r>
              <a:t>EGYENIRÁNYÍTÁS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143560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miért szükséges az AC-ből DC-t készíteni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68880"/>
            <a:ext cx="640080" cy="64008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9689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48716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6FB5"/>
                </a:solidFill>
                <a:latin typeface="Aptos"/>
              </a:defRPr>
            </a:pPr>
            <a:r>
              <a:t>FÉLHULLÁM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248716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egy dióda, csak az egyik félperiódus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520439"/>
            <a:ext cx="640080" cy="64008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64845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538727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6FB5"/>
                </a:solidFill>
                <a:latin typeface="Aptos"/>
              </a:defRPr>
            </a:pPr>
            <a:r>
              <a:t>TELJESHULLÁM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3538727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mindkét félperiódus hasznosítása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572000"/>
            <a:ext cx="640080" cy="64008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70001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5902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6FB5"/>
                </a:solidFill>
                <a:latin typeface="Aptos"/>
              </a:defRPr>
            </a:pPr>
            <a:r>
              <a:t>GRAETZ-HÍD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39" y="459028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négy dióda és állandó kimeneti polaritás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Miért kell egyenirányítani?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AC → lüktető DC → simított DC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73152" cy="402336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AC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58568"/>
            <a:ext cx="297180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hálózati és transzformátor-kimeneti váltakozó feszültség polaritása periodikusan változik.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6459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07408" y="1645920"/>
            <a:ext cx="73152" cy="40233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EGYENIRÁNYÍTÁS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258568"/>
            <a:ext cx="297180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dióda vagy dióda-híd az áram irányát úgy alakítja, hogy a terhelésen azonos polaritás jelenjen meg.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74736" y="16459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74736" y="1645920"/>
            <a:ext cx="73152" cy="402336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3336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DC OLDAL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3336" y="2258568"/>
            <a:ext cx="297180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Graetz-híd kimenete még lüktető egyenfeszültség. A simítás a következő hét témája.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Félhullámú egyenirányítás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Egy dióda - az egyik félperiódus hasznosul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3657600" cy="338328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317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~ AC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331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→  |&gt;| 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6576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D2E6F5"/>
                </a:solidFill>
                <a:latin typeface="Aptos"/>
              </a:defRPr>
            </a:pPr>
            <a:r>
              <a:t>TERHELÉS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1737360"/>
            <a:ext cx="6400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00600" y="1737360"/>
            <a:ext cx="73152" cy="150876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901952"/>
            <a:ext cx="5989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ELŐNY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350008"/>
            <a:ext cx="59893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Egyszerű, kevés alkatrész.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0" y="3520440"/>
            <a:ext cx="6400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800600" y="3520440"/>
            <a:ext cx="73152" cy="150876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3685032"/>
            <a:ext cx="5989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KORLÁT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133088"/>
            <a:ext cx="59893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Csak az egyik félperiódust használja; a teljeshullámú megoldás hatékonyabban hasznosítja a bemenetet.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Graetz-híd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Négy dióda - két-két dióda vezet félperiódusonként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86200" y="1645920"/>
            <a:ext cx="438912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3246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F6FB5"/>
                </a:solidFill>
                <a:latin typeface="Aptos"/>
              </a:defRPr>
            </a:pPr>
            <a:r>
              <a:t>AC ~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3246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F6FB5"/>
                </a:solidFill>
                <a:latin typeface="Aptos"/>
              </a:defRPr>
            </a:pPr>
            <a:r>
              <a:t>~ AC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80" y="178308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A84040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489204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4304E"/>
                </a:solidFill>
                <a:latin typeface="Aptos"/>
              </a:defRPr>
            </a:pPr>
            <a:r>
              <a:t>-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2423160"/>
            <a:ext cx="1143000" cy="50292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60520" y="2551176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D1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2423160"/>
            <a:ext cx="1143000" cy="50292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551176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D2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3886200"/>
            <a:ext cx="1143000" cy="50292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60520" y="4014215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D3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3886200"/>
            <a:ext cx="1143000" cy="50292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014215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D4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80644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6FB5"/>
                </a:solidFill>
                <a:latin typeface="Aptos"/>
              </a:defRPr>
            </a:pPr>
            <a:r>
              <a:t>A terhelés polaritása mindkét félperiódusban azonos marad.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Áramutak a Graetz-hídban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Mindkét félperiódusban másik diódapár vezet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530352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73152" cy="40233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105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1. FÉLPERIÓDUS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58568"/>
            <a:ext cx="489204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Az egyik bemeneti pont pozitívabb.</a:t>
            </a:r>
            <a:br/>
            <a:br/>
            <a:r>
              <a:t>A megfelelő két dióda nyitóirányba kerül, és az áram a terhelésen a kijelölt + → - irányban folyik.</a:t>
            </a:r>
            <a:br/>
            <a:br/>
            <a:r>
              <a:t>Rajzold fel az áramutat!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645920"/>
            <a:ext cx="530352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6208" y="1645920"/>
            <a:ext cx="73152" cy="402336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18105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2. FÉLPERIÓDUS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258568"/>
            <a:ext cx="489204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bemeneti polaritás felcserélődik.</a:t>
            </a:r>
            <a:br/>
            <a:br/>
            <a:r>
              <a:t>A másik két dióda vezet, de a terhelésen az áram iránya változatlan marad.</a:t>
            </a:r>
            <a:br/>
            <a:br/>
            <a:r>
              <a:t>Ez a teljeshullámú működés lényege.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Kimeneti feszültség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A vezető diódák feszültségesésével számolni kell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45920"/>
            <a:ext cx="3886200" cy="1874519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Aptos"/>
              </a:defRPr>
            </a:pPr>
            <a:r>
              <a:t>Uki ≈ Ucsúcs - 2 · UD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645920"/>
            <a:ext cx="61722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0" y="1645920"/>
            <a:ext cx="73152" cy="1874519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1810512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MIÉRT KETTŐ?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2258568"/>
            <a:ext cx="576072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Graetz-hídban egy adott félperiódusban két dióda van sorosan a vezetési útban.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519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4304E"/>
                </a:solidFill>
                <a:latin typeface="Aptos"/>
              </a:defRPr>
            </a:pPr>
            <a:r>
              <a:t>A forrás külön számítási feladatként emeli ki a diódák feszültségesésének figyelembevételét.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Labor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Félhullámú és Graetz-hidas egyenirányító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27048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4356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Építs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435608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félhullámú egyenirányítót egy diódával.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276856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386584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2951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Építs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295144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Graetz-hidas egyenirányítót négy diódával.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136391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46120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1546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Mérd meg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154679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bemeneti AC és a kimeneti DC feszültséget.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95928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105656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01421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Hasonlítsd össze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014215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két kapcsolás működését.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855464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965192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87375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Dokumentálj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4873751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mindent mérési jegyzőkönyvben.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Gyakori tanulói hibák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73152" cy="150876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Fordított dióda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48463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hibás polaritás megszakíthatja a kívánt áramutat.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0020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2200" y="1600200"/>
            <a:ext cx="73152" cy="150876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AC ↔ DC pontok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12848"/>
            <a:ext cx="48463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Graetz-híd bemeneti és kimeneti pontjait ne keverd össze.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65760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3657600"/>
            <a:ext cx="73152" cy="150876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Hibás kivezetés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70248"/>
            <a:ext cx="48463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Kész hídnál azonosítsd a ~, + és - jelöléseket.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72200" y="3657600"/>
            <a:ext cx="73152" cy="150876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822191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Mérés rossz állásban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270248"/>
            <a:ext cx="48463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AC oldalon AC, DC oldalon a megfelelő DC mérési módot használd.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IAP a gyakorlatban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Hol találkozunk Graetz-híddal?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2057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24712" y="2148840"/>
            <a:ext cx="82296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2386584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TÖLTŐ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9184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telefontöltő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07208" y="1828800"/>
            <a:ext cx="2057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9000" y="2148840"/>
            <a:ext cx="82296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2386584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329184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PLC-tápegység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11496" y="1828800"/>
            <a:ext cx="2057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733288" y="2148840"/>
            <a:ext cx="82296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33288" y="2386584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VFD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4376" y="329184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frekvenciaváltó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15784" y="1828800"/>
            <a:ext cx="2057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37576" y="2148840"/>
            <a:ext cx="82296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6" y="2386584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HEG.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98664" y="329184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hegesztőgép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20072" y="1828800"/>
            <a:ext cx="2057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341864" y="2148840"/>
            <a:ext cx="82296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41864" y="2386584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IPARI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2952" y="329184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ipari tápegység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074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6FB5"/>
                </a:solidFill>
                <a:latin typeface="Aptos"/>
              </a:defRPr>
            </a:pPr>
            <a:r>
              <a:t>A Graetz-híd a modern tápegységek egyik alapvető kapcsolása.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Amit ezen a héten megtanultál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44752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Az egyenirányítás célja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203704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95144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23113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Félhullámú és teljeshullámú egyenirányítás különbsége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990088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8152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017520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A Graetz-híd működése és áramútjai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76472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67911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803904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Diódák feszültségesésének szerepe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562856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654296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590288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Egyszerű egyenirányító áramkör felépítése és mérése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577840"/>
            <a:ext cx="10607040" cy="566928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733288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F6FB5"/>
                </a:solidFill>
                <a:latin typeface="Aptos"/>
              </a:defRPr>
            </a:pPr>
            <a:r>
              <a:t>Következő hét: pufferkondenzátorok, szűrés és feszültségsimítás.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