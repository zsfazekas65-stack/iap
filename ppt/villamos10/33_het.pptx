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933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a villamos hajtásokban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2958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2E4F1"/>
                </a:solidFill>
                <a:latin typeface="Aptos"/>
              </a:defRPr>
            </a:pPr>
            <a:r>
              <a:t>Ne találgass! Gondolkodj logikusan!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FAULT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WIRE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szemrevételezéstől az öndiagnosztikáig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Régen a hibakeresés főleg szemrevételezésre és egyszerű mérésekre épült.</a:t>
            </a:r>
            <a:br/>
            <a:br/>
            <a:r>
              <a:t>Ma hibakódok és öndiagnosztika segít - de a logikus gondolkodás továbbra is a legfontosabb.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304E"/>
                </a:solidFill>
                <a:latin typeface="Aptos"/>
              </a:defRPr>
            </a:pPr>
            <a:r>
              <a:t>Ha a motor nem indul el, honnan tudhatod, hogy valóban a motor hibás?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tanóra - Hibakeresési sorrend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szerinti logikai lánc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05740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331720"/>
            <a:ext cx="868680" cy="86868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58775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3456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3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05740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2331720"/>
            <a:ext cx="868680" cy="86868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58775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456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TÁPELLÁTÁS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05740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41848" y="2331720"/>
            <a:ext cx="868680" cy="8686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58775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456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HIBAJELZÉS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205740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37576" y="2331720"/>
            <a:ext cx="868680" cy="8686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7576" y="258775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3456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RUN PARANCS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38944" y="205740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33304" y="2331720"/>
            <a:ext cx="868680" cy="8686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33304" y="258775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3456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Mit vizsgálsz először? Miért?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tanóra - Tipikus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48840"/>
            <a:ext cx="1325880" cy="100584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BIZTOSÍTÉK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tápellátási probléma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148840"/>
            <a:ext cx="1325880" cy="10058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VEZÉRLŐJEL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160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parancs nem jut 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03136" y="2148840"/>
            <a:ext cx="1325880" cy="100584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MOTORBEKÖTÉS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60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kapcsolási hiba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56064" y="2148840"/>
            <a:ext cx="1325880" cy="100584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4160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üzemi probléma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tanóra - Hibakódok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OV • UV • OC • OH • 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Keresd meg a gyártói kézikönyvben!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UV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35204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Keresd meg a gyártói kézikönyvben!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35204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Keresd meg a gyártói kézikönyvben!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35204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Keresd meg a gyártói kézikönyvben!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5204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Keresd meg a gyártói kézikönyvben!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A tananyag a hibakódok értelmezését mindig a dokumentáció használatához köti.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Először megfigyel - csak ezután mér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CSATLAKOZÓ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Meglazult csatlakozó már szemmel is észrevehető lehet.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ALKATRÉSZ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Elszíneződött alkatrész hibára utalhat.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Sérült vezeték gyakran már szemrevételezéssel felismerhető.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tanóra - Hibakeresési 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Szándékosan előidézett egyszerű hibák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Vizsgáld meg a berendezést.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Hibajelzés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Olvasd le és dokumentáld.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Keresd meg a hibakódot a kézikönyvben.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Mérési pont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Jelöld ki a következő ellenőrzés helyét.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Rögzítsd a mérési eredményt és következtetést.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Ne találgass - zárd ki a hibalehetőségeket!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834640" cy="2651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4304E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2651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828800"/>
            <a:ext cx="28346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468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7D59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Minden lépésnek legyen oka és dokumentált eredménye.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5. tanóra - Komplex hibakeresés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HIBAKERESÉSI TERV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Építs fel előre egy logikus vizsgálati sorrendet.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CSOPORTMUNKA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Beszéljétek meg, mely hibalehetőséget milyen vizsgálattal zárjátok ki.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hét végén kvíz és esettanulmányok zárják a témát.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10 lépéses ellenőrző 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Házi feladat - saját hibakeresési rendszer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0352" cy="53035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17904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0352" cy="53035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17904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4813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13432"/>
            <a:ext cx="530352" cy="53035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14016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77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Tápellátás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13432"/>
            <a:ext cx="530352" cy="53035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14016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377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Hibajelzés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09544"/>
            <a:ext cx="530352" cy="53035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10127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73551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9544"/>
            <a:ext cx="530352" cy="53035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310127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273551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RUN parancs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05656"/>
            <a:ext cx="530352" cy="53035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0624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1696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05656"/>
            <a:ext cx="530352" cy="53035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20624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1696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Mérési pontok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001768"/>
            <a:ext cx="530352" cy="53035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102352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06577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001768"/>
            <a:ext cx="530352" cy="53035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102352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506577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Következtetés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logikus hibakeresési sorrendet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tipikus hajtáshibák felismerését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hibakódok dokumentációval történő értelmezését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szemrevételezés és mérés helyes sorrendjét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hibakeresési terv és jegyzőkönyv szerepét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komplex gyakorlati projekt - az év során megszerzett ismeretek alkalmazása egy feladatban.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