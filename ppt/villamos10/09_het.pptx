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495371f9954cfb" /><Relationship Type="http://schemas.openxmlformats.org/officeDocument/2006/relationships/extended-properties" Target="/docProps/app.xml" Id="Rf25fd58e696647fc" /><Relationship Type="http://schemas.openxmlformats.org/officeDocument/2006/relationships/officeDocument" Target="/ppt/presentation.xml" Id="R50ead2c7e8f74f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8049fb96c8423f"/>
  </p:sldMasterIdLst>
  <p:notesMasterIdLst>
    <p:notesMasterId xmlns:r="http://schemas.openxmlformats.org/officeDocument/2006/relationships" r:id="R9877942f59664a92"/>
  </p:notesMasterIdLst>
  <p:sldIdLst>
    <p:sldId xmlns:r="http://schemas.openxmlformats.org/officeDocument/2006/relationships" id="256" r:id="R91da4a7aae174ce5"/>
    <p:sldId xmlns:r="http://schemas.openxmlformats.org/officeDocument/2006/relationships" id="257" r:id="Rc11e4f3c9a884029"/>
    <p:sldId xmlns:r="http://schemas.openxmlformats.org/officeDocument/2006/relationships" id="258" r:id="R9b9f631bd3da4508"/>
    <p:sldId xmlns:r="http://schemas.openxmlformats.org/officeDocument/2006/relationships" id="259" r:id="R3bb9417dc9454bfd"/>
    <p:sldId xmlns:r="http://schemas.openxmlformats.org/officeDocument/2006/relationships" id="260" r:id="Refc7fc4060e44950"/>
    <p:sldId xmlns:r="http://schemas.openxmlformats.org/officeDocument/2006/relationships" id="261" r:id="R3e1f948dcb224bd0"/>
    <p:sldId xmlns:r="http://schemas.openxmlformats.org/officeDocument/2006/relationships" id="262" r:id="R5ea8635a5259415a"/>
    <p:sldId xmlns:r="http://schemas.openxmlformats.org/officeDocument/2006/relationships" id="263" r:id="R4df5d66cd3464da1"/>
    <p:sldId xmlns:r="http://schemas.openxmlformats.org/officeDocument/2006/relationships" id="264" r:id="R7eef521492f648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2ac519db7e4cc3" /><Relationship Type="http://schemas.openxmlformats.org/officeDocument/2006/relationships/slideMaster" Target="/ppt/slideMasters/slideMaster1.xml" Id="Rd78049fb96c8423f" /><Relationship Type="http://schemas.openxmlformats.org/officeDocument/2006/relationships/notesMaster" Target="/ppt/notesMasters/notesMaster1.xml" Id="R9877942f59664a92" /><Relationship Type="http://schemas.openxmlformats.org/officeDocument/2006/relationships/presProps" Target="/ppt/presProps.xml" Id="R4489ee6c35b243d0" /><Relationship Type="http://schemas.openxmlformats.org/officeDocument/2006/relationships/tableStyles" Target="/ppt/tableStyles.xml" Id="Rce33207360a245e7" /><Relationship Type="http://schemas.openxmlformats.org/officeDocument/2006/relationships/slide" Target="/ppt/slides/slide1.xml" Id="R91da4a7aae174ce5" /><Relationship Type="http://schemas.openxmlformats.org/officeDocument/2006/relationships/slide" Target="/ppt/slides/slide2.xml" Id="Rc11e4f3c9a884029" /><Relationship Type="http://schemas.openxmlformats.org/officeDocument/2006/relationships/slide" Target="/ppt/slides/slide3.xml" Id="R9b9f631bd3da4508" /><Relationship Type="http://schemas.openxmlformats.org/officeDocument/2006/relationships/slide" Target="/ppt/slides/slide4.xml" Id="R3bb9417dc9454bfd" /><Relationship Type="http://schemas.openxmlformats.org/officeDocument/2006/relationships/slide" Target="/ppt/slides/slide5.xml" Id="Refc7fc4060e44950" /><Relationship Type="http://schemas.openxmlformats.org/officeDocument/2006/relationships/slide" Target="/ppt/slides/slide6.xml" Id="R3e1f948dcb224bd0" /><Relationship Type="http://schemas.openxmlformats.org/officeDocument/2006/relationships/slide" Target="/ppt/slides/slide7.xml" Id="R5ea8635a5259415a" /><Relationship Type="http://schemas.openxmlformats.org/officeDocument/2006/relationships/slide" Target="/ppt/slides/slide8.xml" Id="R4df5d66cd3464da1" /><Relationship Type="http://schemas.openxmlformats.org/officeDocument/2006/relationships/slide" Target="/ppt/slides/slide9.xml" Id="R7eef521492f6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b057cae83c43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ce9fde4974f06" /><Relationship Type="http://schemas.openxmlformats.org/officeDocument/2006/relationships/notesMaster" Target="/ppt/notesMasters/notesMaster1.xml" Id="Re6dfdcccbd0a4d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065b4c7fbd48b9" /><Relationship Type="http://schemas.openxmlformats.org/officeDocument/2006/relationships/notesMaster" Target="/ppt/notesMasters/notesMaster1.xml" Id="Rff061be1f0c644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0a4a40867f495b" /><Relationship Type="http://schemas.openxmlformats.org/officeDocument/2006/relationships/notesMaster" Target="/ppt/notesMasters/notesMaster1.xml" Id="R379f14c1cb1542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7bfa2c6464c98" /><Relationship Type="http://schemas.openxmlformats.org/officeDocument/2006/relationships/notesMaster" Target="/ppt/notesMasters/notesMaster1.xml" Id="Ra964aa374b1e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22b115c1294225" /><Relationship Type="http://schemas.openxmlformats.org/officeDocument/2006/relationships/notesMaster" Target="/ppt/notesMasters/notesMaster1.xml" Id="Rb957c1bdb19c41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88dce5214a4ced" /><Relationship Type="http://schemas.openxmlformats.org/officeDocument/2006/relationships/notesMaster" Target="/ppt/notesMasters/notesMaster1.xml" Id="Rbfb21dcbef5149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6b86273b77412f" /><Relationship Type="http://schemas.openxmlformats.org/officeDocument/2006/relationships/notesMaster" Target="/ppt/notesMasters/notesMaster1.xml" Id="R7d22a0c89b4f43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ecc5d58ca04d58" /><Relationship Type="http://schemas.openxmlformats.org/officeDocument/2006/relationships/notesMaster" Target="/ppt/notesMasters/notesMaster1.xml" Id="Rccd670fb96a44d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6486dda64346f6" /><Relationship Type="http://schemas.openxmlformats.org/officeDocument/2006/relationships/notesMaster" Target="/ppt/notesMasters/notesMaster1.xml" Id="R1999c1e05449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Heti cél: a vegyes hálózat logikus egyszerűsítése és mérése.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Színekkel jelöljük a soros és párhuzamos részeket.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sorrend fontosabb, mint a gyorsaság.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Minden lépés után rajzoljuk újra a kapcsolást.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Soros résznél az áram, párhuzamos résznél a feszültség azonos.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még ellenőrzésként használjuk; jövő héten önálló módszerként.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laborban csak törpefeszültséget használjunk.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jegyzőkönyvben külön értékeljük a számított és mért eltérést.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Zárásként kérj egy rövid egyszerűsítési stratégiát.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- 09.het_Vegyes_ellenallas_kapcsolasok_Kirchhoff.docx (felhasználói forrás)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eb36c317b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c15e4523a4aa4" /><Relationship Type="http://schemas.openxmlformats.org/officeDocument/2006/relationships/slideLayout" Target="/ppt/slideLayouts/slideLayout1.xml" Id="R91fa957e38e54c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a957e38e54c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96a216b7144a2" /><Relationship Type="http://schemas.openxmlformats.org/officeDocument/2006/relationships/notesSlide" Target="/ppt/notesSlides/notesSlide1.xml" Id="Rfc28be52ce2a4f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d6f6f792049c1" /><Relationship Type="http://schemas.openxmlformats.org/officeDocument/2006/relationships/notesSlide" Target="/ppt/notesSlides/notesSlide2.xml" Id="R20a05a32ee51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103f1ad354bbe" /><Relationship Type="http://schemas.openxmlformats.org/officeDocument/2006/relationships/notesSlide" Target="/ppt/notesSlides/notesSlide3.xml" Id="Rbf415f9a5644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ed1e1074d4c80" /><Relationship Type="http://schemas.openxmlformats.org/officeDocument/2006/relationships/notesSlide" Target="/ppt/notesSlides/notesSlide4.xml" Id="R6e9e45cac20e4e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bea257e9c45e2" /><Relationship Type="http://schemas.openxmlformats.org/officeDocument/2006/relationships/notesSlide" Target="/ppt/notesSlides/notesSlide5.xml" Id="R5b2f194d283b46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a83295f9f41e1" /><Relationship Type="http://schemas.openxmlformats.org/officeDocument/2006/relationships/notesSlide" Target="/ppt/notesSlides/notesSlide6.xml" Id="R16d751321829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0979d880e4840" /><Relationship Type="http://schemas.openxmlformats.org/officeDocument/2006/relationships/notesSlide" Target="/ppt/notesSlides/notesSlide7.xml" Id="R9d4201fba2e14e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7ec31e697413f" /><Relationship Type="http://schemas.openxmlformats.org/officeDocument/2006/relationships/notesSlide" Target="/ppt/notesSlides/notesSlide8.xml" Id="R0fe2cd4a3c5f45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7a9ac8b984832" /><Relationship Type="http://schemas.openxmlformats.org/officeDocument/2006/relationships/notesSlide" Target="/ppt/notesSlides/notesSlide9.xml" Id="R0b2f3398575248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C517D-59A7-46EB-884C-BA90300C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IAP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2317D-8167-46D8-8AC3-DD369976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Vegyes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ellenálláskapcsolások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31956-061A-4BF9-9B45-26D66D90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FDFFF"/>
                </a:solidFill>
                <a:latin typeface="Arial"/>
                <a:ea typeface="Arial"/>
                <a:cs typeface="Arial"/>
              </a:rPr>
              <a:t>9. hét • Villamos alapismeretek • 10. évfolyam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AF34F-6BC4-4B3F-9ACF-1D87F5B7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E78EC-ED5E-435F-9709-6A6E14C1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R₁ +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(R₂ ∥ R₃)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A085D-CE7E-44EE-97FE-C744E4E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lépésenként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6337F-2D9F-43E6-A0B5-2BBC76E9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Jelöld, egyszerűsítsd, rajzold újra, majd számíts vissza.</a:t>
            </a:r>
          </a:p>
        </p:txBody>
      </p:sp>
    </p:spTree>
    <p:extLst>
      <p:ext uri="{BB962C8B-B14F-4D97-AF65-F5344CB8AC3E}">
        <p14:creationId xmlns:p14="http://schemas.microsoft.com/office/powerpoint/2010/main" val="857774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636D0-1242-4646-9FF9-8E1785A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vegyes hálózat kétféle részkapcsolásból épül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2035F-D60A-4133-BCFE-86083A1C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E23BB-9DFF-470F-929A-6E8BD4FC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66F55-90C6-4B3E-9B06-238A6E6E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074A8-49CB-4620-A944-0513D43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SOROS RÉSZ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BF2FA-4E72-4B2B-8652-DEFC99F9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azonos áram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68BF2-A637-4034-BF04-A6CA36F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R összeadódik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B17CB-4D9A-4944-BEEB-B63CF07E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21E09-A0ED-4E25-92A5-92A5B5D6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PÁRHUZAMOS RÉSZ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DB148-2A58-4C42-A107-97BC1949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azonos feszültség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BE3D0-38BD-479E-A311-C3313E16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1/R összeadódik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F648F-B434-4EB3-8645-67884201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364A2-37DB-46AB-B5D2-B5B9516F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TELJES HÁLÓZAT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CE523-9E6E-44A7-B19A-419E763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több lépés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0EF1A-7EE6-42C9-8423-039960B0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újrarajzolás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709E5-776E-4D73-B978-B5F1CE75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Nem az egész rajzra választunk egyetlen képletet.</a:t>
            </a:r>
          </a:p>
        </p:txBody>
      </p:sp>
    </p:spTree>
    <p:extLst>
      <p:ext uri="{BB962C8B-B14F-4D97-AF65-F5344CB8AC3E}">
        <p14:creationId xmlns:p14="http://schemas.microsoft.com/office/powerpoint/2010/main" val="1108522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22F7D-F41A-45DD-B729-93362232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Az egyszerűsítés mindig a legbelső résszel kezdődik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E79B2-9E3B-4128-9C61-9E8699FD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E8D52-3E1D-4C97-A6E5-D08B3849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1FF62-FF0F-4026-BF15-7EE1686F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BF343-16F8-4B72-A37D-48279C5E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192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E6437-3B9E-4C3E-9C2A-17AD347C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Jelöld a csomópontokat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4E2E8-CBF2-440C-B906-2EB3D759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3FA1-E85D-4248-BA8E-D1E634DB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5DB3C-0FC0-4E9E-8FC6-0C3DE8A1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69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Keresd a tiszta részkapcsolást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AE7CE-EE61-4A20-93D2-16A8A63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DBD85-694A-42A6-A206-E5F45A65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37EAD-C016-4B19-A97A-A22AB52A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623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Számítsd ki a részeredőt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63E75-EB4A-4E16-821D-5052A0E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42761-3F6A-483F-AEE8-60B6FE86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777A5-AC09-47EB-A38E-582BEA23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576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Rajzold újra a hálózatot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212FE-E083-407E-A537-EA774AD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D9353-B7F8-40F9-8401-26659D8D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681B7-C344-43BF-830A-1EE5A5B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530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55B"/>
                </a:solidFill>
                <a:latin typeface="Arial"/>
                <a:ea typeface="Arial"/>
                <a:cs typeface="Arial"/>
              </a:rPr>
              <a:t>Ismételd, majd számíts vissza</a:t>
            </a:r>
          </a:p>
        </p:txBody>
      </p:sp>
    </p:spTree>
    <p:extLst>
      <p:ext uri="{BB962C8B-B14F-4D97-AF65-F5344CB8AC3E}">
        <p14:creationId xmlns:p14="http://schemas.microsoft.com/office/powerpoint/2010/main" val="1827841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D1202-B563-40D5-9B84-BE5BC628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Példa: 100 Ω + (220 Ω ∥ 220 Ω)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C6D40-642F-4FEE-AA7D-9E089AD7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1A40B-6766-4E05-89D9-D88E37DE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A05EC-B173-4719-A15E-814982AB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EBBD0-CD8F-4B50-AD69-0F336F3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1. LÉPÉS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4744A-12E8-4183-9B04-16A9BBC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220 Ω ∥ 220 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EBE3E-1641-41F7-8AA5-38983B5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110 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AC856-0E7F-4367-8AAD-2ACC9DA4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82961-6194-428A-9690-49D0C435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2. LÉPÉS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9F459-5C45-491A-8B66-BBC18CF1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100 Ω + 110 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1DCF7-D677-4EF0-A95D-25940388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Rₑ = 210 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60BD0-8DEC-44B4-AF96-EBCC30C9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91661-4454-41CA-998D-2BA2F94E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3. LÉPÉS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52A3E-DA43-46EA-A24A-F5123B4D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 = 21 V / 210 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3B153-99D1-4826-857F-45219DBB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0,10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E4123-4A81-40B4-93F2-B7205B9B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Belülről kifelé egyszerűsítünk.</a:t>
            </a:r>
          </a:p>
        </p:txBody>
      </p:sp>
    </p:spTree>
    <p:extLst>
      <p:ext uri="{BB962C8B-B14F-4D97-AF65-F5344CB8AC3E}">
        <p14:creationId xmlns:p14="http://schemas.microsoft.com/office/powerpoint/2010/main" val="1226513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B811A-BEC3-4E04-ADDF-9D281D04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Visszaszámításkor fordított sorrendben haladunk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2C427-7811-4585-B94E-8F4225C2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85B8E-9566-4197-AFE7-08957B17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9A9FA-6DEE-447F-B172-244EAFA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EFEDE-FA69-4A5E-8F28-9E7E157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SOROS ELEM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55ECF-D02D-4A11-B595-7D3C2BCA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U₁ = I·R₁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CC38F-53F8-4604-A5D6-4F4CF1BA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10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38391-0BDB-451A-8284-89E6BCD4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87523-1729-4534-B7FA-3CEA71E5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PÁRHUZAMOS RÉSZ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3FA71-D83E-4228-9CE4-1132CA3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Uₚ = U − U₁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913DE-4038-490C-8466-CFACF0F9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11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6147F-B49B-42E8-A40D-F9EF9987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79C24-A2FB-4805-AB96-92A6913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KÉT ÁG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67FBF-68BF-42B4-8C35-DAA4556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I₂ = I₃ = Uₚ/220 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F8CC8-99B7-4780-B618-987F6C0B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0,05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6C144-EF43-4C00-9183-92820525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visszaszámítás ugyanazon az úton halad – csak visszafelé.</a:t>
            </a:r>
          </a:p>
        </p:txBody>
      </p:sp>
    </p:spTree>
    <p:extLst>
      <p:ext uri="{BB962C8B-B14F-4D97-AF65-F5344CB8AC3E}">
        <p14:creationId xmlns:p14="http://schemas.microsoft.com/office/powerpoint/2010/main" val="9651592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C86C3-FB5E-406F-BE3D-970CC579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Kirchhoff mindkét törvénye ellenőrzi az eredményt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20AAB-1778-4C89-ACC5-D4462D31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1BD3D-5166-45CF-8D01-FF763A6E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3419D-0924-4D01-A2A2-76979CDB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E07EE-3646-4DB5-8B77-608AB086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HUROK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0B814-6FC4-477E-AE5F-5EAD5DC6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 = U₁ + Uₚ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E0CEF-2D9C-4C47-8BF7-D2E7AE2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21 V = 10 V + 11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F82D2-6118-411C-A5CB-EEE7E39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EC4C9-8AA6-45B1-B09C-2824F051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CSOMÓPONT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90F0A-528C-4BCE-BF40-23F062CF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I = I₂ + I₃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FEA33-D6EE-459E-A86E-28064D33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0,10 A = 0,05 A + 0,05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CE4DB-E757-4652-94AF-DD7C5CA2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333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2A780-C032-4AF4-BB8A-27952221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KÖVETKEZTETÉS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43868-0E3B-4F67-B3EA-D2348B60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mindkettő teljesül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DEBB5-35BF-4CBE-B4DE-D65F9248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 számítás helyes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B550D-AF4F-4FBA-9FF3-0C76726D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Az ellenőrzés hibát jelez, mielőtt a mérésben keresnénk.</a:t>
            </a:r>
          </a:p>
        </p:txBody>
      </p:sp>
    </p:spTree>
    <p:extLst>
      <p:ext uri="{BB962C8B-B14F-4D97-AF65-F5344CB8AC3E}">
        <p14:creationId xmlns:p14="http://schemas.microsoft.com/office/powerpoint/2010/main" val="79158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C2CFA-7E05-410E-9B64-36B4E9F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helyes kapcsolásfelismerés a döntő lépés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F368A-DF1D-4EEE-AAFF-8AAE1B9F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8A1D3-7392-4545-B2FC-20D918D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80B6A-B1C4-4A55-8AF9-42D0FC04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FF2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C197F-8C98-4DDA-91DD-4DF203C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A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A000"/>
                </a:solidFill>
                <a:latin typeface="Arial"/>
                <a:ea typeface="Arial"/>
                <a:cs typeface="Arial"/>
              </a:rPr>
              <a:t>GYAKORI HIBA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BBF7F-EDB0-407D-949D-CDE5B636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Két elem nem soros, ha közös pontjukról másik ág is leágazik.</a:t>
            </a:r>
          </a:p>
          <a:p xmlns:a="http://schemas.openxmlformats.org/drawingml/2006/main">
            <a:pPr algn="ctr">
              <a:defRPr sz="23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Két elem csak akkor párhuzamos, ha ugyanahhoz a két csomóponthoz kapcsolódik.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DE9ED-E54A-43F4-9064-934BD7D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Átépítés és műszeráthelyezés előtt kapcsold ki a tápegységet.</a:t>
            </a:r>
          </a:p>
        </p:txBody>
      </p:sp>
    </p:spTree>
    <p:extLst>
      <p:ext uri="{BB962C8B-B14F-4D97-AF65-F5344CB8AC3E}">
        <p14:creationId xmlns:p14="http://schemas.microsoft.com/office/powerpoint/2010/main" val="669200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C3AA7-D350-465A-8250-9C7AEB60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A mérés a teljes megoldási láncot igazolja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84BAF-883C-4289-AC54-D4130721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9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F2788-1A34-4BB0-8E23-2DA2EE0C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D8"/>
          </a:solidFill>
          <a:ln xmlns:a="http://schemas.openxmlformats.org/drawingml/2006/main" w="9525">
            <a:solidFill>
              <a:srgbClr val="B8C8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60718-74E3-40D4-96A5-282E493D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A124F-EE6B-4273-A22E-FF9B9620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R₂ ∥ R₃ ≈ 110 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280E2-CFC2-4C5F-9D50-B0F59DA6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5C6B1-F387-41BE-8332-884EAD1A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976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6D2"/>
                </a:solidFill>
                <a:latin typeface="Arial"/>
                <a:ea typeface="Arial"/>
                <a:cs typeface="Arial"/>
              </a:rPr>
              <a:t>Rₑ ≈ 210 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1CE34-1AF4-432F-B786-79B61EE4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A3881-876A-474A-B765-F5AD22DB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35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55B"/>
                </a:solidFill>
                <a:latin typeface="Arial"/>
                <a:ea typeface="Arial"/>
                <a:cs typeface="Arial"/>
              </a:rPr>
              <a:t>U ≈ U₁ + Uₚ és I ≈ I₂ + I₃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13711-1D08-440E-854F-04D03DBC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64"/>
                </a:solidFill>
                <a:latin typeface="Arial"/>
                <a:ea typeface="Arial"/>
                <a:cs typeface="Arial"/>
              </a:rPr>
              <a:t>Számítás → építés → mérés → összehasonlítás → magyarázat</a:t>
            </a:r>
          </a:p>
        </p:txBody>
      </p:sp>
    </p:spTree>
    <p:extLst>
      <p:ext uri="{BB962C8B-B14F-4D97-AF65-F5344CB8AC3E}">
        <p14:creationId xmlns:p14="http://schemas.microsoft.com/office/powerpoint/2010/main" val="1077817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EA46E-4AA0-4DA4-97CF-9315441E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 vigyél haza mára?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289D7-237C-4685-ADAF-D643B600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6A23B-4DFF-44A4-A13E-D83AB2ED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vegyes hálózatot részkapcsolásokra bontom.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569E1-6DC3-4792-B093-19E70E0C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26C28-97E4-4B5C-A4BA-AB491DC1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Mindig a legegyszerűbb belső résszel kezdek.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0B09D-015D-402D-AF33-A52C15CA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23F8C-9025-4F56-B78B-951F401E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Minden lépés után újrarajzolom a hálózatot.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A1796-086F-47A6-8D67-FBF73200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9C6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6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E019A-A7B4-4C5D-948F-130B5551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Kirchhoff törvényeivel ellenőrzöm az eredményt.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3F65D-B9DB-4E76-BBDE-F52DF897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D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FFF"/>
                </a:solidFill>
                <a:latin typeface="Arial"/>
                <a:ea typeface="Arial"/>
                <a:cs typeface="Arial"/>
              </a:rPr>
              <a:t>Következő hét: Kirchhoff csomóponti és huroktörvénye</a:t>
            </a:r>
          </a:p>
        </p:txBody>
      </p:sp>
    </p:spTree>
    <p:extLst>
      <p:ext uri="{BB962C8B-B14F-4D97-AF65-F5344CB8AC3E}">
        <p14:creationId xmlns:p14="http://schemas.microsoft.com/office/powerpoint/2010/main" val="1380787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2026-08-20T15:24:10.6390000Z</dcterms:created>
  <dcterms:modified xsi:type="dcterms:W3CDTF">2026-08-20T15:24:10.6390000Z</dcterms:modified>
</coreProperties>
</file>