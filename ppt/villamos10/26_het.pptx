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IGBT tranzisztorok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1635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DCE8F2"/>
                </a:solidFill>
                <a:latin typeface="Aptos"/>
              </a:defRPr>
            </a:pPr>
            <a:r>
              <a:t>a teljesítményelektronika egyik kulcseleme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4251960"/>
            <a:ext cx="96012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45354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251960"/>
            <a:ext cx="960120" cy="9601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45354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304E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4251960"/>
            <a:ext cx="960120" cy="9601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69880" y="45354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304E"/>
                </a:solidFill>
                <a:latin typeface="Aptos"/>
              </a:defRPr>
            </a:pPr>
            <a: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Az IGBT megszületése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Az 1980-as évektől a teljesítményelektronika meghatározó eleme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IGBT célja a MOSFET egyszerű vezérlésének és a bipoláris tranzisztor nagy teljesítményének egyesítése.</a:t>
            </a:r>
            <a:br/>
            <a:br/>
            <a:r>
              <a:t>Ma a teljesítményelektronika egyik legfontosabb félvezetője.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974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4304E"/>
                </a:solidFill>
                <a:latin typeface="Aptos"/>
              </a:defRPr>
            </a:pPr>
            <a:r>
              <a:t>Miért nem elegendő egy hagyományos kisjelű tranzisztor egy több kilowattos villanymotor vezérléséhez?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Heti küldetés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453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35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43560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rövidítés és a felépítés megértése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96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4871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G • C • 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4871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Gate, Collector és Emitter felismerése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39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484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387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3 TRANZISZTOR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538727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BJT, MOSFET és IGBT összehasonlítása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7200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000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90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IPAR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frekvenciaváltó, inverter, UPS, hegesztőgép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Mit jelent az IGBT?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Insulated Gate Bipolar Transistor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441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Insulated • szigetelt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14215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5" y="2441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749039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Gate • vezérlőelektróda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67144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2441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749039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Bipolar • bipoláris működés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20072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2441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749039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Transistor • tranzisztor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Az IGBT három kivezetése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Gate • Collector • Emitter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2148840"/>
            <a:ext cx="1097280" cy="1097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450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vezérlőelektróda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7373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0" y="2148840"/>
            <a:ext cx="1097280" cy="1097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2450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COLLECTOR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160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a teljesítményáram egyik kivezetése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7373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0" y="2148840"/>
            <a:ext cx="1097280" cy="1097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450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EMITTER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160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a teljesítményáram másik kivezetése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BJT • MOSFET • IGBT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Három tranzisztortípus összehasonlítása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35204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BJT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58568"/>
            <a:ext cx="310896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korábbi blokk bipoláris tranzisztora.</a:t>
            </a:r>
            <a:br/>
            <a:br/>
            <a:r>
              <a:t>A heti feladat az IGBT-vel és MOSFET-tel való összehasonlítása.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645920"/>
            <a:ext cx="35204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4256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MOSFET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258568"/>
            <a:ext cx="310896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Egyszerű, Gate-alapú vezérlés.</a:t>
            </a:r>
            <a:br/>
            <a:br/>
            <a:r>
              <a:t>Az IGBT fejlesztésének egyik célja ennek az egyszerű vezérlésnek a megtartása volt.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1645920"/>
            <a:ext cx="35204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65592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258568"/>
            <a:ext cx="310896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forrás szerint a MOSFET egyszerű vezérlését és a bipoláris tranzisztor nagy teljesítményét egyesíti.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Hol dolgozik az IGBT?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Nagy teljesítményű ipari alkalmazások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14215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5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inverter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67144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szünetmentes táp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20072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hegesztőgép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IAP a gyakorlatban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Az IGBT ipari környezete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4712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SERVO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szervohajtás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napelemes inverter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33288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villamos jármű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5784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37576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0072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41864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41864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Az IGBT különösen fontos a motorhajtások és nagy teljesítményű energiaátalakítók világában.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Adatlap-értelmezés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labor egyik központi feladata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TÍPUS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Azonosítsd az IGBT modul pontos típusszámát és keresd meg a hozzá tartozó adatlapot.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FESZÜLTSÉG / ÁRAM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Olvasd le a névleges feszültséget és áramot az adatlapról.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ALKALMAZÁS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paraméterek alapján válassz megfelelő alkalmazási területet.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IGBT modul vizsgálata és adatlap értelmezése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Azonosíts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egy IGBT modult vagy bontott frekvenciaváltó teljesítményrészt.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Keresd meg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Gate, Collector és Emitter kivezetéseket.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Olvasd 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adatlap fő paramétereit.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Becsüld meg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lehetséges teljesítményt és alkalmazási területet.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Készíts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rövid mérési vagy megfigyelési jegyzőkönyvet.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Gyakori tanulói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IGBT ↔ MOSFET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két eszköz nem azonos; az összehasonlítás a hét egyik fő célja.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Gate ↔ Collector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kivezetések felcserélése súlyos értelmezési hiba.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Adatlap félreolvasása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jelöléseket és névleges értékeket pontosan kell értelmezni.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Csak az alkatrészt nézzük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Mindig az ipari alkalmazási környezetben is gondolkodjunk.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Kitekintés: 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Újabb teljesítmény-félvezetők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4420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4304E"/>
                </a:solidFill>
                <a:latin typeface="Aptos"/>
              </a:defRPr>
            </a:pPr>
            <a:r>
              <a:t>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48840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304E"/>
                </a:solidFill>
                <a:latin typeface="Aptos"/>
              </a:defRPr>
            </a:pPr>
            <a:r>
              <a:t>A nagy hatásfokú hajtásokban egyre gyakrabban jelennek meg a szilícium-karbid teljesítmény-félvezetők.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429000"/>
            <a:ext cx="7223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6FB5"/>
                </a:solidFill>
                <a:latin typeface="Aptos"/>
              </a:defRPr>
            </a:pPr>
            <a:r>
              <a:t>Az IGBT azonban továbbra is meghatározó az ipari teljesítményelektronikában.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Az IGBT rövidítés jelentését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Az IGBT felépítését és Gate–Collector–Emitter kivezetéseit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BJT, MOSFET és IGBT közötti különbségeket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Az adatlap fő paramétereinek értelmezését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Az IGBT legfontosabb ipari alkalmazásait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Következő hét: PWM szabályozás és teljesítményelektronikai kapcsolások alapjai.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