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Pufferkondenzátorok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DCE8F2"/>
                </a:solidFill>
                <a:latin typeface="Aptos"/>
              </a:defRPr>
            </a:pPr>
            <a:r>
              <a:t>és a feszültségsimítás alapjai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251960"/>
            <a:ext cx="914400" cy="146304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0" y="4251960"/>
            <a:ext cx="914400" cy="146304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4526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526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Pieter van Musschenbroek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Leideni palacktól a modern kondenzátorig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holland fizikus nevéhez fűződik a Leideni palack, amelyet az első használható kondenzátorként tartanak számon.</a:t>
            </a:r>
            <a:br/>
            <a:br/>
            <a:r>
              <a:t>A modern kondenzátorok villamos energiát tárolnak elektromos tér formájában.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517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4304E"/>
                </a:solidFill>
                <a:latin typeface="Aptos"/>
              </a:defRPr>
            </a:pPr>
            <a:r>
              <a:t>Miért nem teljesen sima a Graetz-híd kimeneti feszültsége, és hogyan segít ezen egy kondenzátor?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Heti küldetés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453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35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KONDENZÁTOR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43560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felépítés, kapacitás és mértékegységek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96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87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TÖLTÉS / KISÜTÉS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4871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energiatárolás és polaritás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39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484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387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PUFFER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538727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lüktető feszültség simítása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7200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000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90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RIPPLE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hullámosság megértése és mérése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kondenzátor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Villamos energia tárolása elektromos térben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KAPACITÁS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kondenzátor egyik alapvető jellemzője.</a:t>
            </a:r>
            <a:br/>
            <a:br/>
            <a:r>
              <a:t>Mértékegysége a farad (F).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MÉRTÉKEGYSÉGEK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 • µF • nF • pF</a:t>
            </a:r>
            <a:br/>
            <a:br/>
            <a:r>
              <a:t>A gyakorlatban gyakran mikro-, nano- és pikofarad értékekkel találkozunk.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POLARITÁS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elektrolitkondenzátor bekötésénél a polaritás különösen fontos.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Töltés és kisütés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kondenzátor nem azonnal felejti el a feszültséget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TÖLTÉS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kondenzátor energiát vesz fel és elektromos tér formájában tárolja.</a:t>
            </a:r>
            <a:br/>
            <a:br/>
            <a:r>
              <a:t>A feszültsége a töltési folyamat során változik.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KISÜTÉS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tárolt energia a külső áramkör felé visszaadható.</a:t>
            </a:r>
            <a:br/>
            <a:br/>
            <a:r>
              <a:t>Ez a viselkedés teszi alkalmassá a kondenzátort a feszültségsimításra.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Pufferkondenzátor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Graetz-híd után: lüktető DC → simább DC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108960" cy="22860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GRAETZ</a:t>
            </a:r>
            <a:br/>
            <a:r>
              <a:t>HÍD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606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2926080" cy="228600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304E"/>
                </a:solidFill>
                <a:latin typeface="Aptos"/>
              </a:defRPr>
            </a:pPr>
            <a:r>
              <a:t>PUFFER</a:t>
            </a:r>
            <a:br/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606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3108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423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7D59"/>
                </a:solidFill>
                <a:latin typeface="Aptos"/>
              </a:defRPr>
            </a:pPr>
            <a:r>
              <a:t>SIMÁBB</a:t>
            </a:r>
            <a:br/>
            <a:r>
              <a:t>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A pufferkondenzátor csökkenti a kimeneti feszültség hullámosságát.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Hullámosság - ripple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Kondenzátor nélkül és kondenzátorral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PUFFER NÉLKÜL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Graetz-híd kimenetén lüktető egyenfeszültség jelenik meg.</a:t>
            </a:r>
            <a:br/>
            <a:br/>
            <a:r>
              <a:t>A feszültség jelentősen változik a csúcsok között.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PUFFERREL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kondenzátor a csúcsok közelében töltődik, közben pedig energiát ad a terhelésnek.</a:t>
            </a:r>
            <a:br/>
            <a:br/>
            <a:r>
              <a:t>A kimeneti feszültség változása kisebb lesz.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Mit okoz a nagyobb kapacitás?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470 µF • 1000 µF • 2200 µF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B5"/>
                </a:solidFill>
                <a:latin typeface="Aptos"/>
              </a:defRPr>
            </a:pPr>
            <a:r>
              <a:t>470 µF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2971800"/>
            <a:ext cx="1097280" cy="10058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vizsgáld meg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737360"/>
            <a:ext cx="3383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240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B5"/>
                </a:solidFill>
                <a:latin typeface="Aptos"/>
              </a:defRPr>
            </a:pPr>
            <a:r>
              <a:t>1000 µF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971800"/>
            <a:ext cx="1097280" cy="10058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hasonlítsd össze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737360"/>
            <a:ext cx="3383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240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B5"/>
                </a:solidFill>
                <a:latin typeface="Aptos"/>
              </a:defRPr>
            </a:pPr>
            <a:r>
              <a:t>2200 µF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2971800"/>
            <a:ext cx="1097280" cy="10058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figyeld a változást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7D59"/>
                </a:solidFill>
                <a:latin typeface="Aptos"/>
              </a:defRPr>
            </a:pPr>
            <a:r>
              <a:t>A labor célja a különböző kapacitások hatásának közvetlen összehasonlítása.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Energiatárolás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Egyszerű számítás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3886200" cy="1874519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E = ½ · C · U²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645920"/>
            <a:ext cx="6172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73152" cy="1874519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8105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JELENTÉSE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258568"/>
            <a:ext cx="576072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E: tárolt energia • C: kapacitás • U: kondenzátor feszültsége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A heti számítások között szerepel a kapacitás mértékegységeinek átváltása és a tárolt energia meghatározása.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Graetz-hidas tápegység pufferkondenzátorral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Építsd meg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Graetz-hidas tápegységet.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pufferkondenzátor nélkül.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Kapcsolj 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470 µF-os kondenzátort helyes polaritással.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Ismételd meg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1000 µF és 2200 µF kapacitással.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Hasonlítsd össze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feszültséget és - ha lehet - az oszcilloszkópos jelalakot.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tanulói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Fordított polaritás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Elektrolitkondenzátornál a + és - bekötést mindig ellenőrizd.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µF ↔ nF ↔ pF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mértékegységek összekeverése nagyságrendi hibát okoz.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 puffer szerepe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Nem egyenirányít: a már egyenirányított feszültséget simítja.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Mérés összehasonlítás nélkül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Azonos kapcsolásban, azonos körülmények között hasonlítsd a kapacitásokat.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a gyakorlatban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Hol dolgoznak pufferkondenzátorok?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4712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PLC-tápegység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LED-tápegység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33288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5784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6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inverter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0072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41864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41864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32918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számítógép-táp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Nagy teljesítményű frekvenciaváltók DC közbenső körében több száz vagy több ezer µF kapacitás is dolgozhat.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kondenzátor működési elve és kapacitása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Töltés, kisütés és energiatárolás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pufferkondenzátor szerepe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feszültségsimítás és hullámosság alapjai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Egyszerű pufferelt tápegység felépítése és mérése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Következő hét: Zener-dióda és a feszültségstabilizálás alapjai.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