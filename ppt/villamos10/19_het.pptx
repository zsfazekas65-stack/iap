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Félvezető diódák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DCE8F2"/>
                </a:solidFill>
                <a:latin typeface="Aptos"/>
              </a:defRPr>
            </a:pPr>
            <a:r>
              <a:t>és gyakorlati alkalmazásaik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4389120"/>
            <a:ext cx="17373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66960" y="4389120"/>
            <a:ext cx="12801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8458200" y="3886200"/>
            <a:ext cx="1143000" cy="1097280"/>
          </a:xfrm>
          <a:prstGeom prst="triangle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3886200"/>
            <a:ext cx="109728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John Ambrose Fleming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Az elektroncső-diódától a félvezető diódákig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Fleming alkotta meg az első elektroncső-diódát.</a:t>
            </a:r>
            <a:br/>
            <a:br/>
            <a:r>
              <a:t>Munkássága fontos állomás volt az elektronika fejlődésében, amely később a félvezető diódák és modern elektronikai eszközök megjelenéséhez vezetett.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06040"/>
            <a:ext cx="4572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4304E"/>
                </a:solidFill>
                <a:latin typeface="Aptos"/>
              </a:defRPr>
            </a:pPr>
            <a:r>
              <a:t>Miért képes egy telefontöltő a hálózati váltakozó feszültségből egyenfeszültséget előállítani?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hét diódatípusai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73152" cy="18288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EGYENIRÁNYÍTÓ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21408"/>
            <a:ext cx="31089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1N4007</a:t>
            </a:r>
            <a:br/>
            <a:br/>
            <a:r>
              <a:t>tápegységek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73152" cy="18288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733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GYORSKAPCSOLÓ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21408"/>
            <a:ext cx="31089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1N4148</a:t>
            </a:r>
            <a:br/>
            <a:br/>
            <a:r>
              <a:t>gyors jelek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1508760"/>
            <a:ext cx="73152" cy="18288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733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SCHOTTKY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21408"/>
            <a:ext cx="31089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kis nyitófeszültség</a:t>
            </a:r>
            <a:br/>
            <a:br/>
            <a:r>
              <a:t>gyors kapcsolás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49039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749039"/>
            <a:ext cx="73152" cy="18288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1363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ZENER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61688"/>
            <a:ext cx="31089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feszültséghez kötött működés</a:t>
            </a:r>
            <a:br/>
            <a:br/>
            <a:r>
              <a:t>stabilizálás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749039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34840" y="3749039"/>
            <a:ext cx="73152" cy="18288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91363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61688"/>
            <a:ext cx="31089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fénykibocsátás</a:t>
            </a:r>
            <a:br/>
            <a:br/>
            <a:r>
              <a:t>jelzés, világítás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749039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20" y="3749039"/>
            <a:ext cx="73152" cy="18288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91363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FOTODIÓDA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361688"/>
            <a:ext cx="31089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fényérzékelés</a:t>
            </a:r>
            <a:br/>
            <a:br/>
            <a:r>
              <a:t>szenzorika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dióda alapműködése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Nyitó- és záróirány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NYITÓIRÁNY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dióda megfelelő polaritással vezető állapotba kerül.</a:t>
            </a:r>
            <a:br/>
            <a:br/>
            <a:r>
              <a:t>Diódateszt funkcióval a nyitóirány vizsgálható és a különböző diódák eredménye összehasonlítható.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ZÁRÓIRÁNY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Fordított polaritás esetén a dióda normál üzemi körülmények között gátolja az áramot.</a:t>
            </a:r>
            <a:br/>
            <a:br/>
            <a:r>
              <a:t>A helyes polaritás felismerése a mérés egyik alapfeladata.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Egyenirányító és gyorskapcsoló dióda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73152" cy="41148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1N4007 • EGYENIRÁNYÍTÓ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4800600" cy="3364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tananyag laborjának egyik alapdiódája.</a:t>
            </a:r>
            <a:br/>
            <a:br/>
            <a:r>
              <a:t>Azonosítás, diódateszt és nyitófeszültség vizsgálata.</a:t>
            </a:r>
            <a:br/>
            <a:br/>
            <a:r>
              <a:t>Az egyenirányítás témája a következő héten folytatódik.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73152" cy="41148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105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1N4148 • GYORSKAPCSOLÓ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58568"/>
            <a:ext cx="4800600" cy="3364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Szintén szerepel a laborfeladatban.</a:t>
            </a:r>
            <a:br/>
            <a:br/>
            <a:r>
              <a:t>A különböző diódák mérési eredményeinek összehasonlítása segít felismerni, hogy nem minden dióda azonos célra készül.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Zener-dióda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Különleges dióda, különleges alkalmazás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840480" cy="35661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840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ZENER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3200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D2E6F5"/>
                </a:solidFill>
                <a:latin typeface="Aptos"/>
              </a:defRPr>
            </a:pPr>
            <a:r>
              <a:t>a tananyag egyik kiemelt diódatípusa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691640"/>
            <a:ext cx="6217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69164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856232"/>
            <a:ext cx="5806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304288"/>
            <a:ext cx="58064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Ismerd fel és mérd meg diódateszt funkcióval.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429000"/>
            <a:ext cx="6217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34290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3593592"/>
            <a:ext cx="5806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TIPIKUS HIBA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041648"/>
            <a:ext cx="580644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Zener-dióda működésének félreértése.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LED és fotodióda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Fény ki - fény 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2120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73152" cy="40690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800600" cy="3319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Fénykibocsátó dióda.</a:t>
            </a:r>
            <a:br/>
            <a:br/>
            <a:r>
              <a:t>A laborban polaritást határozunk meg, LED-es áramkört építünk, és előtétellenállást számítunk.</a:t>
            </a:r>
            <a:br/>
            <a:br/>
            <a:r>
              <a:t>Tipikus hiba: az előtétellenállás kihagyása.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52120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73152" cy="40690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105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FOTODIÓDA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58568"/>
            <a:ext cx="4800600" cy="3319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tananyag a fontos diódatípusok között sorolja fel.</a:t>
            </a:r>
            <a:br/>
            <a:br/>
            <a:r>
              <a:t>A fényhez kapcsolódó alkalmazásokban használható, és jó példa arra, hogy a dióda nem csak egyenirányításra szolgál.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Számítás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LED előtétellenállás és diódateljesítmény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4937760" cy="1965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R = (Uₜ - ULED) / 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600200"/>
            <a:ext cx="5440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1F6FB5"/>
                </a:solidFill>
                <a:latin typeface="Aptos"/>
              </a:defRPr>
            </a:pPr>
            <a:r>
              <a:t>P = U ·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4304E"/>
                </a:solidFill>
                <a:latin typeface="Aptos"/>
              </a:defRPr>
            </a:pPr>
            <a:r>
              <a:t>A heti számítások: LED előtétellenállás, dióda veszteségi teljesítménye és nyitófeszültségek összehasonlítása.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Diódák mérése diódateszt funkcióval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Mérd meg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1N4007 diódát.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Vizsgáld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1N4148 diódát.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Mérd meg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Zener-diódát.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Azonosítsd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különböző LED-ek polaritását.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Hasonlítsd össze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nyitófeszültségeket és készíts jegyzőkönyvet.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tanulói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Fordított dióda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polaritás ellenőrzése alaplépés.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LED ellenállás nélkül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előtétellenállás kihagyása hibás kapcsolás.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Zener félreértése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Zener-dióda működését külön kell értelmezni.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Helytelen diódateszt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multiméter megfelelő funkcióját és polaritását használd.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diódák körülöttünk dolgoznak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901952"/>
            <a:ext cx="777240" cy="7772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3969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TÁP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5740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tápegység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901952"/>
            <a:ext cx="777240" cy="7772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3969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05740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automatika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544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901952"/>
            <a:ext cx="777240" cy="7772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3969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05740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033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050791"/>
            <a:ext cx="777240" cy="7772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8853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0624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világítás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7033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4050791"/>
            <a:ext cx="777240" cy="7772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28853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AUTO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20624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autóelektronika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7033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0" y="4050791"/>
            <a:ext cx="777240" cy="7772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288536"/>
            <a:ext cx="777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20624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napelemes inverter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C6976"/>
                </a:solidFill>
                <a:latin typeface="Aptos"/>
              </a:defRPr>
            </a:pPr>
            <a:r>
              <a:t>A tananyag ezeket valós ipari alkalmazásokként emeli ki.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Felismered a legfontosabb diódatípusokat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Helyesen használod a diódateszt funkciót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Egyszerű LED-es áramkört építesz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Előtétellenállást számítasz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Megérted a diódák gyakorlati szerepét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félhullámú és teljeshullámú egyenirányítás, Graetz-híd.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