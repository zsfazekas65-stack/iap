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 frekvenciaváltó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belülről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D2E4F1"/>
                </a:solidFill>
                <a:latin typeface="Aptos"/>
              </a:defRPr>
            </a:pPr>
            <a:r>
              <a:t>Az energia útja a hálózattól a villanymotorig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709160"/>
            <a:ext cx="169164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9011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4709160"/>
            <a:ext cx="1691640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49011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709160"/>
            <a:ext cx="169164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9011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709160"/>
            <a:ext cx="1691640" cy="65836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49011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4709160"/>
            <a:ext cx="1691640" cy="65836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4901184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MOTOR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1980-as évektől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korszerű frekvenciaváltók elterjedése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első ipari frekvenciaváltók az 1980-as években terjedtek el.</a:t>
            </a:r>
            <a:br/>
            <a:br/>
            <a:r>
              <a:t>A diódák, pufferkondenzátorok, MOSFET-ek és IGBT-k fejlődése tette lehetővé a korszerű motorvezérlést.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9748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04E"/>
                </a:solidFill>
                <a:latin typeface="Aptos"/>
              </a:defRPr>
            </a:pPr>
            <a:r>
              <a:t>Hogyan lesz a 3×400 V, 50 Hz-es hálózatból változtatható frekvenciájú háromfázisú feszültség?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frekvenciaváltó fő egységei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148840"/>
            <a:ext cx="969264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3230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20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szűrő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2148840"/>
            <a:ext cx="969264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43230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GRAETZ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520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egyenirányító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05272" y="2148840"/>
            <a:ext cx="969264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243230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520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közbenső kör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64423" y="2148840"/>
            <a:ext cx="969264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43230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520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inverter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21031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23576" y="2148840"/>
            <a:ext cx="969264" cy="91440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6688" y="243230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5204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vezérlés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energia útja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hálózattól a villanymotorig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54203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3×400 V</a:t>
            </a:r>
            <a:br/>
            <a:r>
              <a:t>50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54203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EMC +</a:t>
            </a:r>
            <a:br/>
            <a:r>
              <a:t>Graetz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254203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DC</a:t>
            </a:r>
            <a:br/>
            <a:r>
              <a:t>közbenső kör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54203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IGBT +</a:t>
            </a:r>
            <a:br/>
            <a:r>
              <a:t>PWM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7232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542032"/>
            <a:ext cx="18745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3~</a:t>
            </a:r>
            <a:br/>
            <a:r>
              <a:t>MOTOR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6FB5"/>
                </a:solidFill>
                <a:latin typeface="Aptos"/>
              </a:defRPr>
            </a:pPr>
            <a:r>
              <a:t>A heti küldetés: ezt az energiautat kell végigkövetni és minden blokk feladatát felismerni.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blokk - Hálózati oldal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Biztosíték • EMC-szűrő • Graetz-híd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BIZTOSÍTÉK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hálózati oldal része; a forrás az első tanórán tárgyalja.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EMC-SZŰRŐ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frekvenciaváltó fő egységeinek egyike, a hálózati oldal része.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GRAETZ-HÍD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energia útjában az egyenirányító blokk; innen jutunk a DC közbenső körbe.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blokk - DC közbenső kör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Energiatárolás és kiegészítő egységek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pufferkondenzátorok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14215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fojtótekercs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67144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előtöltő áramkör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3736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20072" y="2148840"/>
            <a:ext cx="1188720" cy="10515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0072" y="2450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49039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fékezőellenállás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blokk - IGBT inverter és PWM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Kapcsolat a korábbi félvezetős tananyaggal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834640" cy="26517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304E"/>
                </a:solidFill>
                <a:latin typeface="Aptos"/>
              </a:defRPr>
            </a:pPr>
            <a:r>
              <a:t>DC KÖR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26517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423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IGBT + PWM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34640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828800"/>
            <a:ext cx="28346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423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347D59"/>
                </a:solidFill>
                <a:latin typeface="Aptos"/>
              </a:defRPr>
            </a:pPr>
            <a:r>
              <a:t>3~ KIMENET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8348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A forrás kifejezetten visszakapcsol a BJT-MOSFET-IGBT tananyaghoz.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blokk - Vezérlőelektronika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73552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kezelőpanel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32704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3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DI/DO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digitális I/O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91856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17536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AI/AO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analóg I/O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5100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76688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kommunikáció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Nézzünk bele!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Mit azonosítsunk egy szétszerelt készülékben?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6479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110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9202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Graetz-híd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6002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93008" y="176479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9110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19202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pufferkondenzátorok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002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5936" y="176479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9110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9202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DC sín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60020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98864" y="176479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911095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192024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IGBT-modul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661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73075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770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862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hűtőborda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35661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93008" y="373075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38770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38862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ventilátor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35661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45936" y="3730752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5936" y="3877056"/>
            <a:ext cx="5669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0024" y="3886200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vezérlőkártya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Mit árul el a szemrevételezés?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73152" cy="16002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KONDENZÁTOR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5856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púpos ház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459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1645920"/>
            <a:ext cx="73152" cy="16002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105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ELLENÁLLÁS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5856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elszíneződés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4592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8120" y="1645920"/>
            <a:ext cx="73152" cy="16002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81051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FORRASZTÁS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5856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sérülés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31720" y="3794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331720" y="3794760"/>
            <a:ext cx="73152" cy="16002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95935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IGBT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40740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repedés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379476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3794760"/>
            <a:ext cx="73152" cy="160020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959352"/>
            <a:ext cx="2926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07408"/>
            <a:ext cx="2926079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szennyezett felület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Komplex 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Fő egységek + energiaút + jegyzőkönyv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Biztonság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Csak oktatói ellenőrzéssel, biztonságosan kisütött és feszültségmentes készüléken dolgozz.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Rajzold fel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 frekvenciaváltó energiaútját.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Azonosítsd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 fő teljesítmény- és vezérlőegységeket.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Vizsgáld meg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 látható hibajeleket.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az eredményeket megfigyelési jegyzőkönyvben.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30.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frekvenciaváltó blokkvázlatát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hálózati oldal és a Graetz-híd helyét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DC közbenső kör fő elemeit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Az IGBT inverter és PWM helyét az energiaútban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vezérlőelektronika és csatlakozók szerepét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külső csatlakozások, vezérlőkapcsok és a frekvenciaváltó gyakorlati bekötése.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