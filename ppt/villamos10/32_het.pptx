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1051560" cy="7315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D7EB"/>
                </a:solidFill>
                <a:latin typeface="Aptos"/>
              </a:defRPr>
            </a:pPr>
            <a:r>
              <a:t>32.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93392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Frekvenciaváltó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7004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üzembe helyezése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49300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2E4F1"/>
                </a:solidFill>
                <a:latin typeface="Aptos"/>
              </a:defRPr>
            </a:pPr>
            <a:r>
              <a:t>adattábla • paraméterezés • első indítás • ellenőrzés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663440"/>
            <a:ext cx="1783080" cy="713232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88289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4663440"/>
            <a:ext cx="1783080" cy="71323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488289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V/A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4663440"/>
            <a:ext cx="1783080" cy="713232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488289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Hz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4663440"/>
            <a:ext cx="1783080" cy="71323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488289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t↑ t↓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920" y="4663440"/>
            <a:ext cx="1783080" cy="713232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46920" y="488289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RUN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 kapcsolóktól a szoftverig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49834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73152" cy="35661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TÖRTÉNETI KITEKINTÉS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04288"/>
            <a:ext cx="457200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korai frekvenciaváltókat kapcsolókkal és potenciométerekkel állították be.</a:t>
            </a:r>
            <a:br/>
            <a:br/>
            <a:r>
              <a:t>A modern készülékek menürendszerrel és számítógépes szoftverrel paraméterezhetők.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691640"/>
            <a:ext cx="5532120" cy="356616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0574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6FB5"/>
                </a:solidFill>
                <a:latin typeface="Aptos"/>
              </a:defRPr>
            </a:pPr>
            <a:r>
              <a:t>GONDOLKODJ EL!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74320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4304E"/>
                </a:solidFill>
                <a:latin typeface="Aptos"/>
              </a:defRPr>
            </a:pPr>
            <a:r>
              <a:t>Mi történhet, ha nem a motor adattáblájának megfelelő értékeket írjuk be?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1. tanóra - A motor adattáblája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Az üzembe helyezés kiindulópontja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148840"/>
            <a:ext cx="91440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9572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7472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feszültség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79192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273552" y="2148840"/>
            <a:ext cx="91440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9232" y="239572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2072" y="347472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áram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38344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32704" y="2148840"/>
            <a:ext cx="91440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8383" y="239572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347472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teljesítmény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97496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91856" y="2148840"/>
            <a:ext cx="91440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17536" y="239572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0375" y="347472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fordulatszám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56648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351008" y="2148840"/>
            <a:ext cx="914400" cy="82296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076688" y="2395728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39528" y="347472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frekvencia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2. tanóra - Alapparaméterek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Mit kell megadni a frekvenciaváltónak?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148840"/>
            <a:ext cx="1097280" cy="8229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39572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MOTOR 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7472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motorfeszültség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79192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182112" y="2148840"/>
            <a:ext cx="1097280" cy="8229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07792" y="239572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MOTOR 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2072" y="347472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névleges áram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38344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541264" y="2148840"/>
            <a:ext cx="1097280" cy="82296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66944" y="239572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Hz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1224" y="347472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frekvencia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97496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900416" y="2148840"/>
            <a:ext cx="1097280" cy="8229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26096" y="239572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ACC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0375" y="347472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gyorsítási idő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56648" y="1828800"/>
            <a:ext cx="210312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259568" y="2148840"/>
            <a:ext cx="1097280" cy="8229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85248" y="239572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DEC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39528" y="3474720"/>
            <a:ext cx="17373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4304E"/>
                </a:solidFill>
                <a:latin typeface="Aptos"/>
              </a:defRPr>
            </a:pPr>
            <a:r>
              <a:t>lassítási idő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Az üzembe helyezés logikája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forrás szerinti fő lépések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" y="2240280"/>
            <a:ext cx="1600200" cy="141732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450592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6FB5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" y="2971800"/>
            <a:ext cx="1380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Dokumentáció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37943" y="26974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67128" y="2240280"/>
            <a:ext cx="1600200" cy="141732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97480" y="2450592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6FB5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76856" y="2971800"/>
            <a:ext cx="1380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Adattábla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6472" y="26974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05656" y="2240280"/>
            <a:ext cx="1600200" cy="141732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008" y="2450592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6FB5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15384" y="2971800"/>
            <a:ext cx="1380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Bekötés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26974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44184" y="2240280"/>
            <a:ext cx="1600200" cy="141732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74536" y="2450592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3912" y="2971800"/>
            <a:ext cx="1380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Paraméterek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53528" y="26974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982712" y="2240280"/>
            <a:ext cx="1600200" cy="141732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13064" y="2450592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2971800"/>
            <a:ext cx="1380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Első indítás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92056" y="26974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21240" y="2240280"/>
            <a:ext cx="1600200" cy="141732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51592" y="2450592"/>
            <a:ext cx="530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6FB5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30968" y="2971800"/>
            <a:ext cx="1380744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Forgásirány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3. tanóra - Az első indítás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Ellenőrzött sorrend, nem találgatás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73152" cy="40233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ELŐTTE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Motoradatok és bekötés ellenőrzése.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07408" y="1645920"/>
            <a:ext cx="73152" cy="40233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INDÍTÁS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Az első indítás menetének követése a gyártói dokumentáció alapján.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4736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74736" y="1645920"/>
            <a:ext cx="73152" cy="402336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3336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UTÁNA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forgásirány ellenőrzése.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4. tanóra - Bemutató labor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Motoradatok beállítása tanári felügyelettel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4356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Dokumentáció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435608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2D37"/>
                </a:solidFill>
                <a:latin typeface="Aptos"/>
              </a:defRPr>
            </a:pPr>
            <a:r>
              <a:t>Ellenőrizd a gyártói kézikönyvet.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76856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86584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2951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Adattábla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295144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2D37"/>
                </a:solidFill>
                <a:latin typeface="Aptos"/>
              </a:defRPr>
            </a:pPr>
            <a:r>
              <a:t>Olvasd ki a szükséges motoradatokat.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36391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46120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1546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Paraméterlista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154679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2D37"/>
                </a:solidFill>
                <a:latin typeface="Aptos"/>
              </a:defRPr>
            </a:pPr>
            <a:r>
              <a:t>Határozd meg az alapbeállításokat.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95928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105656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01421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Megfigyelés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014215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2D37"/>
                </a:solidFill>
                <a:latin typeface="Aptos"/>
              </a:defRPr>
            </a:pPr>
            <a:r>
              <a:t>Kövesd az üzembe helyezés lépéseit.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55464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96519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87375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Jegyzőkönyv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873751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2D37"/>
                </a:solidFill>
                <a:latin typeface="Aptos"/>
              </a:defRPr>
            </a:pPr>
            <a:r>
              <a:t>Rögzítsd a beállításokat és tapasztalatokat.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5. tanóra - Tipikus hibák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Hibakeresési gondolkodás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73152" cy="40233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ADATTÁBLA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Hibásan leolvasott vagy megadott motoradat.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07408" y="1645920"/>
            <a:ext cx="73152" cy="402336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BEKÖTÉS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Az üzembe helyezés előtt ellenőrizendő terület.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4736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74736" y="1645920"/>
            <a:ext cx="73152" cy="40233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3336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PARAMÉTEREZÉS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helytelen beállítás problémát okozhat; ezért fontos az ellenőrzött paraméterlista.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 műhelyből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jó üzembe helyezés a dokumentációval kezdődik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744200" cy="356616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4028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4304E"/>
                </a:solidFill>
                <a:latin typeface="Aptos"/>
              </a:defRPr>
            </a:pPr>
            <a:r>
              <a:t>Dokumentáció → adattábla → bekötés → paraméterek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15468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F6FB5"/>
                </a:solidFill>
                <a:latin typeface="Aptos"/>
              </a:defRPr>
            </a:pPr>
            <a:r>
              <a:t>Ez a sorrend sok későbbi hibát megelőz.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Indítási ellenőrző lista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554480"/>
            <a:ext cx="566928" cy="566928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62763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E"/>
                </a:solidFill>
                <a:latin typeface="Aptos"/>
              </a:defRPr>
            </a:pPr>
            <a:r>
              <a:t>Gyártói kézikönyv megvan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554480"/>
            <a:ext cx="566928" cy="566928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45920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6600" y="162763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E"/>
                </a:solidFill>
                <a:latin typeface="Aptos"/>
              </a:defRPr>
            </a:pPr>
            <a:r>
              <a:t>Motor adattábla kiértékelve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880360"/>
            <a:ext cx="566928" cy="566928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2971800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95351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E"/>
                </a:solidFill>
                <a:latin typeface="Aptos"/>
              </a:defRPr>
            </a:pPr>
            <a:r>
              <a:t>Bekötés ellenőrizve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880360"/>
            <a:ext cx="566928" cy="566928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2971800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295351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E"/>
                </a:solidFill>
                <a:latin typeface="Aptos"/>
              </a:defRPr>
            </a:pPr>
            <a:r>
              <a:t>Alapparaméterek rögzítve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206240"/>
            <a:ext cx="566928" cy="566928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297679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27939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E"/>
                </a:solidFill>
                <a:latin typeface="Aptos"/>
              </a:defRPr>
            </a:pPr>
            <a:r>
              <a:t>Első indítás előkészítve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206240"/>
            <a:ext cx="566928" cy="566928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4297679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4279392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4304E"/>
                </a:solidFill>
                <a:latin typeface="Aptos"/>
              </a:defRPr>
            </a:pPr>
            <a:r>
              <a:t>Forgásirány ellenőrzése betervezve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32.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Amit ezen a héten megtanultál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44752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A motor adattáblájának alapadatait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03704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95144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3113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A legfontosabb frekvenciaváltó-paramétereket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90088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815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1752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Az első indítás logikai sorrendjét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76472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67911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03904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A forgásirány ellenőrzésének helyét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562856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5429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590288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A dokumentáció és az ellenőrző lista szerepét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577840"/>
            <a:ext cx="10607040" cy="56692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68756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6FB5"/>
                </a:solidFill>
                <a:latin typeface="Aptos"/>
              </a:defRPr>
            </a:pPr>
            <a:r>
              <a:t>Következő hét: tipikus frekvenciaváltó- és hajtáshibák, valamint a hibakeresés logikai lépései.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