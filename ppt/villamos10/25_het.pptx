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MOSFET tranzisztorok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1635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DCE8F2"/>
                </a:solidFill>
                <a:latin typeface="Aptos"/>
              </a:defRPr>
            </a:pPr>
            <a:r>
              <a:t>alapjai és kapcsolóüzemű alkalmazásaik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4251960"/>
            <a:ext cx="96012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45354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251960"/>
            <a:ext cx="960120" cy="9601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45354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04E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4251960"/>
            <a:ext cx="960120" cy="9601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69880" y="453542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04E"/>
                </a:solidFill>
                <a:latin typeface="Aptos"/>
              </a:defRPr>
            </a:pPr>
            <a:r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1959 • Bell Laboratories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Mohamed M. Atalla • Dawon Kahng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1959-ben megalkották az első MOSFET tranzisztort.</a:t>
            </a:r>
            <a:br/>
            <a:br/>
            <a:r>
              <a:t>A MOSFET napjaink legelterjedtebb félvezető alkatrészei közé tartozik, és a modern elektronikai, valamint ipari vezérlőberendezések alapvető építőeleme.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974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4304E"/>
                </a:solidFill>
                <a:latin typeface="Aptos"/>
              </a:defRPr>
            </a:pPr>
            <a:r>
              <a:t>Miért tud egy mikrovezérlő vagy PLC kis vezérlőjellel nagyobb teljesítményű fogyasztókat kapcsolni?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Heti küldetés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45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356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MOSFET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4356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rövidítés és a felépítés megértése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96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87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G • D •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4871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Gate, Drain és Source szerepe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39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484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387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BJT ↔ MOSFET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538727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áram- és feszültségvezérlés összehasonlítása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72000"/>
            <a:ext cx="640080" cy="6400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000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90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6FB5"/>
                </a:solidFill>
                <a:latin typeface="Aptos"/>
              </a:defRPr>
            </a:pPr>
            <a:r>
              <a:t>KAPCSOLÓ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MOSFET-es LED-meghajtó építése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Mit jelent a MOSFET?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Metal-Oxide-Semiconductor Field-Effect Transistor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441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Metal • fém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14215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2441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749039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Oxide • oxid szigetelőréteg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67144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2441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749039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Semiconductor • félvezető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20072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2441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FET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749039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Field-Effect Transistor • térvezérlésű tranzisztor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MOSFET három kivezetése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Gate • Drain •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450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vezérlő kivezetés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450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DRAIN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160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a kapcsolt áram egyik fő kivezetése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73736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2148840"/>
            <a:ext cx="1097280" cy="1097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450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160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32D37"/>
                </a:solidFill>
                <a:latin typeface="Aptos"/>
              </a:defRPr>
            </a:pPr>
            <a:r>
              <a:t>a kapcsolt áram másik fő kivezetése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BJT és MOSFET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forrás egyik központi összehasonlítása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BJT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korábbi hetek tranzisztora.</a:t>
            </a:r>
            <a:br/>
            <a:br/>
            <a:r>
              <a:t>A forrás az áram- és feszültségvezérlés összehasonlítását kéri, valamint ugyanazon kapcsolás megépítését BJT-vel és MOSFET-tel.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MOSFET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Feszültségvezérelt térvezérlésű tranzisztor.</a:t>
            </a:r>
            <a:br/>
            <a:br/>
            <a:r>
              <a:t>A Gate a vezérlő kivezetés; a heti gyakorlat MOSFET-es LED-meghajtót használ.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MOSFET mint kapcsoló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Gate-ellenállás és Gate-Source lehúzóellenállás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743200" cy="2651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04E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C6976"/>
                </a:solidFill>
                <a:latin typeface="Aptos"/>
              </a:defRPr>
            </a:pPr>
            <a:r>
              <a:t>nyomógomb / 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8346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291840" cy="26517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063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7E8F5"/>
                </a:solidFill>
                <a:latin typeface="Aptos"/>
              </a:defRPr>
            </a:pPr>
            <a:r>
              <a:t>Gate-ellenállás</a:t>
            </a:r>
            <a:br/>
            <a:r>
              <a:t>+ 10 kΩ lehúzó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346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828800"/>
            <a:ext cx="27432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347D59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C6976"/>
                </a:solidFill>
                <a:latin typeface="Aptos"/>
              </a:defRPr>
            </a:pPr>
            <a:r>
              <a:t>kapcsolt terhelés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Mivel dolgozunk a laborban?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148840"/>
            <a:ext cx="160020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IRLZ44N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vagy IRLZ34N MOSFET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13048" y="2148840"/>
            <a:ext cx="160020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423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BS170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7033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ha rendelkezésre áll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65976" y="2148840"/>
            <a:ext cx="160020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423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330 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7033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LED előtétellenállás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18904" y="2148840"/>
            <a:ext cx="160020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24231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10 kΩ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37033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Gate-Source lehúzóellenállás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MOSFET-es LED-meghajtó építése és mérése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Azonosítsd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Gate, Drain és Source kivezetéseket adatlap alapján.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Építsd meg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MOSFET-es LED-meghajtó kapcsolást.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Mérd meg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Gate, Drain és Source feszültségeit.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Hasonlítsd össze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BJT-s és MOSFET-es kapcsolást.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Dokumentáld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eredményeket mérési jegyzőkönyvben.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Számítások és értelmezés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LED ELLENÁLLÁS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LED előtétellenállásának meghatározása a már ismert Ohm-törvény alapján.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GATE-ELLENÁLLÁS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forrás a Gate-ellenállás szerepének értelmezését kéri.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Egyszerű teljesítményszámítás a kapcsolóüzemű alkalmazás megértéséhez.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tanulói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Gate ↔ Drain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kivezetések felcserélése hibás működést okoz.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Nincs lehúzóellenállás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Gate-Source lehúzóellenállás kihagyása tipikus hiba.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Rossz MOSFET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Nem megfelelő típus kiválasztása problémát okozhat.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BJT ↔ MOSFET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két eszköz működésének összekeverése kerülendő.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Hol találkozunk MOSFET-ekkel?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kapcsolóüzemű táp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33288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inverter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5784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LED-meghajtó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72" y="1828800"/>
            <a:ext cx="2057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41864" y="2148840"/>
            <a:ext cx="82296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41864" y="23865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32918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kimeneti elektronika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A MOSFET a modern elektronika egyik alapvető aktív alkatrésze.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MOSFET felépítését és rövidítésének jelentését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Gate, Drain és Source szerepét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BJT és MOSFET közötti különbségeket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Gate-Source lehúzóellenállás szerepét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Egyszerű MOSFET-es kapcsolás felépítését és mérését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az IGBT tranzisztor felépítése és ipari alkalmazásai.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