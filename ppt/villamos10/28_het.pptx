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Időutazás a villamos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2491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hajtások világában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A csillag-delta indítástól a frekvenciaváltóig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00600"/>
            <a:ext cx="9966960" cy="54864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553712"/>
            <a:ext cx="256032" cy="2560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2E4F1"/>
                </a:solidFill>
                <a:latin typeface="Aptos"/>
              </a:defRPr>
            </a:pPr>
            <a:r>
              <a:t>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553712"/>
            <a:ext cx="256032" cy="2560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2E4F1"/>
                </a:solidFill>
                <a:latin typeface="Aptos"/>
              </a:defRPr>
            </a:pPr>
            <a:r>
              <a:t>Y/Δ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4553712"/>
            <a:ext cx="256032" cy="2560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2E4F1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4553712"/>
            <a:ext cx="256032" cy="2560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2E4F1"/>
                </a:solidFill>
                <a:latin typeface="Aptos"/>
              </a:defRPr>
            </a:pPr>
            <a:r>
              <a:t>TIR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4553712"/>
            <a:ext cx="256032" cy="2560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2E4F1"/>
                </a:solidFill>
                <a:latin typeface="Aptos"/>
              </a:defRPr>
            </a:pPr>
            <a:r>
              <a:t>VFD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1950-től napjainkig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villamos hajtások fejlődésének fő állomásai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1950-1970-es években mechanikus kapcsolók, kontaktorok és egyenáramú hajtások domináltak.</a:t>
            </a:r>
            <a:br/>
            <a:br/>
            <a:r>
              <a:t>Később tirisztoros hajtások, majd IGBT-alapú frekvenciaváltók jelentek meg.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04E"/>
                </a:solidFill>
                <a:latin typeface="Aptos"/>
              </a:defRPr>
            </a:pPr>
            <a:r>
              <a:t>Hogyan indítottak és szabályoztak nagy teljesítményű villanymotorokat, mielőtt léteztek volna a frekvenciaváltók?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Hajtástechnikai idővonal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057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0515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1950-70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Kontaktoros és mechanikus megoldások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2057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2148840"/>
            <a:ext cx="10515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Y/Δ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7033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Csillag-delta motorindítás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828800"/>
            <a:ext cx="2057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0" y="2148840"/>
            <a:ext cx="10515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7033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Ward-Leonard és egyenáramú hajtások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828800"/>
            <a:ext cx="2057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2148840"/>
            <a:ext cx="10515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7033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Tirisztoros szabályozás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59" y="1828800"/>
            <a:ext cx="2057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41280" y="2148840"/>
            <a:ext cx="1051560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9" y="24231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370332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IGBT-alapú frekvenciaváltók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Csillag-delta indítás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Klasszikus motorindítási módszer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a csillag-delta indítás céljának, előnyeinek és korlátainak áttekintését kéri.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tanórán a közvetlen indítással kell összevetni, kapcsolási rajz elemzésével.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KONTAKTOROK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régi hajtástechnika jellegzetes elemei; valódi alkatrészekkel is szemléltethetők.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Egyenáramú hajtások és Ward-Leonard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szabályozható hajtások korábbi világa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834640" cy="2651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04E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C6976"/>
                </a:solidFill>
                <a:latin typeface="Aptos"/>
              </a:defRPr>
            </a:pPr>
            <a:r>
              <a:t>egyenáramú hajtás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291840" cy="2651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423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WARD-LEONARD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7E8F5"/>
                </a:solidFill>
                <a:latin typeface="Aptos"/>
              </a:defRPr>
            </a:pPr>
            <a:r>
              <a:t>történeti hajtásrendszer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828800"/>
            <a:ext cx="28346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423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7D59"/>
                </a:solidFill>
                <a:latin typeface="Aptos"/>
              </a:defRPr>
            </a:pPr>
            <a:r>
              <a:t>IPAR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1546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C6976"/>
                </a:solidFill>
                <a:latin typeface="Aptos"/>
              </a:defRPr>
            </a:pPr>
            <a:r>
              <a:t>daru • hengermű • felvonó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tirisztoros korszak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Átmenet a modern teljesítményelektronika felé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FEJLŐDÉSI LÉPCSŐ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48463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forrás a tirisztoros hajtásokat a klasszikus megoldások és a modern frekvenciaváltók közötti fontos fejlődési állomásként kezeli.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73152" cy="35661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019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MŰHELYMUNKA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50008"/>
            <a:ext cx="48463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Ha rendelkezésre áll tirisztoros panel, a tanulók kézbe vehetik és összehasonlíthatják a modern frekvenciaváltó teljesítményrészével.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Frekvenciaváltó - mi van belül?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4. tanóra laborjának fő egységei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hálózati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1012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957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GRAETZ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4747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egyenirányító híd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4184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3957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4747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pufferkondenzátorok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8288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73567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3957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34747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inverter teljesítményrész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59" y="1828800"/>
            <a:ext cx="20574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05287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19" y="23957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CTRL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39" y="347472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vezérlőkártya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energia útja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Egyszerű blokkvázlat a frekvenciaváltóban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240280"/>
            <a:ext cx="205740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240280"/>
            <a:ext cx="2057400" cy="1508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69748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EGYENIRÁNYÍTÁS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240280"/>
            <a:ext cx="205740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269748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DC KÖZBENSŐ KÖR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2240280"/>
            <a:ext cx="2057400" cy="1508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69748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7232" y="2240280"/>
            <a:ext cx="2057400" cy="1508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69748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A 29. héten ezt a láncot vizsgáljuk tovább: hogyan lesz az egyenfeszültségből PWM és IGBT segítségével háromfázisú váltakozó feszültség.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Szétszerelt frekvenciaváltó vizsgálata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Csak feszültségmentes, oktatási vagy hibás készüléken dolgozz.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Graetz-hidat és a pufferkondenzátorokat.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Keresd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IGBT-modult és a vezérlőkártyát.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régi és modern hajtástechnikai alkatrészeket.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Rajzold 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energia útját egyszerű blokkvázlatban.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Hajtástechnikai múzeum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Csoportos összefoglaló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Y/Δ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csillag-delta indító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4215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egyenáramú hajtás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67144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tirisztoros szabályozó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20072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korszerű frekvenciaváltó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hét kulcsfelismerése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4304E"/>
                </a:solidFill>
                <a:latin typeface="Aptos"/>
              </a:defRPr>
            </a:pPr>
            <a:r>
              <a:t>A korszerű frekvenciaváltó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F6FB5"/>
                </a:solidFill>
                <a:latin typeface="Aptos"/>
              </a:defRPr>
            </a:pPr>
            <a:r>
              <a:t>nem egyetlen új találmány,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04E"/>
                </a:solidFill>
                <a:latin typeface="Aptos"/>
              </a:defRPr>
            </a:pPr>
            <a:r>
              <a:t>hanem több évtized műszaki fejlődésének eredménye.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áttekintettél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villamos hajtások fejlődését 1950-től napjainkig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csillag-delta indítás helyét és szerepét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egyenáramú és Ward-Leonard hajtások korszakát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tirisztoros hajtások fejlődési szerepét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frekvenciaváltó fő egységeit és az energia útját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háromfázisú váltakozó feszültség előállítása PWM és IGBT-k segítségével.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