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ÜNNEPELJÜK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517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A SZAKMÁT!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66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2E4F1"/>
                </a:solidFill>
                <a:latin typeface="Aptos"/>
              </a:defRPr>
            </a:pPr>
            <a:r>
              <a:t>Mit tanultunk, és merre vezet az út?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OHM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PWM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JÖVŐ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Ez a hét már nem új tananyag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Hanem visszatekintés, rendszerezés és motiváció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VISSZATEKINTÉS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Kapcsold össze mindazt, amit a tanév során megtanultál.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89320" y="1691640"/>
            <a:ext cx="73152" cy="35661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562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JÖVŐKÉP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04288"/>
            <a:ext cx="512064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Ismerd fel saját fejlődésedet, és fogalmazd meg a következő szakmai célodat.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1. tanóra - Időutazás az egész tanéven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685800" cy="6858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OHM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828800"/>
            <a:ext cx="685800" cy="6858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2082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KIRCHHOFF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087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685800" cy="6858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02082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FÉLVEZETŐK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661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886200"/>
            <a:ext cx="685800" cy="6858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7822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BJT / MOSFET / IGBT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5661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17720" y="3886200"/>
            <a:ext cx="685800" cy="6858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07822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PWM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5661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12480" y="3886200"/>
            <a:ext cx="685800" cy="6858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07822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2. tanóra - Villamossági múzeum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Régi és modern alkatrészek egy helyen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148840"/>
            <a:ext cx="132588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414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RÉGI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alkatrész vagy fénykép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50208" y="2148840"/>
            <a:ext cx="132588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24414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5204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MODERN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41148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mai technológia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03136" y="2148840"/>
            <a:ext cx="1325880" cy="9601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3136" y="24414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5204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BEMUTATÁS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1148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név + feladat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56064" y="2148840"/>
            <a:ext cx="1325880" cy="9601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6064" y="24414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35204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KIÁLLÍTÁS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41148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közös rendezés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3. tanóra - A szakma története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Műhelytörténetek és ipari tapasztalatok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4420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4304E"/>
                </a:solidFill>
                <a:latin typeface="Aptos"/>
              </a:defRPr>
            </a:pPr>
            <a:r>
              <a:t>Mi változott?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4304E"/>
                </a:solidFill>
                <a:latin typeface="Aptos"/>
              </a:defRPr>
            </a:pPr>
            <a:r>
              <a:t>mi maradt időtálló?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6FB5"/>
                </a:solidFill>
                <a:latin typeface="Aptos"/>
              </a:defRPr>
            </a:pPr>
            <a:r>
              <a:t>PONTOSSÁG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5204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6FB5"/>
                </a:solidFill>
                <a:latin typeface="Aptos"/>
              </a:defRPr>
            </a:pPr>
            <a:r>
              <a:t>BIZTONSÁGTUDAT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24612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5204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6FB5"/>
                </a:solidFill>
                <a:latin typeface="Aptos"/>
              </a:defRPr>
            </a:pPr>
            <a:r>
              <a:t>EGYÜTTMŰKÖDÉS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24612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35204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6FB5"/>
                </a:solidFill>
                <a:latin typeface="Aptos"/>
              </a:defRPr>
            </a:pPr>
            <a:r>
              <a:t>FOLYAMATOS TANULÁS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4. tanóra - Merre tovább?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villamos szakma új területei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AUTOMATIZÁLÁS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9544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520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68696" y="2148840"/>
            <a:ext cx="1042415" cy="9144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68696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3520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ROBOTIKA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27848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3520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ENERGIAÁTMENET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87000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3520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VILLANYAUTÓK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Készíts saját szakmai jövőképet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40080" cy="6400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55063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58191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4304E"/>
                </a:solidFill>
                <a:latin typeface="Aptos"/>
              </a:defRPr>
            </a:pPr>
            <a:r>
              <a:t>Mi érdekel a legjobban?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32888"/>
            <a:ext cx="640080" cy="6400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791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060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4304E"/>
                </a:solidFill>
                <a:latin typeface="Aptos"/>
              </a:defRPr>
            </a:pPr>
            <a:r>
              <a:t>Mit szeretnék megtanulni?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57016"/>
            <a:ext cx="640080" cy="6400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630168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4304E"/>
                </a:solidFill>
                <a:latin typeface="Aptos"/>
              </a:defRPr>
            </a:pPr>
            <a:r>
              <a:t>Miben szeretnék ügyesebb lenni?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81144"/>
            <a:ext cx="640080" cy="6400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274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654296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304E"/>
                </a:solidFill>
                <a:latin typeface="Aptos"/>
              </a:defRPr>
            </a:pPr>
            <a:r>
              <a:t>Mi legyen a következő tanévi célom?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5. tanóra - Évzáró projektbemutató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KEDVENC TÉMÁM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Röviden mutasd be azt a témát, amely a legjobban megfogott.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KEDVENC PROJEKTEM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Mutasd meg, mire vagy a legbüszkébb az idei munkádból.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POZITÍV VISSZAJELZÉS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Értékeljük egymás fejlődését és munkáját.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Önértékelés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Három egyszerű kérdés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685800" cy="6858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965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73736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04E"/>
                </a:solidFill>
                <a:latin typeface="Aptos"/>
              </a:defRPr>
            </a:pPr>
            <a:r>
              <a:t>Mi volt a legérdekesebb téma az év során?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71800"/>
            <a:ext cx="685800" cy="6858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632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04E"/>
                </a:solidFill>
                <a:latin typeface="Aptos"/>
              </a:defRPr>
            </a:pPr>
            <a:r>
              <a:t>Melyik gyakorlati feladat sikerült a legjobban?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97680"/>
            <a:ext cx="685800" cy="6858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7141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8912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04E"/>
                </a:solidFill>
                <a:latin typeface="Aptos"/>
              </a:defRPr>
            </a:pPr>
            <a:r>
              <a:t>Miben szeretnék fejlődni a következő tanévben?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Üzenet a jövő villanyszerelőjének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44200" cy="38404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A villamosság nem csupán vezetékekből és kapcsolókból áll.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CE9F3"/>
                </a:solidFill>
                <a:latin typeface="Aptos"/>
              </a:defRPr>
            </a:pPr>
            <a:r>
              <a:t>Minden működő rendszer mögött tudás, felelősség és együttműködés áll.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690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4DCC8"/>
                </a:solidFill>
                <a:latin typeface="Aptos"/>
              </a:defRPr>
            </a:pPr>
            <a:r>
              <a:t>Légy kíváncsi • dolgozz biztonságosan • soha ne hagyd abba a tanulást!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Zárógondolat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32004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304E"/>
                </a:solidFill>
                <a:latin typeface="Aptos"/>
              </a:defRPr>
            </a:pPr>
            <a:r>
              <a:t>„A jó villanyszerelő nem az, aki mindent tud,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B5"/>
                </a:solidFill>
                <a:latin typeface="Aptos"/>
              </a:defRPr>
            </a:pPr>
            <a:r>
              <a:t>hanem az, aki tudja, hogyan tanuljon tovább.”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0352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7D59"/>
                </a:solidFill>
                <a:latin typeface="Aptos"/>
              </a:defRPr>
            </a:pPr>
            <a:r>
              <a:t>10. évfolyam • teljesítve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