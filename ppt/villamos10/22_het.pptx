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Feszültségstabilizálás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E8F2"/>
                </a:solidFill>
                <a:latin typeface="Aptos"/>
              </a:defRPr>
            </a:pPr>
            <a:r>
              <a:t>Zener-diódával és 78xx stabilizátorokkal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343400"/>
            <a:ext cx="1097280" cy="109728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343400"/>
            <a:ext cx="1463040" cy="109728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7805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Clarence Melvin Zener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Zener-effektustól a stabil referenciafeszültségig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Zener amerikai fizikus írta le a róla elnevezett effektust. A Zener-dióda ma is fontos referenciafeszültség és egyszerű stabilizátor áramkörökben.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BC7B22"/>
          </a:solidFill>
          <a:ln>
            <a:solidFill>
              <a:srgbClr val="BC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Miért nem elegendő önmagában a pufferkondenzátor egy érzékeny elektronikai áramkör stabil tápellátásához?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Pufferelés és stabilizálás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Nem ugyanaz a két feladat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PUFFERELÉS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hullámosság csökkentése és energiatárolás.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STABILIZÁLÁS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kimeneti feszültség közel állandó értéken tartása.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Zener-dióda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Stabilizálás egyszerűen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Zener-dióda a megfelelő üzemi tartományban referenciafeszültségként használható.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A84040"/>
          </a:solidFill>
          <a:ln>
            <a:solidFill>
              <a:srgbClr val="A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Előtétellenállás szükséges; a polaritásra és teljesítményre figyelni kell.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7805 és 7812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Klasszikus lineáris stabilizátorok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7805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Névleges 5 V-os kimeneti stabilizátor.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7812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Névleges 12 V-os kimeneti stabilizátor.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Zener vagy 7805?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Két megoldás összehasonlítása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BC7B22"/>
          </a:solidFill>
          <a:ln>
            <a:solidFill>
              <a:srgbClr val="BC7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ZENER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 stabilizáló megoldás, előtétellenállással.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7805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Integrált stabilizátor; a kivezetéseket és a hűtési igényt is ellenőrizni kell.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heti három fő számítás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ELŐTÉTELLENÁLLÁS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Zener-diódához szükséges soros ellenállás meghatározása.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A84040"/>
          </a:solidFill>
          <a:ln>
            <a:solidFill>
              <a:srgbClr val="A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Zener-dióda teljesítményének meghatározása.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Zener-diódás és 7805-ös stabilizátor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1. KAPCSOLÁS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Építs egyszerű Zener-diódás stabilizátort és mérd a bemeneti/kimeneti feszültséget.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2. KAPCSOLÁS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Építs 7805 alapú stabilizátort, majd hasonlítsd össze a két megoldást.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Ezekre külön figyelj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A84040"/>
          </a:solidFill>
          <a:ln>
            <a:solidFill>
              <a:srgbClr val="A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POLARITÁS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Zener-dióda hibás polaritású bekötése.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A84040"/>
          </a:solidFill>
          <a:ln>
            <a:solidFill>
              <a:srgbClr val="A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ELLENÁLLÁS / 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Előtétellenállás elhagyása, IC-kivezetések felcserélése, hűtés figyelmen kívül hagyása.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stabilizátorokkal?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73152" cy="3886200"/>
          </a:xfrm>
          <a:prstGeom prst="round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ALKALMAZÁSOK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PLC-k, mikrovezérlős rendszerek, Arduino fejlesztőpanelek, érzékelők és ipari vezérlőberendezések.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57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73152" cy="388620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ÉRDEKESSÉG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0008"/>
            <a:ext cx="4846320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7805 ma is gyakori oktatási és laboratóriumi kapcsolásokban, miközben sok modern eszköz kapcsolóüzemű stabilizátort használ.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feszültségstabilizálás célja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Zener-dióda működése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7805 és 7812 lineáris stabilizátorok alapjai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stabilizátor áramkörök felépítése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solidFill>
              <a:srgbClr val="347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Zener-diódás és 7805-ös megoldás összehasonlítása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solidFill>
              <a:srgbClr val="DB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bipoláris tranzisztor (BJT), kapcsoló és erősítő alkalmazások.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