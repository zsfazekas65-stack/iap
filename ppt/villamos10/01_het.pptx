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51ea7ba4554582" /><Relationship Type="http://schemas.openxmlformats.org/officeDocument/2006/relationships/extended-properties" Target="/docProps/app.xml" Id="R0d68aad091404724" /><Relationship Type="http://schemas.openxmlformats.org/officeDocument/2006/relationships/officeDocument" Target="/ppt/presentation.xml" Id="R81294a3184aa48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741bab32094390"/>
  </p:sldMasterIdLst>
  <p:notesMasterIdLst>
    <p:notesMasterId xmlns:r="http://schemas.openxmlformats.org/officeDocument/2006/relationships" r:id="R207b51aa46b340da"/>
  </p:notesMasterIdLst>
  <p:sldIdLst>
    <p:sldId xmlns:r="http://schemas.openxmlformats.org/officeDocument/2006/relationships" id="256" r:id="R8e64ed52eb464560"/>
    <p:sldId xmlns:r="http://schemas.openxmlformats.org/officeDocument/2006/relationships" id="257" r:id="Rc388d21550784dba"/>
    <p:sldId xmlns:r="http://schemas.openxmlformats.org/officeDocument/2006/relationships" id="258" r:id="Rd151f3c48e804ce5"/>
    <p:sldId xmlns:r="http://schemas.openxmlformats.org/officeDocument/2006/relationships" id="259" r:id="R905f638b74d94099"/>
    <p:sldId xmlns:r="http://schemas.openxmlformats.org/officeDocument/2006/relationships" id="260" r:id="Ra908efa32f174b3a"/>
    <p:sldId xmlns:r="http://schemas.openxmlformats.org/officeDocument/2006/relationships" id="261" r:id="Ra9874a8174074274"/>
    <p:sldId xmlns:r="http://schemas.openxmlformats.org/officeDocument/2006/relationships" id="262" r:id="R5299b62f4c224068"/>
    <p:sldId xmlns:r="http://schemas.openxmlformats.org/officeDocument/2006/relationships" id="263" r:id="R04cf700c4ee047f5"/>
    <p:sldId xmlns:r="http://schemas.openxmlformats.org/officeDocument/2006/relationships" id="264" r:id="Rbf91e33bcd9b47f7"/>
    <p:sldId xmlns:r="http://schemas.openxmlformats.org/officeDocument/2006/relationships" id="265" r:id="R91ca1a991d9d41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6b303e6ef4a66" /><Relationship Type="http://schemas.openxmlformats.org/officeDocument/2006/relationships/slideMaster" Target="/ppt/slideMasters/slideMaster1.xml" Id="Rcb741bab32094390" /><Relationship Type="http://schemas.openxmlformats.org/officeDocument/2006/relationships/notesMaster" Target="/ppt/notesMasters/notesMaster1.xml" Id="R207b51aa46b340da" /><Relationship Type="http://schemas.openxmlformats.org/officeDocument/2006/relationships/presProps" Target="/ppt/presProps.xml" Id="R69448fc7a7be47f9" /><Relationship Type="http://schemas.openxmlformats.org/officeDocument/2006/relationships/tableStyles" Target="/ppt/tableStyles.xml" Id="Rc0f7e895559a40f2" /><Relationship Type="http://schemas.openxmlformats.org/officeDocument/2006/relationships/slide" Target="/ppt/slides/slide1.xml" Id="R8e64ed52eb464560" /><Relationship Type="http://schemas.openxmlformats.org/officeDocument/2006/relationships/slide" Target="/ppt/slides/slide2.xml" Id="Rc388d21550784dba" /><Relationship Type="http://schemas.openxmlformats.org/officeDocument/2006/relationships/slide" Target="/ppt/slides/slide3.xml" Id="Rd151f3c48e804ce5" /><Relationship Type="http://schemas.openxmlformats.org/officeDocument/2006/relationships/slide" Target="/ppt/slides/slide4.xml" Id="R905f638b74d94099" /><Relationship Type="http://schemas.openxmlformats.org/officeDocument/2006/relationships/slide" Target="/ppt/slides/slide5.xml" Id="Ra908efa32f174b3a" /><Relationship Type="http://schemas.openxmlformats.org/officeDocument/2006/relationships/slide" Target="/ppt/slides/slide6.xml" Id="Ra9874a8174074274" /><Relationship Type="http://schemas.openxmlformats.org/officeDocument/2006/relationships/slide" Target="/ppt/slides/slide7.xml" Id="R5299b62f4c224068" /><Relationship Type="http://schemas.openxmlformats.org/officeDocument/2006/relationships/slide" Target="/ppt/slides/slide8.xml" Id="R04cf700c4ee047f5" /><Relationship Type="http://schemas.openxmlformats.org/officeDocument/2006/relationships/slide" Target="/ppt/slides/slide9.xml" Id="Rbf91e33bcd9b47f7" /><Relationship Type="http://schemas.openxmlformats.org/officeDocument/2006/relationships/slide" Target="/ppt/slides/slide10.xml" Id="R91ca1a991d9d41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99c5a82ba8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3223d992047de" /><Relationship Type="http://schemas.openxmlformats.org/officeDocument/2006/relationships/notesMaster" Target="/ppt/notesMasters/notesMaster1.xml" Id="R03cb3f133803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b842734b024023" /><Relationship Type="http://schemas.openxmlformats.org/officeDocument/2006/relationships/notesMaster" Target="/ppt/notesMasters/notesMaster1.xml" Id="R5166280737f244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25ee88c3d46fe" /><Relationship Type="http://schemas.openxmlformats.org/officeDocument/2006/relationships/notesMaster" Target="/ppt/notesMasters/notesMaster1.xml" Id="Rcbd83d65b559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4cf46aecd40c7" /><Relationship Type="http://schemas.openxmlformats.org/officeDocument/2006/relationships/notesMaster" Target="/ppt/notesMasters/notesMaster1.xml" Id="R9479176a8b4c4a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564dc4a8854d66" /><Relationship Type="http://schemas.openxmlformats.org/officeDocument/2006/relationships/notesMaster" Target="/ppt/notesMasters/notesMaster1.xml" Id="R6a5ad9c30abc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d4c5f6b1574a12" /><Relationship Type="http://schemas.openxmlformats.org/officeDocument/2006/relationships/notesMaster" Target="/ppt/notesMasters/notesMaster1.xml" Id="R9a0e71a9b064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17ae50297a49ba" /><Relationship Type="http://schemas.openxmlformats.org/officeDocument/2006/relationships/notesMaster" Target="/ppt/notesMasters/notesMaster1.xml" Id="Ra7023a67863d4e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6841734734e29" /><Relationship Type="http://schemas.openxmlformats.org/officeDocument/2006/relationships/notesMaster" Target="/ppt/notesMasters/notesMaster1.xml" Id="R8ef3708f79774d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f797f0007476c" /><Relationship Type="http://schemas.openxmlformats.org/officeDocument/2006/relationships/notesMaster" Target="/ppt/notesMasters/notesMaster1.xml" Id="R1c06787508e444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7c911057b42d0" /><Relationship Type="http://schemas.openxmlformats.org/officeDocument/2006/relationships/notesMaster" Target="/ppt/notesMasters/notesMaster1.xml" Id="R767dae45e01d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51a9f6dbd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9fab2363144ada" /><Relationship Type="http://schemas.openxmlformats.org/officeDocument/2006/relationships/slideLayout" Target="/ppt/slideLayouts/slideLayout1.xml" Id="R58a28a281c8641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28a281c8641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fe8a10a5d4a28" /><Relationship Type="http://schemas.openxmlformats.org/officeDocument/2006/relationships/notesSlide" Target="/ppt/notesSlides/notesSlide1.xml" Id="R1bc08df9c88f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ee62f3b54135" /><Relationship Type="http://schemas.openxmlformats.org/officeDocument/2006/relationships/notesSlide" Target="/ppt/notesSlides/notesSlide2.xml" Id="Re57239440c8740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fd95559e948e7" /><Relationship Type="http://schemas.openxmlformats.org/officeDocument/2006/relationships/notesSlide" Target="/ppt/notesSlides/notesSlide3.xml" Id="R20b4bc47f18741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0eb47fa5f4cc4" /><Relationship Type="http://schemas.openxmlformats.org/officeDocument/2006/relationships/notesSlide" Target="/ppt/notesSlides/notesSlide4.xml" Id="R5c77aad95e4c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f9947f13490c" /><Relationship Type="http://schemas.openxmlformats.org/officeDocument/2006/relationships/notesSlide" Target="/ppt/notesSlides/notesSlide5.xml" Id="R7015933a8c7b4e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d6a08c5d4fac" /><Relationship Type="http://schemas.openxmlformats.org/officeDocument/2006/relationships/notesSlide" Target="/ppt/notesSlides/notesSlide6.xml" Id="R48964a1691f3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273466b547f6" /><Relationship Type="http://schemas.openxmlformats.org/officeDocument/2006/relationships/notesSlide" Target="/ppt/notesSlides/notesSlide7.xml" Id="R821dd8b35647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a250383034690" /><Relationship Type="http://schemas.openxmlformats.org/officeDocument/2006/relationships/notesSlide" Target="/ppt/notesSlides/notesSlide8.xml" Id="R49161f92da3d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177473da4a3e" /><Relationship Type="http://schemas.openxmlformats.org/officeDocument/2006/relationships/notesSlide" Target="/ppt/notesSlides/notesSlide9.xml" Id="R703c4dfaec094f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86167acaf4b9d" /><Relationship Type="http://schemas.openxmlformats.org/officeDocument/2006/relationships/notesSlide" Target="/ppt/notesSlides/notesSlide10.xml" Id="R7fd6113a89ca41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3A2BD-B448-4ABB-908C-A4915E2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3F82E-A3F0-4707-93EF-A5D29B6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solidFill>
              <a:srgbClr val="F7B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FC1F3-6509-4E58-93F3-D47AD89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CFF2"/>
                </a:solidFill>
              </a:defRPr>
            </a:pPr>
            <a:r>
              <a:rPr sz="1350" b="1">
                <a:solidFill>
                  <a:srgbClr val="A9CFF2"/>
                </a:solidFill>
              </a:rPr>
              <a:t>VILLAMOS ALAPISMERETEK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5878-3500-47B7-8E28-DCE23BD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villamos energia útja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7EA74-3C14-43F1-82A8-83297E6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FE8FF"/>
                </a:solidFill>
              </a:defRPr>
            </a:pPr>
            <a:r>
              <a:rPr sz="2250" b="0">
                <a:solidFill>
                  <a:srgbClr val="CFE8FF"/>
                </a:solidFill>
              </a:rPr>
              <a:t>Az erőműtől a fogyasztóig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A2000-72C4-462B-BDA8-DCD3296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71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8616A-E486-4AAA-9892-BB85368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1. HÉT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007EA-3BE5-4920-96FF-50AE81B9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766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5F89"/>
          </a:solidFill>
          <a:ln xmlns:a="http://schemas.openxmlformats.org/drawingml/2006/main" w="9525">
            <a:solidFill>
              <a:srgbClr val="2E5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0893-CA05-4160-928D-ADFC3168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52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 × 45 PERC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5772-89A9-46B6-AB24-3085F366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jó villanyszerelő nemcsak a vezetéket látja, hanem az egész energiaellátási rendszert.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2D98E-8C08-41D4-BE28-6868D51B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CFF2"/>
                </a:solidFill>
              </a:defRPr>
            </a:pPr>
            <a:r>
              <a:rPr sz="1050" b="0">
                <a:solidFill>
                  <a:srgbClr val="A9CFF2"/>
                </a:solidFill>
              </a:rPr>
              <a:t>IAP • Integrált Automatika Program • 10. évfolyam</a:t>
            </a:r>
          </a:p>
        </p:txBody>
      </p:sp>
    </p:spTree>
    <p:extLst>
      <p:ext uri="{BB962C8B-B14F-4D97-AF65-F5344CB8AC3E}">
        <p14:creationId xmlns:p14="http://schemas.microsoft.com/office/powerpoint/2010/main" val="1137334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435B6-3359-47C9-B340-A910BBC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2C7B0-2BA1-4CCE-B111-5F26101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F8FF-50A3-4B1A-862A-55FC9CD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0D08-DA07-4659-B2B8-35FD0244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hét végére rendszerben látod az energiaellátást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5287B-589F-4CD1-AB1A-15BE748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EC1AA-EF61-4D42-95C4-CAD0639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9E08E-AB94-41D3-A2BF-8E5100BB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1D389-1E9B-41DF-8F35-0EA2B20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66875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felidézed a 9. évfolyam legfontosabb villamos alapjait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BF1B9-5827-4F9D-9851-257654D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C9336-D936-40B6-957B-24F35CB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47925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követed az energia útját a termeléstől a fogyasztóig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01F91-D8A5-4AC1-9CEE-66A67AF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785AD-41B6-4C1E-8240-1DB66A9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28975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azonosítod a fő feszültségszinteket és hálózati állomásokat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9B557-FFFD-497A-84B1-9FB9A4B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5FC3C-962E-46A7-B2EF-6DA21D6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felismered a legfontosabb mérőműszereket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D0E8D-E28C-4B9C-870D-657563D1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DD92D-526A-42BF-8242-40B0D05B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megfogalmazod a villanyszerelő felelősségét</a:t>
            </a:r>
          </a:p>
        </p:txBody>
      </p:sp>
    </p:spTree>
    <p:extLst>
      <p:ext uri="{BB962C8B-B14F-4D97-AF65-F5344CB8AC3E}">
        <p14:creationId xmlns:p14="http://schemas.microsoft.com/office/powerpoint/2010/main" val="272041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40BC04-C245-4F02-A43C-7D4DC2E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16C18-B07E-4577-98FC-2DBEC88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C61D-A79D-48FF-A896-340FB5E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C5DC9-1ECB-4529-8BA1-52A68A2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energia hét állomáson jut el a fogyasztóig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9F43B-EC72-4AD2-9F49-C9160C2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76D2"/>
                </a:solidFill>
              </a:defRPr>
            </a:pPr>
            <a:r>
              <a:rPr sz="1350" b="0">
                <a:solidFill>
                  <a:srgbClr val="1976D2"/>
                </a:solidFill>
              </a:rPr>
              <a:t>A feszültség mindig a hálózati feladathoz igazodik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17F6A-4D17-41D3-B0F6-BBC267A2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0754-2BCF-46CF-BE0F-4B9D162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F7FBB-6F36-4B20-9422-004E797A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9B73"/>
          </a:solidFill>
          <a:ln xmlns:a="http://schemas.openxmlformats.org/drawingml/2006/main" w="9525">
            <a:solidFill>
              <a:srgbClr val="239B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037D5-3AAA-477C-8272-05BB64E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ERŐMŰ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8CF1A-8178-4CA3-B5DC-AF0788E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termelés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E7F8-D3E6-4D4F-BCFE-D7D3287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341C-802B-474D-ABDD-952DC975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3B782-B963-4BFE-8D91-3620D4B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400 kV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D6EE9-7453-4F9E-AA90-84E1D6B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átvitel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6A054-DCAD-4397-B7FC-B34AE39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1CA50-1D9B-4D9C-B3A5-FE354D4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CB1D4-98C1-488E-A072-E20B18F5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ALÁLLOMÁS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0698F-CA45-45EF-B53D-EBA1F92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kapcsolás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9D62E-217C-4C04-8416-D3B53D45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6CEA3-E56F-4C87-9D02-39CBD662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D1AE5-7E76-49C5-9B57-CB30073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120 kV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942C9-4777-493E-B7B7-F6FA422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elosztás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D48C0-6DB7-4111-A3C5-4FB2BDCD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5CD70-071B-4865-8617-94672D69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239FB-6ED8-4B0F-85F2-C002A3B5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20–22 kV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E00EF-C8AE-439A-A9D6-BE647E2D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középfesz.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19F75-3381-40D2-8CFA-15670302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BE1828-44F8-4CAF-BAA9-52404D0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CFF35-AC8F-44E0-A3CC-62C8C4A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20/0,4 kV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0DE55-1F76-4045-99C8-A47B16C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transzformálás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5DBD5-9032-4058-B8A6-31AEC0E8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384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EAAEA-3171-4A7A-AA99-D4E073E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1381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9525">
            <a:solidFill>
              <a:srgbClr val="F7B3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539AF-0D23-43B0-B251-AB2C55D6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574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FOGYASZTÓ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A97445-198F-467E-B77B-F2F1B757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7086"/>
                </a:solidFill>
              </a:defRPr>
            </a:pPr>
            <a:r>
              <a:rPr sz="1275" b="1">
                <a:solidFill>
                  <a:srgbClr val="587086"/>
                </a:solidFill>
              </a:rPr>
              <a:t>230/400 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6BA7E-CC80-4672-84D2-6F663A45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1000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CD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C7045-02C2-47DC-A304-3726ADB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Rendszerszemlélet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9F7322-8178-43D5-B453-220ECBFD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719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Minden állomásnak külön feladata van, de csak együtt biztosítják a folyamatos és biztonságos energiaellátást.</a:t>
            </a:r>
          </a:p>
        </p:txBody>
      </p:sp>
    </p:spTree>
    <p:extLst>
      <p:ext uri="{BB962C8B-B14F-4D97-AF65-F5344CB8AC3E}">
        <p14:creationId xmlns:p14="http://schemas.microsoft.com/office/powerpoint/2010/main" val="856235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A29E3-0AB4-4746-8BF5-D89779E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ECF1A-A5EF-430B-89C0-CC7F8675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4A322-6B55-4478-94BE-7A46F555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C7944-1B9F-4D88-AB20-69E4B44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nagyobb feszültség kisebb veszteséget tesz lehetővé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AAE4F-0F72-480A-AFE3-CEDD9356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3B89A-B9A5-4930-B23D-38B5A36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16E3-48DA-4F0B-A079-951F0129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5106-024E-4BF2-B0E6-3A3401B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F656D-DFF4-4A09-9B0F-1DD6AC3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Kis feszültség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6636E-A4D2-4EFD-B1CC-AAAA657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42318"/>
                </a:solidFill>
              </a:defRPr>
            </a:pPr>
            <a:r>
              <a:rPr sz="2700" b="1">
                <a:solidFill>
                  <a:srgbClr val="B42318"/>
                </a:solidFill>
              </a:rPr>
              <a:t>nagyobb áram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C95DD-700E-4D75-AB8F-B3EA7EB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7086"/>
                </a:solidFill>
              </a:defRPr>
            </a:pPr>
            <a:r>
              <a:rPr sz="1800" b="0">
                <a:solidFill>
                  <a:srgbClr val="587086"/>
                </a:solidFill>
              </a:rPr>
              <a:t>nagyobb I²R veszteség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A955-8500-4500-B27F-9A1BC226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Nagy feszültség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6CB4C-CAA0-4142-A4EE-4D95F90B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39B73"/>
                </a:solidFill>
              </a:defRPr>
            </a:pPr>
            <a:r>
              <a:rPr sz="2700" b="1">
                <a:solidFill>
                  <a:srgbClr val="239B73"/>
                </a:solidFill>
              </a:rPr>
              <a:t>kisebb áram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D245D-13CB-47BC-BE34-8B362ABC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7086"/>
                </a:solidFill>
              </a:defRPr>
            </a:pPr>
            <a:r>
              <a:rPr sz="1800" b="0">
                <a:solidFill>
                  <a:srgbClr val="587086"/>
                </a:solidFill>
              </a:rPr>
              <a:t>kisebb vezetékveszteség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74712-8C07-46C6-A14A-BB357009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P = U · 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6E50F-BE00-4664-8FA8-5415E007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P = U · 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B18E2-3DE8-4F9B-BF7B-A2E488F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Azonos teljesítmény mellett U növelése I csökkenését eredményezi.</a:t>
            </a:r>
          </a:p>
        </p:txBody>
      </p:sp>
    </p:spTree>
    <p:extLst>
      <p:ext uri="{BB962C8B-B14F-4D97-AF65-F5344CB8AC3E}">
        <p14:creationId xmlns:p14="http://schemas.microsoft.com/office/powerpoint/2010/main" val="1760245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86A60-1756-49ED-8F15-CC185757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4ACDA-B25E-4EFA-AC68-9B893AFA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C2113-D248-4234-8CF1-824FA0D9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B1A02-9812-4046-91E8-9725E2A7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villanyszerelő a fogyasztói hálózat biztonságáért felel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87440-FDAB-4F7A-96FD-7DFB6DF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2BCAB-BC61-4D3A-8B54-9D44750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F4DB5-3042-48C1-9D22-72C0BE8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DE708-A039-4AC8-8034-7B84F42D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SZERELÉS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3C0B3-5F1E-4925-9E03-9660CC75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240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vezetékek, kötések, készülékek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9CFEC-6281-4A7F-8F83-F05A8D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9B73"/>
          </a:solidFill>
          <a:ln xmlns:a="http://schemas.openxmlformats.org/drawingml/2006/main" w="9525">
            <a:solidFill>
              <a:srgbClr val="239B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79F24-4BF1-429F-A955-7C632EE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VÉDELEM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C3D29-B4EA-4A11-8D2D-6F349B4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kismegszakító, ÁVK, 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D8386-7E76-4A6A-AEE2-9AF0E94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6077F-94DE-4690-8A9E-383295E7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MÉRÉS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70803-55D6-4305-AB64-41339245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766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ellenőrzés megfelelő műszerrel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9A1D1-E930-4B95-90C6-CBFEAF4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A0842-CFF1-43B5-9743-748350D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HIBAKERESÉS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BBF4D-6E5B-4693-966E-F926BAA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529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7"/>
                </a:solidFill>
              </a:defRPr>
            </a:pPr>
            <a:r>
              <a:rPr sz="1875" b="0">
                <a:solidFill>
                  <a:srgbClr val="183247"/>
                </a:solidFill>
              </a:rPr>
              <a:t>ok feltárása, nem találgatás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C3CD6-E2FD-41EA-B10C-BD8E2D46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C1E01-C4E6-4A8B-ACC9-743D5A2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DOKUMENTÁLÁS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AEBCB-90F6-4043-B99E-22E30B0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292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mérési eredmény és változás rögzítése</a:t>
            </a:r>
          </a:p>
        </p:txBody>
      </p:sp>
    </p:spTree>
    <p:extLst>
      <p:ext uri="{BB962C8B-B14F-4D97-AF65-F5344CB8AC3E}">
        <p14:creationId xmlns:p14="http://schemas.microsoft.com/office/powerpoint/2010/main" val="911891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C3EEC-7ECF-4CD6-9EE1-A68B7B20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6008F-63C3-426E-9E64-B0535F9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7D7B-9014-4F07-B6C9-CC78457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CE12E-FBED-4CDA-8100-9D088DB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Minden mérési feladathoz megfelelő műszer tartozik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223E1-7BBB-41EF-BF6F-B369CA96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62E29-5433-417F-B611-C513301B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1217-3B63-41D6-98BC-66895E9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6DD7F-2BCC-4371-9FA5-735FF1C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Digitális multiméter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882F5-49DB-4AB1-974D-4FE9B4A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U, I, R, folytonosság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F873F-63D1-4768-BC01-EB2BFDF0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C71F-9AEA-49EC-9230-CA20E8EE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573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Lakatfogó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C2B7E-0D67-48F7-B81F-E015CC6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áram bontás nélkül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38ADF-5498-4E93-B35D-2CED9C70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F54BB-FC88-400F-B734-50EF7233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Kétpólusú vizsgáló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7024B-BA2B-4A1E-9B64-007FBF75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feszültség jelenléte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2490E-AA69-43BA-97AD-FEB1EDF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43103-0AB7-4C79-98BF-97F8AD1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Szigetelésvizsgáló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A4E50-1226-4221-8AEE-AD3B6A7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szigetelési ellenállás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59BEA-DEDF-4D1A-8C04-51A41861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C88B4-B882-422D-86F1-74C4EFD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Hurokimpedancia-mérő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12F85-3BF4-4737-900A-DF753A9D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hibahurok ellenőrzése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39917-A09D-4BA1-A7DA-74EB623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CF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E6F15-7FA2-4478-83BD-8AEE456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Fázissorrend-mérő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B7427-1E2C-4A6B-A8E8-E6993889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49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háromfázisú sorrend</a:t>
            </a:r>
          </a:p>
        </p:txBody>
      </p:sp>
    </p:spTree>
    <p:extLst>
      <p:ext uri="{BB962C8B-B14F-4D97-AF65-F5344CB8AC3E}">
        <p14:creationId xmlns:p14="http://schemas.microsoft.com/office/powerpoint/2010/main" val="566496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5EB5E-9D38-442A-AB87-9730FF09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3C8CC-4BB8-480B-A349-149FE9C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2FD77-D557-478A-AB88-3A138047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C925-EE75-4B2A-809A-5B1AC00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biztonságos mérés a bekapcsolás előtt kezdődik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0E2D2-2161-4B30-B6E1-E0EA057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A3795-0AFC-4457-955B-0DCB55A7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ACE8A-79C3-4C51-A79E-DEAD8C8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7BC3B-D808-44ED-BFC2-CA2BE10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AE52B-C8EE-43E0-B304-99EB8B36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Műszer és vezeték ellenőrzése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D70B4-5839-4434-9069-1DCFAF25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384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4A6BC-6F4F-4D53-BCEF-C0D8A5A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BF468-CE7F-4124-9532-96290FAE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265A9-CBFF-4C1F-B769-CB912A4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4325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Mérési mód kiválasztása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9449-6BBF-4E86-A4D9-DC38FC4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EFFB4-986F-4122-8CEB-18BBCF5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512BE-95DD-498F-9B87-60F5AFA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76BD3-B7A2-4547-ACA1-0C94F36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4325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Mérőzsinór helyes aljzatban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5B62C-281B-4525-879B-761477F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721D3-107D-4AE5-AB1B-3B484474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322D8-17D9-4A1E-8E9A-0A0A08A4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6FFDC-73DC-4914-AE10-5602C55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Várható értékhez illő tartomány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C13B6-39E6-4914-B235-D519096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384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FF964-4298-430F-BAA8-FE0E7A4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00250"/>
            <a:ext cx="2000250" cy="2238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7FC6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3CAE0-CF88-4075-8AC0-AAE4EFD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39B73"/>
                </a:solidFill>
              </a:defRPr>
            </a:pPr>
            <a:r>
              <a:rPr sz="3300" b="1">
                <a:solidFill>
                  <a:srgbClr val="239B73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FA405-7EAC-4E86-B571-D7046128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4325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Eredmény rögzítése és értékelése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F3861-F759-4A7F-87FD-42E521D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14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8B2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DC860-251E-4ADC-A6BA-92418E5C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76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D4C00"/>
                </a:solidFill>
              </a:defRPr>
            </a:pPr>
            <a:r>
              <a:rPr sz="1725" b="1">
                <a:solidFill>
                  <a:srgbClr val="6D4C00"/>
                </a:solidFill>
              </a:rPr>
              <a:t>Ezen a gyakorlaton csak 1,5 V-os, 9 V-os és biztonságos 12 V-os forráson mérünk.</a:t>
            </a:r>
          </a:p>
        </p:txBody>
      </p:sp>
    </p:spTree>
    <p:extLst>
      <p:ext uri="{BB962C8B-B14F-4D97-AF65-F5344CB8AC3E}">
        <p14:creationId xmlns:p14="http://schemas.microsoft.com/office/powerpoint/2010/main" val="557765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F7561-2155-4F97-909D-75213C23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25FDD-CF85-40AA-B6DA-20A12BB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7AB55-D89F-4159-BD0A-B21E8178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BAD79-8218-401B-852B-2DD10FF5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öt tanóra egy teljes szakmai munkafolyamatot épít fel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D6A4E-4B53-4005-AD5E-11BF055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50451-F33D-4752-80AE-DAEAEEB3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92B71-A530-4A11-B771-E190390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0DBDF-1B5A-419F-9B61-184036C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764C9-6C0F-4EFB-A360-D1CD6A2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588EF-E693-41B6-8EF5-98133A4B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81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ALAPOK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B1430-540D-486B-A04B-DCAF18A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Mitől lesz jó szakember?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5B0FE-B66B-419F-89C3-7021590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446C7-0295-4BEB-9E21-0F50846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4D738-6852-4058-8284-434C3457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7F785-5A48-479E-BAAD-B7DFA83D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86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RENDSZER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8D8F4-FFCD-4B40-8E9F-95E7A1BB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Az energia útja és feszültségszintek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08F09-C641-4FF8-A022-88A26AF2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08D76-0171-46BD-99B5-E416DB0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EFEE6-A78C-4459-A925-E34FAF98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A777B-02AE-4044-98B0-24F519F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MŰSZEREK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ECE6E-3D2C-4611-91AA-7264EFA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Felismerés, rendeltetés, biztonság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8E178-754E-47BE-B3FA-9CC3400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24D7D-4C6B-4C23-8ED2-ACB4A51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EF8DB-4442-4864-8251-BBED26B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67BD9-68B3-40A6-9221-19795FA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MÉRÉS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9EA58-F4BB-4DC9-B6B3-F974359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1,5 V • 9 V • 12 V • polaritás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141710-510E-4A51-929D-F0B9DB59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03489-5FC3-448E-B5B7-EAE00AA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67182-4D90-4B22-8742-68A3CF5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2CA1B3-CEF8-4D64-820D-2472F1A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0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PROJEKT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0D6E2-9B5A-4443-8A7C-47E097A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00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Folyamatábra egy családi házig</a:t>
            </a:r>
          </a:p>
        </p:txBody>
      </p:sp>
    </p:spTree>
    <p:extLst>
      <p:ext uri="{BB962C8B-B14F-4D97-AF65-F5344CB8AC3E}">
        <p14:creationId xmlns:p14="http://schemas.microsoft.com/office/powerpoint/2010/main" val="1076002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1BBD6-FC01-4DF5-9204-F184A5F2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EE019-7598-4BAF-9464-C386AF1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04C8E-77F1-484C-BDF3-E5D316C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5182E-C2ED-420A-9992-0B88A0A8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csoportprojektben láthatóvá válik az egész rendszer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B1B25-9B1D-4371-B19B-A9083282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6B821-7823-4C9B-9E53-7D1C561D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B99E4-6FEB-4889-BCEF-6783DA8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Feladat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D48F4-D709-441F-A11C-85D03B39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3247"/>
                </a:solidFill>
              </a:defRPr>
            </a:pPr>
            <a:r>
              <a:rPr sz="2100" b="0">
                <a:solidFill>
                  <a:srgbClr val="183247"/>
                </a:solidFill>
              </a:rPr>
              <a:t>Készítsetek folyamatábrát az erőműtől egy családi ház fogyasztójáig.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E72EB-C885-4B10-B79D-CA9BED72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919E4-3F85-4849-9F0C-78EDF03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helyes sorrend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57640-6BEE-4BEA-A43C-4106788A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C68BB-7456-4462-AAD4-0455D678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400 kV • 120 kV • 20–22 kV • 0,4 kV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548D5-8385-44F1-9745-9E400904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4066C-3C7C-41C0-8A52-114487A4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transzformálási pontok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405A7-5D2B-4FA8-A912-8717AB83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A1E9A-DC68-4832-BD18-990B85F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minden állomás feladata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77E2C-4413-47D2-8DFF-59C9D93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00B2A-7C9A-4D10-8FAD-35E8CAB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a villanyszerelő kapcsolódási helyei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E38C7-DBB8-43C8-96E4-8DAC8A7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3714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925CC-FB27-4A30-BDFD-EB3414F9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A rajz legyen áttekinthető és bemutatható.</a:t>
            </a:r>
          </a:p>
        </p:txBody>
      </p:sp>
    </p:spTree>
    <p:extLst>
      <p:ext uri="{BB962C8B-B14F-4D97-AF65-F5344CB8AC3E}">
        <p14:creationId xmlns:p14="http://schemas.microsoft.com/office/powerpoint/2010/main" val="45918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27D5F-1BC1-41F4-B32D-C2317139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56BB0-4758-40A1-82E2-F71BC8C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51951-B786-498B-8BC2-AE53291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E7BB4-41E1-4589-9D9F-02E9B3C1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Öt kérdésből kiderül, összeállt-e a kép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A8299-E221-41E1-AD0B-0578106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734C-CA4C-4F01-8A83-D7422DE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1. hét • Az energia útja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511B-5A04-40C9-BA60-274B2B2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9898C-E0C6-4B45-AE8F-AD53126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Mekkora a kisfeszültségű hálózat névleges feszültsége?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493B7-F15E-4044-AED8-5DE4DC8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81B55-D5DA-4A73-AC28-2ABAEC3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Mi a transzformátor feladata?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E7C76-008F-43D2-BC8F-E1AECF3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E1A8A-ECF2-4E6F-9E14-F27E6CC1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Miért alkalmazunk nagyfeszültségű átvitelt?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B8BCD-E242-41AA-ACD4-E289310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14408-137B-41F1-84A7-7CC3BF83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Mire használható a digitális multiméter?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19D11-D328-4232-BFDF-E839EA18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8C4A0-4893-4B51-8C13-765F3CFE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247"/>
                </a:solidFill>
              </a:defRPr>
            </a:pPr>
            <a:r>
              <a:rPr sz="1800" b="0">
                <a:solidFill>
                  <a:srgbClr val="183247"/>
                </a:solidFill>
              </a:rPr>
              <a:t>Miért fontos a szabványok betartása?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5CC78-4CAE-4EC2-B3A5-C3D5009B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90B93-4F07-43C7-AC87-5E0C4E1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jó szakember mér, ellenőriz, dokumentál – és csak utána dönt.</a:t>
            </a:r>
          </a:p>
        </p:txBody>
      </p:sp>
    </p:spTree>
    <p:extLst>
      <p:ext uri="{BB962C8B-B14F-4D97-AF65-F5344CB8AC3E}">
        <p14:creationId xmlns:p14="http://schemas.microsoft.com/office/powerpoint/2010/main" val="2001663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2026-08-19T20:16:04.6630000Z</dcterms:created>
  <dcterms:modified xsi:type="dcterms:W3CDTF">2026-08-19T20:16:04.6630000Z</dcterms:modified>
</coreProperties>
</file>