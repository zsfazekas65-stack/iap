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PROJEKTLABOR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Frekvenciaváltó → szervohajtás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66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2E4F1"/>
                </a:solidFill>
                <a:latin typeface="Aptos"/>
              </a:defRPr>
            </a:pPr>
            <a:r>
              <a:t>összefoglalás • hibakeresés • kitekintés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466344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FAULT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66344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SERVO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közvetlen indítástól a szervohajtásig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FEJLŐDÉSI ÍV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Közvetlen motorindítás → csillag-delta → egyenáramú és tirisztoros hajtások → frekvenciaváltók → nagy pontosságú szervohajtások.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060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4304E"/>
                </a:solidFill>
                <a:latin typeface="Aptos"/>
              </a:defRPr>
            </a:pPr>
            <a:r>
              <a:t>Miért elég egy ventilátornál a fordulatszám, miközben egy robotnál a tengely pontos helyzetét is ismernünk kell?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heti küldetés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Most összeáll a teljes kép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658368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7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81912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304E"/>
                </a:solidFill>
                <a:latin typeface="Aptos"/>
              </a:defRPr>
            </a:pPr>
            <a:r>
              <a:t>Ismételd át a frekvenciaváltó működését.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32888"/>
            <a:ext cx="658368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88336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0604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304E"/>
                </a:solidFill>
                <a:latin typeface="Aptos"/>
              </a:defRPr>
            </a:pPr>
            <a:r>
              <a:t>Készíts bekötési és üzembe helyezési tervet.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57016"/>
            <a:ext cx="658368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12464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630168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304E"/>
                </a:solidFill>
                <a:latin typeface="Aptos"/>
              </a:defRPr>
            </a:pPr>
            <a:r>
              <a:t>Végezz logikus hibakeresést.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81144"/>
            <a:ext cx="658368" cy="658368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36592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654296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04E"/>
                </a:solidFill>
                <a:latin typeface="Aptos"/>
              </a:defRPr>
            </a:pPr>
            <a:r>
              <a:t>Ismerd meg a szervohajtás lényegét.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1. tanóra - Komplex ismétlés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Energiaút • fő egységek • bekötés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48840"/>
            <a:ext cx="2057400" cy="1645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2651760"/>
            <a:ext cx="1911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1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2148840"/>
            <a:ext cx="2057400" cy="16459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651760"/>
            <a:ext cx="1911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EGYENIRÁNYÍTÓ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6" y="2148840"/>
            <a:ext cx="2057400" cy="1645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2651760"/>
            <a:ext cx="1911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DC KÖR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2148840"/>
            <a:ext cx="2057400" cy="16459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2651760"/>
            <a:ext cx="1911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INVERTER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57232" y="2148840"/>
            <a:ext cx="2057400" cy="1645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0384" y="2651760"/>
            <a:ext cx="1911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006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Gondolattérkép + blokkvázlat: az év hajtástechnikai ismereteinek összekapcsolása.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2. tanóra - Projektterv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Bekötés és üzembe helyezés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084831"/>
            <a:ext cx="132588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Gyártói rajz és kézikönyv elemzése.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50208" y="2084831"/>
            <a:ext cx="132588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2377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40156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BEKÖTÉS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93192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Betáp, motor és vezérlőjelek megtervezése.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03136" y="2084831"/>
            <a:ext cx="132588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3136" y="2377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40156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PARAMÉTEREK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93192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Az üzembe helyezéshez szükséges adatok rendszerezése.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1704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56064" y="2084831"/>
            <a:ext cx="1325880" cy="9601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6064" y="2377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340156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SORREND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393192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Ellenőrzött üzembe helyezési terv készítése.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3. tanóra - Hibakeresési projekt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Logikus mérési sorrend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2194560"/>
            <a:ext cx="1645920" cy="15087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395728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97180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4304E"/>
                </a:solidFill>
                <a:latin typeface="Aptos"/>
              </a:defRPr>
            </a:pPr>
            <a:r>
              <a:t>MEGFIGYELÉS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69748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7128" y="2194560"/>
            <a:ext cx="1645920" cy="15087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395728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6856" y="297180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4304E"/>
                </a:solidFill>
                <a:latin typeface="Aptos"/>
              </a:defRPr>
            </a:pPr>
            <a:r>
              <a:t>HIBAJELZÉS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69748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2194560"/>
            <a:ext cx="1645920" cy="15087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395728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297180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4304E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9007" y="269748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9047" y="2194560"/>
            <a:ext cx="1645920" cy="15087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399" y="2395728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5" y="297180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MÉRÉSI PONT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7" y="269748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2194560"/>
            <a:ext cx="1645920" cy="15087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2395728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297180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269748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30968" y="2194560"/>
            <a:ext cx="1645920" cy="15087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61320" y="2395728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0696" y="297180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4304E"/>
                </a:solidFill>
                <a:latin typeface="Aptos"/>
              </a:defRPr>
            </a:pPr>
            <a:r>
              <a:t>KÖVETKEZTETÉS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7D59"/>
                </a:solidFill>
                <a:latin typeface="Aptos"/>
              </a:defRPr>
            </a:pPr>
            <a:r>
              <a:t>A projekt eredménye: hibakeresési jegyzőkönyv.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4. tanóra - Kitekintés a szervohajtásokra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Elsősorban fordulatszám-szabályozás.</a:t>
            </a:r>
            <a:br/>
            <a:br/>
            <a:r>
              <a:t>Tipikus alkalmazás: ventilátorok, szivattyúk.</a:t>
            </a:r>
            <a:br/>
            <a:br/>
            <a:r>
              <a:t>Nincs feltétlenül helyzet-visszacsatolás.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SZERVOHAJTÁS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Fordulatszám + nyomaték + pozíció szabályozása.</a:t>
            </a:r>
            <a:br/>
            <a:br/>
            <a:r>
              <a:t>Tipikus alkalmazás: robotok, CNC gépek.</a:t>
            </a:r>
            <a:br/>
            <a:br/>
            <a:r>
              <a:t>Enkóderes visszacsatolás.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Frekvenciaváltó vagy szervohajtás?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feladat dönti 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6FB5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7D59"/>
                </a:solidFill>
                <a:latin typeface="Aptos"/>
              </a:defRPr>
            </a:pPr>
            <a:r>
              <a:t>SZERVOHAJTÁS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57400"/>
            <a:ext cx="2103120" cy="65836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Szabályozás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057400"/>
            <a:ext cx="3566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21284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2057400"/>
            <a:ext cx="4892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212848"/>
            <a:ext cx="4617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fordulatszám + nyomaték + pozíció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26080"/>
            <a:ext cx="2103120" cy="65836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Alkalmazás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2926080"/>
            <a:ext cx="3566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308152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ventilátor, szivattyú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926080"/>
            <a:ext cx="4892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081528"/>
            <a:ext cx="4617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robot, CNC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94760"/>
            <a:ext cx="2103120" cy="65836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Pontosság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3794760"/>
            <a:ext cx="3566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395020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egyszerű hajtások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3794760"/>
            <a:ext cx="4892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950208"/>
            <a:ext cx="4617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nagy pontosságú hajtások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663440"/>
            <a:ext cx="2103120" cy="65836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Visszacsatolás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88920" y="4663440"/>
            <a:ext cx="3566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48188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nem feltétlenül helyzet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4663440"/>
            <a:ext cx="4892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818888"/>
            <a:ext cx="4617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304E"/>
                </a:solidFill>
                <a:latin typeface="Aptos"/>
              </a:defRPr>
            </a:pPr>
            <a:r>
              <a:t>enkóderes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Hol melyiket választanád?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Alkalmazási példák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148840"/>
            <a:ext cx="1325880" cy="100584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505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VENTILÁTOR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50208" y="2148840"/>
            <a:ext cx="1325880" cy="100584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8" y="24505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6576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SZIVATTYÚ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03136" y="2148840"/>
            <a:ext cx="1325880" cy="100584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24505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SERVO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6576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IPARI ROBOT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56064" y="2148840"/>
            <a:ext cx="1325880" cy="100584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4" y="24505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SERVO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6576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CNC TENGELY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műhelyből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Nem a legbonyolultabb hajtás a legjobb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4420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304E"/>
                </a:solidFill>
                <a:latin typeface="Aptos"/>
              </a:defRPr>
            </a:pPr>
            <a:r>
              <a:t>Mindig azt a hajtást választjuk,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F6FB5"/>
                </a:solidFill>
                <a:latin typeface="Aptos"/>
              </a:defRPr>
            </a:pPr>
            <a:r>
              <a:t>amely az adott feladathoz megfelelő.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Ventilátor: általában VFD • Robot/CNC tengely: pontos pozicionáláshoz szervó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5. tanóra - Zárás és önértékelés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MOODLE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összefoglaló kvíz visszajelzést ad az év hajtástechnikai témáiról.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ÖNÉRTÉKELÉS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Mit tudok már önállóan? Hol kell még gyakorolnom?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11. ÉVFOLYAM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részletes szervohajtás-ismeretek a következő évfolyamon folytatódnak.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Mit vigyél magaddal?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frekvenciaváltó elsősorban fordulatszámot szabályoz.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szervohajtás fordulatszámot, nyomatékot és pozíciót is nagy pontossággal szabályoz.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megfelelő hajtást mindig az alkalmazás követelményei alapján választjuk.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komplex projektben a dokumentáció, a bekötés, az üzembe helyezés és a hibakeresés összeér.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részletes szervohajtás-ismeretekkel a 11. évfolyamon foglalkozunk.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875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év végi komplex ismétlés és gyakorlati összefoglalás.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