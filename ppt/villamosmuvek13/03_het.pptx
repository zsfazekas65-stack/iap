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2.png"/><Relationship Id="rId6" Type="http://schemas.openxmlformats.org/officeDocument/2006/relationships/image" Target="../media/image-2-3.svg"/><Relationship Id="rId7" Type="http://schemas.openxmlformats.org/officeDocument/2006/relationships/image" Target="../media/image-2-2.png"/><Relationship Id="rId8" Type="http://schemas.openxmlformats.org/officeDocument/2006/relationships/image" Target="../media/image-2-3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zhbarj5mkuql04w/629d7ea355bf41b791311822daf8e0c8/html/Az-energia_az-eromutola-fogyasztoig.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energia útja: az erőműtől a fogyasztóig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Hogyan jut el az áram a termelőtől a fogyasztóig? Miért van szükség különböző feszültségszintekre? Egy rendszer, amely több mint egy évszázad alatt alakult ki.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894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van szükség több feszültségszintre?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54237"/>
            <a:ext cx="3560475" cy="35605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2940" y="2847082"/>
            <a:ext cx="69335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veszteség kulcsképlete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602940" y="3211711"/>
            <a:ext cx="754311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elektromos energia szállítása során elkerülhetetlen a veszteség — de mértéke befolyásolható.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195391"/>
            <a:ext cx="3539739" cy="11157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0210" y="5367933"/>
            <a:ext cx="3118467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i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      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10" y="5380633"/>
            <a:ext cx="1088899" cy="2378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0210" y="5693271"/>
            <a:ext cx="311846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Minél kisebb az áram, annál kisebb a veszteség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5928" y="5195391"/>
            <a:ext cx="3539739" cy="11157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74664" y="5367933"/>
            <a:ext cx="311846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 ↑ → Áram ↓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574664" y="5682655"/>
            <a:ext cx="311846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 a feszültséget növeljük, az áram csökken — és kevesebb energia vész el a vezetéken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0382" y="5195391"/>
            <a:ext cx="3539739" cy="11157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39117" y="5367933"/>
            <a:ext cx="311846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Más szint, más feladat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239117" y="5682655"/>
            <a:ext cx="311846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Ugyanazt az energiát más feszültségen érdemes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szállítani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elosztani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felhasználni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feszültség útja: erőműtől a lakásig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82" y="644902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Ahogy az autópálya sem vezet be a garázsba, a 400 kV-os hálózat sem látja el közvetlenül a családi házat.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kezdetek: Edison és az egyenáram problémája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360216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5555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1880-as évek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964259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első rendszerek kicsik és helyiek voltak — az erőmű közel volt a fogyasztókhoz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360216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5555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V-on: 1000 A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964259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kW átvitele alacsony feszültségen óriási áramot és hatalmas veszteséget jelent — vastag, drága vezetékkel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55830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10 000 V-on: csak 10 A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1623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Ugyanaz a teljesítmény magasabb feszültségen töredék veszteséggel, vékonyabb vezetéken szállítható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74254"/>
            <a:ext cx="3551049" cy="199608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08000" y="728563"/>
            <a:ext cx="1472072" cy="242292"/>
          </a:xfrm>
          <a:prstGeom prst="roundRect">
            <a:avLst>
              <a:gd name="adj" fmla="val 22117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4703645" y="776387"/>
            <a:ext cx="189036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MAGYAR TALÁLMÁNY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608000" y="1024632"/>
            <a:ext cx="692847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Ganz-mérnökök, akik mindent megváltoztattak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4608000" y="2155924"/>
            <a:ext cx="692847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Ganz gyár három mérnöke —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Zipernowsky Károly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Déri Miksa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Bláthy Ottó Titusz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az 1880-as évek közepén kidolgozta a transzformátoros, párhuzamos táplálású rendszert.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08000" y="2817316"/>
            <a:ext cx="6928470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608000" y="3027462"/>
            <a:ext cx="692847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alapelv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608000" y="3411141"/>
            <a:ext cx="753805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váltakozó áram döntő előnye: a feszültség transzformátorral egyszerűen változtatható.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918645"/>
            <a:ext cx="5434373" cy="6378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0915" y="4691062"/>
            <a:ext cx="511549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Termelés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3918645"/>
            <a:ext cx="5434373" cy="6378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55288" y="4691062"/>
            <a:ext cx="511549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 felfelé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099645"/>
            <a:ext cx="5434373" cy="63787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0915" y="5872063"/>
            <a:ext cx="511549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Szállítás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8" y="5099645"/>
            <a:ext cx="5434373" cy="63787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55288" y="5872063"/>
            <a:ext cx="511549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 vissza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nőtt a hálózat — és vele a feszültség?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123726" y="2051844"/>
            <a:ext cx="19050" cy="335786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3567619" y="2201763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5" name="Shape 3"/>
          <p:cNvSpPr/>
          <p:nvPr/>
        </p:nvSpPr>
        <p:spPr>
          <a:xfrm>
            <a:off x="3973810" y="2051844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6940" y="2078385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2100560"/>
            <a:ext cx="2762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/ 100 kV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1475" y="2428280"/>
            <a:ext cx="276297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korai magyar rendszer első feszültségszintjei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3642" y="2981424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0" name="Shape 8"/>
          <p:cNvSpPr/>
          <p:nvPr/>
        </p:nvSpPr>
        <p:spPr>
          <a:xfrm>
            <a:off x="3973810" y="2831505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6940" y="2858046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842052" y="2880221"/>
            <a:ext cx="2762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 kV — 1952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2052" y="3207941"/>
            <a:ext cx="276297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igények növekedésével új szintre volt szükség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7619" y="3679130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3973810" y="3529211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6940" y="3555752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1475" y="3577927"/>
            <a:ext cx="2762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 kV — 1953-tól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1475" y="3905647"/>
            <a:ext cx="276297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Regionális összekapcsolás, nagyobb távolságok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3642" y="4376837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3810" y="4226917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6940" y="425345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842052" y="4275634"/>
            <a:ext cx="2762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400 kV — 1965-től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42052" y="4603353"/>
            <a:ext cx="276297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Nagytávolságú átvitel, nemzetközi hálózathoz csatlakozás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7244" y="1241822"/>
            <a:ext cx="3579227" cy="357931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169864" y="5036344"/>
            <a:ext cx="336660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mai feszültségszintek a villamosenergia-rendszer történelmi növekedésének évgyűrűi."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957244" y="4940697"/>
            <a:ext cx="19050" cy="588169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27" name="Text 24"/>
          <p:cNvSpPr/>
          <p:nvPr/>
        </p:nvSpPr>
        <p:spPr>
          <a:xfrm>
            <a:off x="7957244" y="5648424"/>
            <a:ext cx="357922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új szint akkor jelent meg, amikor a meglévő hálózat már nem volt elegendő. A régi hálózatot nem dobták el — az új szint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ráépült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régire.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21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éppen 120, 220 és 400 kV — és nem más?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5082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5954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Történelmi fejlődés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968228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feszültségszinteket nem fizikai képletből számolták ki — hanem a hálózat fokozatos bővítése alakította ki őket az évtizedek során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85082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55954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Bevezetés költsége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96822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Új feszültségszint drága: transzformátor, megszakító, alállomás, szigetelők — mind cserélendő egyszerre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5350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96222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IEC 60038 szabvány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370909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nemzetközi szabvány rögzítette a preferált értékeket, hogy a különböző gyártók berendezései összehangolhatók legyenek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25350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96222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Önmegerősítő folyamat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370909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Elterjedt feszültség → több gyártott készülék → olcsóbb gyártás → még előnyösebb a szabvány megtartása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787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Összefoglalás: a rendszer logikája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102644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298005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400 kV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706688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Nagy távolság + nagy teljesítmény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nagyfeszültségű átvitel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102644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298005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 kV / 20 kV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706688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Regionális elosztás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középfeszültség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3998317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19367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230 V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4602361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Háztartási felhasználás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kisfeszültség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312767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feszültségszinteket nem a „szép számok" alakították ki — hanem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hálózat növekedése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nemzetközi együttműködés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szabványosítás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hármas ereje.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Források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 energia_az erőműtől a fogyasztóig.docx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2026-09-17T02:00:37Z</dcterms:created>
  <dcterms:modified xsi:type="dcterms:W3CDTF">2026-09-17T02:00:37Z</dcterms:modified>
</cp:coreProperties>
</file>