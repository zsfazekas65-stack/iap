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 villamosenergia-rendszer felépítése</a:t>
            </a:r>
          </a:p>
          <a:p>
            <a:pPr>
              <a:defRPr sz="2000">
                <a:solidFill>
                  <a:srgbClr val="B4D7F5"/>
                </a:solidFill>
              </a:defRPr>
            </a:pPr>
            <a:r>
              <a:t>13.E - Villamos művek | 1.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Miért hálózatban gondolkodunk?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 villamos energia termelése és felhasználása térben elkülönül.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Termelés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Erőművek és helyi termelők.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Szállítás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Nagy teljesítmény nagy távolságra.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Fogyasztás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Ipar, közlekedés, épületek.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Az energia útja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 rendszer egymásra épülő szintekből áll.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6888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1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Erőmű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46888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2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Átvitel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28800"/>
            <a:ext cx="246888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3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Elosztás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828800"/>
            <a:ext cx="246888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4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Fogyasztó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Termelés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 generátor mechanikai energiából villamos energiát állít elő.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Erőmű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Hő-, víz-, nukleáris, szél- és naperőművek.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Generátor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Háromfázisú váltakozó feszültség.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Feladat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A pillanatnyi igény fedezése.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Transzformálás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 feszültségszinteket transzformátorok illesztik egymáshoz.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Fel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Átvitelhez növeljük a feszültséget.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Le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Elosztáshoz és fogyasztáshoz csökkentjük.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Miért?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Kisebb áram, kisebb veszteség.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Átviteli 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Az országos rendszer nagy teljesítményű gerince.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Feladat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Nagy energiamennyiség továbbítása.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Jellemző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Nagy feszültség, nagy távolság.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Kapcsolat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Erőművek és nagy alállomások.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Elosztóhálózat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Az energia eljuttatása a fogyasztói körzetekhez.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KÖF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Középfeszültségű körzeti elosztás.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KIF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Kisfeszültségű fogyasztói ellátás.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Cél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Megbízható helyi energiaellátás.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Alállomások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Kapcsolás, transzformálás, védelem és mérés egy helyen.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Kapcsolás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Hálózatrészek összekötése/leválasztása.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Transzformálás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Feszültségszint-váltás.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Védelem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Hibás rész gyors leválasztása.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Miért nagy feszültség?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P = √3 · U · I · cos φ  →  nagyobb U mellett kisebb 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Áram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Azonos teljesítménynél csökken.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Veszteség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Pvesz ≈ I²·R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Eredmény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Gazdaságosabb energiaátvitel.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Fogyasztók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 hálózat végpontjai, de üzemviteli szempontból aktív szereplők.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Háztartás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Világítás, gépek, fűtés.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Ipar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Motorok, kemencék, hajtások.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Új irány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Napelem, tároló, villanyautó.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Egyensúly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 termelésnek és fogyasztásnak minden pillanatban összhangban kell lennie.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Ha kevés a termelés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A rendszer frekvenciája csökkenhet.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Ha sok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A frekvencia növekedhet.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Szabályozás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Folyamatos rendszerirányítás szükséges.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Üzembiztonság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 jó hálózat hibák mellett is a lehető legtöbb fogyasztót ellátja.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Védelem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Hiba felismerése.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Szelektivitás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Csak a hibás rész váljon 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Tartalék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Alternatív ellátási lehetőségek.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Rendszerkép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ERŐMŰ → ÁTVITEL → ALÁLLOMÁS → KÖF → KÖF/KIF → KIF → FOGYASZTÓ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Kérdés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Hol történik transzformálás?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Kérdés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Hol a legnagyobb a feszültség?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Kérdés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Hol kapcsolódik a fogyasztó?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13. Órai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Rajzold fel az energia útját egy családi házig.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1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Jelöld a fő hálózati elemeket.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2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Írd melléjük a feladatukat.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3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Jelöld a feszültség csökkenésének irányát.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14. Mit kell tudnod?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Az első hét kulcsfogalmai.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Rendszer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Termelés - átvitel - elosztás - fogyasztás.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Feszültség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A gazdaságos szállítás kulcsa.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Üzem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Egyensúly, védelem, megbízhatóság.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15. 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75B5"/>
                </a:solidFill>
              </a:defRPr>
            </a:pPr>
            <a:r>
              <a:t>Erőművek és villamosenergia-termelés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Kérdés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Miből lesz villamos energia?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Kérdés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Mit csinál a generátor?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828800"/>
            <a:ext cx="3368040" cy="320040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Kérdés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</a:defRPr>
            </a:pPr>
            <a:r>
              <a:t>Miben különböznek az erőművek?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