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E19137"/>
                </a:solidFill>
                <a:latin typeface="Aptos"/>
              </a:defRPr>
            </a:pPr>
            <a:r>
              <a:t>PLC + FREKVENCIAVÁLTÓ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19. hét • ipari kommunikáció • adatcsere • diagnosztika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1F405E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parancsok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1F405E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HÁLÓZAT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gyors adatcsere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1F405E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állapotok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42B44"/>
                </a:solidFill>
                <a:latin typeface="Aptos"/>
              </a:defRPr>
            </a:pPr>
            <a:r>
              <a:t>Miért kell kommunikáció?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63441"/>
                </a:solidFill>
                <a:latin typeface="Aptos"/>
              </a:defRPr>
            </a:pPr>
            <a:r>
              <a:t>Gyors és megbízható adatcsere kevesebb vezetékkel.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PARANCS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vezérlés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ÁLLAPOT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visszajelzés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KÁBELEZÉS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kevesebb vezeték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42B44"/>
                </a:solidFill>
                <a:latin typeface="Aptos"/>
              </a:defRPr>
            </a:pPr>
            <a:r>
              <a:t>Mit küld a PLC?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63441"/>
                </a:solidFill>
                <a:latin typeface="Aptos"/>
              </a:defRPr>
            </a:pPr>
            <a:r>
              <a:t>A hajtás működéséhez szükséges parancsokat.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indítás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BE4343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leállítás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FORDULATSZÁM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referencia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42B44"/>
                </a:solidFill>
                <a:latin typeface="Aptos"/>
              </a:defRPr>
            </a:pPr>
            <a:r>
              <a:t>Mit küld vissza a VFD?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63441"/>
                </a:solidFill>
                <a:latin typeface="Aptos"/>
              </a:defRPr>
            </a:pPr>
            <a:r>
              <a:t>A hajtás részletes állapotinformációit.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FREKVENCIA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aktuális érték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MOTORÁRAM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terhelés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BE4343"/>
                </a:solidFill>
                <a:latin typeface="Aptos"/>
              </a:defRPr>
            </a:pPr>
            <a:r>
              <a:t>HIBAKÓD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diagnosztika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0690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ÜZEMÁLLAPOT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működési állapot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42B44"/>
                </a:solidFill>
                <a:latin typeface="Aptos"/>
              </a:defRPr>
            </a:pPr>
            <a:r>
              <a:t>Ipari kommunikációs rendszerek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63441"/>
                </a:solidFill>
                <a:latin typeface="Aptos"/>
              </a:defRPr>
            </a:pPr>
            <a:r>
              <a:t>A jegyzetben szereplő leggyakoribb megoldások.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MODBUS RTU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RS-485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MODBUS TCP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Ethernet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PROFINET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ipari Ethernet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0690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ETHERNET/IP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ipari hálózat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9319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0690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ETHERCAT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52628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ipari hálózat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42B44"/>
                </a:solidFill>
                <a:latin typeface="Aptos"/>
              </a:defRPr>
            </a:pPr>
            <a:r>
              <a:t>Master - Slave kapcsolat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63441"/>
                </a:solidFill>
                <a:latin typeface="Aptos"/>
              </a:defRPr>
            </a:pPr>
            <a:r>
              <a:t>A PLC kezdeményez, a frekvenciaváltó válaszol.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PLC / 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lekérdezés és parancs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ADATCSERE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kommunikáció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VFD / SLAVE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válasz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42B44"/>
                </a:solidFill>
                <a:latin typeface="Aptos"/>
              </a:defRPr>
            </a:pPr>
            <a:r>
              <a:t>A kommunikáció előnyei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63441"/>
                </a:solidFill>
                <a:latin typeface="Aptos"/>
              </a:defRPr>
            </a:pPr>
            <a:r>
              <a:t>Nem csak vezérlés: diagnosztika és karbantartás 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KEVESEBB KÁBEL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egyszerűbb rendszer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DIAGNOSZTIKA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gyorsabb hibakeresés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FELÜGYELET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központi kezelés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0690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ÁLLAPOTADAT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részletes információ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9319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0690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KARBANTARTÁS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52628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egyszerűbb munka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42B44"/>
                </a:solidFill>
                <a:latin typeface="Aptos"/>
              </a:defRPr>
            </a:pPr>
            <a:r>
              <a:t>Gyakori hibaforrások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63441"/>
                </a:solidFill>
                <a:latin typeface="Aptos"/>
              </a:defRPr>
            </a:pPr>
            <a:r>
              <a:t>Kommunikációs hibánál rendszerben gondolkodunk.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BE4343"/>
                </a:solidFill>
                <a:latin typeface="Aptos"/>
              </a:defRPr>
            </a:pPr>
            <a:r>
              <a:t>KÁBELEZÉS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vezeték / polaritás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CÍMZÉS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eszközcím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SEBESSÉG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adatátvitel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0690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PARAMÉTEREK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azonos beállítások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9319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0690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LEZÁRÁS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52628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RS-485 ellenállás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42B44"/>
                </a:solidFill>
                <a:latin typeface="Aptos"/>
              </a:defRPr>
            </a:pPr>
            <a:r>
              <a:t>IAP gyakorlati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63441"/>
                </a:solidFill>
                <a:latin typeface="Aptos"/>
              </a:defRPr>
            </a:pPr>
            <a:r>
              <a:t>PLC - RS-485 - VFD - háromfázisú motor blokkvázlat.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Start • Stop • fordulat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RS-485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adatkapcsolat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frekvencia • áram • hiba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E19137"/>
                </a:solidFill>
                <a:latin typeface="Aptos"/>
              </a:defRPr>
            </a:pPr>
            <a:r>
              <a:t>MEGBÍZHATÓ KOMMUNIKÁCIÓ = MEGBÍZHATÓ VEZÉRLÉS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A korszerű automatizálásban a kommunikáció legalább olyan fontos, mint a pontos vezérlés.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1F405E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PARANCS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PLC -&gt; VFD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1F405E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VISSZAJELZÉS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VFD -&gt; PLC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1F405E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DIAGNOSZTIKA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gyors hibakeresés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