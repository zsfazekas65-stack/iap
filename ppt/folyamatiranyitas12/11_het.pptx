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BEAVATKOZÓ SZERVEK AZ IPARI AUTOMATIZÁLÁSBAN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DE9136"/>
                </a:solidFill>
                <a:latin typeface="Aptos"/>
              </a:defRPr>
            </a:pPr>
            <a:r>
              <a:t>A vezérlő döntéséből végrehajtott művelet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Folyamatirányítás • 11.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Helyük az automatizált rendszerben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Érzékelő → PLC/DDC → Beavatkozó szerv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Mi a beavatkozó szerv?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Mozgatás • nyitás • zárás • emelés • forgatás • adagolás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Elektromos működtetők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Relé • mágneskapcsoló • aszinkron motor • szervo • léptetőmotor • elektromágnes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Pneumatikus működtetők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Sűrített levegő • gyors • egyszerű • tiszta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Hidraulikus működtetők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Olajnyomás • nagy erő • prések • daruk • munkagépek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Villanymotorok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Aszinkron: ipari hajtás • Szervo: pontos pozicionálás • Léptető: lépések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Mágnesszelep és frekvenciaváltó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Közeg útjának vezérlése • fordulatszám, gyorsítás és lassítás szabályozása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Gyakorlati példa: palackozó 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Fotoérzékelő → PLC → szalag megáll → munkahenger pozicionál → mágnesszelep tölt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A megfelelő működtető meghatározza a pontosságot, sebességet és megbízhatóságot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„Az automatizálás akkor válik valósággá, amikor a vezérlő döntése mozgássá alakul.”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11. hét •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