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3-1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zhbarj5mkuql04w/aee02d63d7e34f2fb867a814aac2b64c/file/IAP_Folyamiranyitas_Szabalyozasi_kor_tananyag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Folyamirányítás – A szabályozási kör elemei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Ipari automatizálás | Alapfogalmak és rendszerfelépítés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083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 szabályozás?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50495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szabályozás olyan műszaki folyamat, amelynek során egy rendszer jellemzőjét – pl. hőmérsékletet, fordulatszámot, nyomást – előre meghatározott értéken tartjuk.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24832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8717" y="2820194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3228876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szabályozott jellemző kövesse az alapjelet, zavaró hatások ellenére is.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2624832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71601" y="2820194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Kulcsgondolat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71601" y="3228876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rendszer figyeli az eredményt, összehasonlítja a kívánt értékkel, és szükség esetén korrigál.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482292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8717" y="50182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Példa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428717" y="542696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Tartályban 60 °C-os vízhőmérséklet tartása – ha lehűl, növeli a fűtést; ha túlmelegszik, csökkenti.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5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szabályozási kör felépítése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3245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Nyílt hatáslánc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16746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Nincs visszacsatolás – a rendszer nem ellenőrzi a tényleges eredményt.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834209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120952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4051498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Példa: időkapcsoló – kiad egy parancsot, de nem méri az eredményt.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190817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Zárt szabályozási kör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239246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 visszacsatolás – a rendszer folyamatosan ellenőrzi és korrigálja a tényleges értéket.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3209925"/>
            <a:ext cx="6903269" cy="25904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10907" y="5071196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Szabályozott szakasz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898729" y="5071196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Beavatkozó szerv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593682" y="5171484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Szabályozó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288635" y="5071196"/>
            <a:ext cx="1041186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Összehasonlító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955062" y="5171484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Alapjel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143" y="1984375"/>
            <a:ext cx="2025599" cy="2889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83835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szabályozási kör blokkvázlata</a:t>
            </a:r>
            <a:endParaRPr lang="en-US" sz="3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48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Alapjel (w) és Összehasonlító szerv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70795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Alapjel (w)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19223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kívánt érték, amelyre a szabályozott jellemzőt be kell állítani – pl. 22 °C, 1500 1/min, 5 bar.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298608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Összehasonlító szerv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47037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alapjelet összehasonlítja a visszacsatolt mérési jellel, és meghatározza a hibajelet.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26422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Hibajel (e)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4748510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 = w − 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ahol w az alapjel, y a mért érték.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33201" y="5263555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5550297"/>
            <a:ext cx="236234" cy="189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7449" y="5480844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Példa: w = 60 °C, y = 55 °C → e = 5 °C → a szabályozó beavatkozik.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85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Érzékelő és Mérőátalakító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27188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8102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Hőmérséklet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89710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Pt100 ellenálláshőmérő vagy hőelem – 0–10 V ill. 4–20 mA jelre alakítva.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427188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8102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Fordulatszám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189710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Enkóder – impulzussorozatot ad a tengelyfordulatról, amelyet a szabályozó feldolgoz.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427188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8102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Nyomás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189710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Nyomásérzékelő – a csővezetéki vagy tartályi nyomást alakítja villamos jellé.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427188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8102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Folyadékszint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8971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Szintérzékelő – úszós, ultrahangos vagy kapacitív elven méri a tartályszintet.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69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szabályozó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562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szabályozó a hibajel alapján meghatározza a szükséges beavatkozást. A leggyakoribb típusok: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30673"/>
            <a:ext cx="3496877" cy="23117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183" y="265916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31212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 – Arányos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72080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beavatkozás nagysága arányos a hibajellel. Gyors reakció, de állandósult hiba maradhat.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530673"/>
            <a:ext cx="3496877" cy="23117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67" y="265916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61766" y="331212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– Integráló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372080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eltérést időben összegzi – megszünteti az állandósult hibát, lassabb reakció.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530673"/>
            <a:ext cx="3496877" cy="23117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9952" y="265916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47650" y="331212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 – Differenciáló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372080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eltérés változásának sebességére reagál – előrejelzi a tendenciát, csillapítja a túllövést.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61475" y="505509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322788"/>
            <a:ext cx="236234" cy="1890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75723" y="529133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Gyakorlatban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PI- és PID-szabályozó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legelterjedtebb megoldás.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8800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Beavatkozó szerv és Szabályozott berendezés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233360" y="2146498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Beavatkozó szerv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33360" y="2609850"/>
            <a:ext cx="292509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szabályozó utasítását fizikai beavatkozássá alakítja: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33360" y="3346351"/>
            <a:ext cx="2925094" cy="1628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Mágnesszelep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Motoros szelep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Fűtőbetét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Frekvenciaváltóval vezérelt motor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11476" y="2146498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Szabályozott berendezés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11476" y="2609850"/>
            <a:ext cx="292509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 rendszer, amelynek jellemzőjét szabályozzuk: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11476" y="3346351"/>
            <a:ext cx="2925094" cy="989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Kazán, kemence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Tartály, hőcserélő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 tengelye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11476" y="4535190"/>
            <a:ext cx="2925094" cy="1564481"/>
          </a:xfrm>
          <a:prstGeom prst="roundRect">
            <a:avLst>
              <a:gd name="adj" fmla="val 4916"/>
            </a:avLst>
          </a:prstGeom>
          <a:solidFill>
            <a:srgbClr val="E1E1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530" y="4801195"/>
            <a:ext cx="228793" cy="1830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06377" y="4740573"/>
            <a:ext cx="2147139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Tartályszabályozásnál a motoros szelep részben bezár → csökken a vízáramlás.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Visszacsatolás és a zárt kör működése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5929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visszacsatolás szerepe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161804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szabályozott jellemző mérési eredményét visszavezetjük az összehasonlító szervhez. A rendszer folyamatosan ellenőrzi a tényleges és kívánt érték eltérését.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448149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Példa – motorszabályozás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650655"/>
            <a:ext cx="531551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Alapjel: w = 1500 1/min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Mért érték: y = 1400 1/min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Hibajel: e = 100 1/min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Frekvenciaváltó növeli a teljesítményt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Eredmény: y ≈ 1500 1/min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szabályozási kör elemeinek összefoglalása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97323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66958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Alapjel (w)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223518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Kívánt érték megadása – pl. 60 °C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97323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47359" y="266958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5"/>
          <p:cNvSpPr/>
          <p:nvPr/>
        </p:nvSpPr>
        <p:spPr>
          <a:xfrm>
            <a:off x="4347359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Összehasonlító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47359" y="3223518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Hibajel képzése: e = w − y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97323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33244" y="266958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8"/>
          <p:cNvSpPr/>
          <p:nvPr/>
        </p:nvSpPr>
        <p:spPr>
          <a:xfrm>
            <a:off x="8033244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Szabályozó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33244" y="322351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Meghatározza a szükséges beavatkozást – pl. PID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82666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1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Beavatkozó szerv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61475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Végrehajtja a beavatkozást – szelep, motor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182666"/>
            <a:ext cx="189007" cy="18901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90301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4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Érzékelő + Visszacsatolás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190301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Méri a jellemzőt, visszavezeti az összehasonlítóhoz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78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Ellenőrző kérdések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76488"/>
            <a:ext cx="3496877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59089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kérdés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99958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 szabályozás célja? Mit nevezünk alapjelnek?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376488"/>
            <a:ext cx="3496877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1766" y="259089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kérdés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61766" y="299958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az érzékelő, a szabályozó és a beavatkozó szerv feladata?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376488"/>
            <a:ext cx="3496877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650" y="259089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kérdés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7650" y="299958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jelent a visszacsatolás? Mi a hibajel?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007842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881" y="422225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kérdés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75881" y="4630936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 különbség a nyílt és a zárt hatáslánc között?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007842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4708" y="422225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kérdés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404708" y="4630936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jelent a PID rövidítés? Nevezz meg három érzékelőt és három beavatkozó szervet!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8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5165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szabályozási kör lényege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345803"/>
            <a:ext cx="6296860" cy="3884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Mérünk → összehasonlítunk → szabályozunk → beavatkozunk → újra mérünk.</a:t>
            </a:r>
            <a:endParaRPr lang="en-US" sz="4850" dirty="0"/>
          </a:p>
        </p:txBody>
      </p:sp>
      <p:sp>
        <p:nvSpPr>
          <p:cNvPr id="6" name="Text 3"/>
          <p:cNvSpPr/>
          <p:nvPr/>
        </p:nvSpPr>
        <p:spPr>
          <a:xfrm>
            <a:off x="5233360" y="5488285"/>
            <a:ext cx="629686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zárt szabályozási körben a visszacsatolás biztosítja, hogy a szabályozó ne csak kiadjon egy parancsot, hanem a tényleges eredmény alapján </a:t>
            </a:r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folyamatosan korrigáljon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IAP_Folyamiranyitas_Szabalyozasi_kor_tananyag.pdf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2026-09-18T03:26:46Z</dcterms:created>
  <dcterms:modified xsi:type="dcterms:W3CDTF">2026-09-18T03:26:46Z</dcterms:modified>
</cp:coreProperties>
</file>