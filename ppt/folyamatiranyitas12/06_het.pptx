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Mechatronikai technikus • Folyamatirányítás • 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6751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NYOMÁSMÉRÉS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675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DE9136"/>
                </a:solidFill>
                <a:latin typeface="Aptos"/>
              </a:defRPr>
            </a:pPr>
            <a:r>
              <a:t>FOLYAMATIRÁNYÍTÁSBAN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25880"/>
            <a:ext cx="3749039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60020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2AAD2"/>
                </a:solidFill>
                <a:latin typeface="Aptos"/>
              </a:defRPr>
            </a:pPr>
            <a:r>
              <a:t>NYOMÁS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10312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560320"/>
            <a:ext cx="3383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3F8F68"/>
                </a:solidFill>
                <a:latin typeface="Aptos"/>
              </a:defRPr>
            </a:pPr>
            <a:r>
              <a:t>PT → 4–20 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15468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657600"/>
            <a:ext cx="3383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E9136"/>
                </a:solidFill>
                <a:latin typeface="Aptos"/>
              </a:defRPr>
            </a:pPr>
            <a:r>
              <a:t>PLC → PID → SZELEP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Honnan tudja a rendszer, milyen nyomás van a csővezetékben?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FOLYAMAT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nyomás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nyomás alapjai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Mértékegységek és típusok.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SI mértékegység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ipari gyakorlat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ABSZOLÚT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referencia: vákuum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RELATÍV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referencia: légkör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Nyomásmérő eszközök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Mechanikustól az elektronikáig.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BOURDON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mechanikus manométer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PIEZO-REZISZTÍV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elektronikus érzékelő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DP TÁVADÓ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differenciálnyomás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Nyomástávadó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mért nyomásból ipari jel lesz.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NYOMÁS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TÁVADÓ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átalakítás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4–20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kimenet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P&amp;ID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Tartály → PT → 4–20 mA → PLC AI → PID → szelep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Pressure Transmitter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PLC AI + PID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 + szabályozás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SZELEP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beavatkozás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Hol találkozunk nyomásméréssel?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KOMPRESSZOR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sűrített levegő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KAZÁN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üzembiztonság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HIDRAULIKA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rendszernyomás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VÍZELLÁTÁS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hálózat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Manométer és nyomástávadó összehasonlítása.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LEOLVASÁS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manométer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távadó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ÖSSZEHASONLÍTÁS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eltérés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mérési hiba oka gyakran a csatlakozásban van.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ELTÖMŐDÉS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impulzusvezeték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LÉGBUBORÉK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mérési hiba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KALIBRÁLÁS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ellenőrzés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0–10 bar vízrendszer érzékelőválasztása.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TARTOMÁNY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0–10 bar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JEL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ipari kimenet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VÁLASZTÁS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indoklás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7. hét – Hőmérséklet-mérés a folyamatirányításban.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fizikai mennyiség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TÁVADÓ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ipari jel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