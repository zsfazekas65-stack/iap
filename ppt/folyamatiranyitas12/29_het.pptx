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29.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4922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E69130"/>
                </a:solidFill>
                <a:latin typeface="Aptos"/>
              </a:defRPr>
            </a:pPr>
            <a:r>
              <a:t>ROBOTOK ÉRZÉKELŐI</a:t>
            </a:r>
            <a:br/>
            <a:r>
              <a:t>ÉS GÉPI LÁTÁS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Vision • kamera • megvilágítás • képfeldolgozás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00200"/>
            <a:ext cx="3108960" cy="228600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ACC4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260604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79408" y="2743200"/>
            <a:ext cx="777240" cy="411480"/>
          </a:xfrm>
          <a:prstGeom prst="ellipse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1605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kamera + algoritmus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Robotok érzékelői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 a környezetét különböző fizikai elvek alapján érzékeli.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INDUKTÍV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KAPACITÍV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FOTOELEKTROMOS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ULTRAHANGOS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LÉZERES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ERŐ / NYOMATÉK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gépi látás?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kamera képet ad - az algoritmus értelmezi.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834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369A0"/>
                </a:solidFill>
                <a:latin typeface="Aptos"/>
              </a:defRPr>
            </a:pPr>
            <a:r>
              <a:t>KAMERA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25323D"/>
                </a:solidFill>
                <a:latin typeface="Aptos"/>
              </a:defRPr>
            </a:pPr>
            <a:r>
              <a:t>KÉP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743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KÉPFELDOLGOZÓ</a:t>
            </a:r>
            <a:br/>
            <a:r>
              <a:t>ALGORITMUS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645920"/>
            <a:ext cx="2971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011680"/>
            <a:ext cx="24231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FELISMERÉS</a:t>
            </a:r>
            <a:br/>
            <a:r>
              <a:t>HELYZET</a:t>
            </a:r>
            <a:br/>
            <a:r>
              <a:t>MINŐSÉG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8686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robot nem csak érzékel - döntéshez használható adatot kap.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Vision rendszer felépítése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jó képhez minden elemnek együtt kell működnie.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2369A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IPARI</a:t>
            </a:r>
            <a:br/>
            <a:r>
              <a:t>KAMERA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36AC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OBJEKTÍV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E691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MEGVILÁGÍTÁS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3D91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KÉPFELDOLGOZÓ</a:t>
            </a:r>
            <a:br/>
            <a:r>
              <a:t>EGYSÉG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C4444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24612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PLC / ROBOT</a:t>
            </a:r>
            <a:br/>
            <a:r>
              <a:t>KOMMUNIKÁCIÓ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képfeldolgozás folyamata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nyers képből néhány lépés alatt robotvezérlési információ lesz.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369A0"/>
                </a:solidFill>
                <a:latin typeface="Aptos"/>
              </a:defRPr>
            </a:pPr>
            <a:r>
              <a:t>KÉP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6ACC4"/>
                </a:solidFill>
                <a:latin typeface="Aptos"/>
              </a:defRPr>
            </a:pPr>
            <a:r>
              <a:t>ELŐ-</a:t>
            </a:r>
            <a:br/>
            <a:r>
              <a:t>FELDOLGOZÁS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1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1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69130"/>
                </a:solidFill>
                <a:latin typeface="Aptos"/>
              </a:defRPr>
            </a:pPr>
            <a:r>
              <a:t>OBJEKTUM-</a:t>
            </a:r>
            <a:br/>
            <a:r>
              <a:t>FELISMERÉS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471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1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D9169"/>
                </a:solidFill>
                <a:latin typeface="Aptos"/>
              </a:defRPr>
            </a:pPr>
            <a:r>
              <a:t>POZÍCIÓ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1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C44444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1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94392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487168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ADATKÜLDÉS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Vision rendszer egyszerre lehet a robot szeme és a minőségellenőr.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737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VISION GUIDED</a:t>
            </a:r>
            <a:br/>
            <a:r>
              <a:t>ROBOTICS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2606040"/>
            <a:ext cx="1737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MINŐSÉG-</a:t>
            </a:r>
            <a:br/>
            <a:r>
              <a:t>ELLENŐRZÉS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606040"/>
            <a:ext cx="1737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MÉRETMÉRÉS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19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606040"/>
            <a:ext cx="1737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VONALKÓD /</a:t>
            </a:r>
            <a:br/>
            <a:r>
              <a:t>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69164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2606040"/>
            <a:ext cx="1737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ALKATRÉSZ-</a:t>
            </a:r>
            <a:br/>
            <a:r>
              <a:t>VÁLOGATÁS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megvilágítás döntő fontosságú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kamera csak azt tudja megbízhatóan feldolgozni, amit kontrasztosan lát.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892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51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C44444"/>
                </a:solidFill>
                <a:latin typeface="Aptos"/>
              </a:defRPr>
            </a:pPr>
            <a:r>
              <a:t>ROSSZ FÉNY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38862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25323D"/>
                </a:solidFill>
                <a:latin typeface="Aptos"/>
              </a:defRPr>
            </a:pPr>
            <a:r>
              <a:t>árnyék</a:t>
            </a:r>
            <a:br/>
            <a:r>
              <a:t>csillogás</a:t>
            </a:r>
            <a:br/>
            <a:r>
              <a:t>gyenge kontraszt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92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251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3D9169"/>
                </a:solidFill>
                <a:latin typeface="Aptos"/>
              </a:defRPr>
            </a:pPr>
            <a:r>
              <a:t>JÓ FÉNY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38862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25323D"/>
                </a:solidFill>
                <a:latin typeface="Aptos"/>
              </a:defRPr>
            </a:pPr>
            <a:r>
              <a:t>stabil kép</a:t>
            </a:r>
            <a:br/>
            <a:r>
              <a:t>jó kontraszt</a:t>
            </a:r>
            <a:br/>
            <a:r>
              <a:t>biztos felismerés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Vision-alapú válogatás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Tervezz robotcellát alkatrészválogatáshoz.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MEGVILÁGÍTÁS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331720"/>
            <a:ext cx="1554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KAMERA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194560"/>
            <a:ext cx="1554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KÉP-</a:t>
            </a:r>
            <a:br/>
            <a:r>
              <a:t>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331720"/>
            <a:ext cx="1554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64592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2331720"/>
            <a:ext cx="1554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VÁLOGATÁS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487168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87168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87168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87168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149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Határozd meg: kamera helye • fény • érzékelők • robotnak küldött adatok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A VISION RENDSZER A ROBOT SZEME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kép + megvilágítás + algoritmus = használható információ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Vision rendszer nem azt látja, amit az emberi szem - hanem azt, amit a megfelelő megvilágítás és az algoritmusok lehetővé tesznek.”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