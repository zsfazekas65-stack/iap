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SZINTMÉRÉS A FOLYAMATIRÁNYÍTÁSBAN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DE9136"/>
                </a:solidFill>
                <a:latin typeface="Aptos"/>
              </a:defRPr>
            </a:pPr>
            <a:r>
              <a:t>Úszós • hidrosztatikus • kapacitív • ultrahangos • radaros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Folyamatirányítás • 8. hét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Mikor kell egy tartályt feltölteni vagy leüríteni?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8. hét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Pontszint és folyamatos mérés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Kétállapotú érzékelés vagy folyamatos analóg mérés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8. hét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Szintmérési módszerek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Úszós • hidrosztatikus • kapacitív • ultrahangos • radaros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8. hét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PLC-s szintmérés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LT → 4–20 mA → PLC AI → PID → szivattyú / szelep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8. hét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Ipari példák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Víztorony • szennyvízátemelő • üzemanyagtartály • vegyipar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8. hét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Laborfeladat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Úszókapcsoló és ultrahangos szintérzékelő összehasonlítása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8. hét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Hab, gőz és turbulencia ronthatja az ultrahangos mérés pontosságát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8. hét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IAP Mérnöki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Válassz szintmérőt zárt vegyszertartályhoz és indokold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8. hét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9. hét – Áramlásmérés a folyamatirányításban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8. hét •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