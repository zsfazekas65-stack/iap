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22.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492240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300" b="1">
                <a:solidFill>
                  <a:srgbClr val="E69130"/>
                </a:solidFill>
                <a:latin typeface="Aptos"/>
              </a:defRPr>
            </a:pPr>
            <a:r>
              <a:t>SZERVOMOTOROK</a:t>
            </a:r>
            <a:br/>
            <a:r>
              <a:t>ÉS ENKÓDEREK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63240"/>
            <a:ext cx="6309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A pontos mozgás alapja a megbízható visszacsatolás.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600200"/>
            <a:ext cx="1828800" cy="132588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874519"/>
            <a:ext cx="1554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 SERVO</a:t>
            </a:r>
            <a:br/>
            <a:r>
              <a:t>MOTOR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555480" y="2258568"/>
            <a:ext cx="50292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994392" y="2011680"/>
            <a:ext cx="384048" cy="502920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60920" y="3886200"/>
            <a:ext cx="3657600" cy="822960"/>
          </a:xfrm>
          <a:prstGeom prst="roundRect">
            <a:avLst/>
          </a:prstGeom>
          <a:solidFill>
            <a:srgbClr val="0A1925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096512"/>
            <a:ext cx="3383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motor ↔ érzékelő ↔ vezérlő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szervomotor?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Nagy pontosságú villamos hajtás helyzet-, sebesség- és nyomatékszabályozásra.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828800" cy="132588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554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 SERVO</a:t>
            </a:r>
            <a:br/>
            <a:r>
              <a:t>MOTOR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578608"/>
            <a:ext cx="502919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90672" y="2331720"/>
            <a:ext cx="384048" cy="502920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17373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0604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szabályozható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4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szabályozható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737360"/>
            <a:ext cx="19659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1691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606040"/>
            <a:ext cx="1600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szabályozható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160520"/>
            <a:ext cx="4846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4370832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Modern ipar: kefe nélküli AC szervomotor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szervomotor fő részei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motor és a visszacsatoló érzékelő mechanikailag és villamosan együtt dolgozik.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SZTÁTOR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01952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ROTOR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901952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D9169"/>
                </a:solidFill>
                <a:latin typeface="Aptos"/>
              </a:defRPr>
            </a:pPr>
            <a:r>
              <a:t>TENGELY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22191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CSAPÁGYAZÁS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822191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ENKÓDER /</a:t>
            </a:r>
            <a:br/>
            <a:r>
              <a:t>RESOLVER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47472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22191"/>
            <a:ext cx="2697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02336"/>
                </a:solidFill>
                <a:latin typeface="Aptos"/>
              </a:defRPr>
            </a:pPr>
            <a:r>
              <a:t>KÁBELEK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visszacsatolás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enkóder mér, a szervovezérlő pedig a mért értékek alapján korrigál.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737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SZERVO-</a:t>
            </a:r>
            <a:br/>
            <a:r>
              <a:t>VEZÉRLŐ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2219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1828800" cy="132588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011679"/>
            <a:ext cx="1554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 SERVO</a:t>
            </a:r>
            <a:br/>
            <a:r>
              <a:t>MOTOR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395728"/>
            <a:ext cx="50292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696712" y="2148840"/>
            <a:ext cx="384048" cy="502920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2219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82880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2194560"/>
            <a:ext cx="1737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6ACC4"/>
                </a:solidFill>
                <a:latin typeface="Aptos"/>
              </a:defRPr>
            </a:pPr>
            <a:r>
              <a:t>ENKÓDER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971800"/>
            <a:ext cx="0" cy="11887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691640" y="4160520"/>
            <a:ext cx="621792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691640" y="2971800"/>
            <a:ext cx="0" cy="11887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4297680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helyzet + fordulatszám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983480"/>
            <a:ext cx="74980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MÉRÉS → ÖSSZEHASONLÍTÁS → KORREKCIÓ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Inkrementális vagy abszolút enkóder?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különbség: hogyan képviselik a tengely helyzetét.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INKREMENTÁLIS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51760"/>
            <a:ext cx="3931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IMPULZUSOK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4114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Referenciafelvétel szükséges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0876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ABSZOLÚT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651760"/>
            <a:ext cx="3931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EGYEDI KÓD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383280"/>
            <a:ext cx="4480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Áramszünet után is ismeri a pozíciót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Resolver: amikor a környezet kemény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Robusztus helyzetérzékelő nehéz ipari környezethez.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657600" cy="3566160"/>
          </a:xfrm>
          <a:prstGeom prst="roundRect">
            <a:avLst/>
          </a:prstGeom>
          <a:solidFill>
            <a:srgbClr val="1C3449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RESOLVER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2743200"/>
            <a:ext cx="1828800" cy="1143000"/>
          </a:xfrm>
          <a:prstGeom prst="ellipse">
            <a:avLst/>
          </a:prstGeom>
          <a:solidFill>
            <a:srgbClr val="0A1925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3127248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ROBUSZTUS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28800"/>
            <a:ext cx="1737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514600"/>
            <a:ext cx="1463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REZGÉS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28800"/>
            <a:ext cx="1737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2514600"/>
            <a:ext cx="1463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POR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828800"/>
            <a:ext cx="173736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514600"/>
            <a:ext cx="14630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C44444"/>
                </a:solidFill>
                <a:latin typeface="Aptos"/>
              </a:defRPr>
            </a:pPr>
            <a:r>
              <a:t>MAGAS</a:t>
            </a:r>
            <a:br/>
            <a:r>
              <a:t>HŐMÉRSÉKLET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709160"/>
            <a:ext cx="6217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Megbízható nehéz ipari környezetben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Ipari alkalmazások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Ahol nagy pontosságú mozgásvezérlésre van szükség.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07592" y="2103120"/>
            <a:ext cx="914400" cy="91440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237744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1965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CNC</a:t>
            </a:r>
            <a:br/>
            <a:r>
              <a:t>GÉPEK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42232" y="2103120"/>
            <a:ext cx="914400" cy="91440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237744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29000"/>
            <a:ext cx="1965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IPARI</a:t>
            </a:r>
            <a:br/>
            <a:r>
              <a:t>ROBOTOK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76872" y="2103120"/>
            <a:ext cx="914400" cy="91440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37744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29000"/>
            <a:ext cx="1965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CSOMAGOLÓ-</a:t>
            </a:r>
            <a:br/>
            <a:r>
              <a:t>GÉPEK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691640"/>
            <a:ext cx="2331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11512" y="2103120"/>
            <a:ext cx="914400" cy="91440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2377440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429000"/>
            <a:ext cx="1965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AUTOMATA</a:t>
            </a:r>
            <a:br/>
            <a:r>
              <a:t>SZERELŐSOR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pozicionáló tengely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Válassz szervomotort és visszacsatoló érzékelőt, majd indokold!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645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SZERVO-</a:t>
            </a:r>
            <a:br/>
            <a:r>
              <a:t>VEZÉRLŐ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645920"/>
            <a:ext cx="1828800" cy="132588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20240"/>
            <a:ext cx="1554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AC SERVO</a:t>
            </a:r>
            <a:br/>
            <a:r>
              <a:t>MOTOR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26280" y="2304288"/>
            <a:ext cx="50292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965192" y="2057400"/>
            <a:ext cx="384048" cy="502920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084831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600200"/>
            <a:ext cx="3017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74519"/>
            <a:ext cx="2560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POZICIONÁLÓ</a:t>
            </a:r>
            <a:br/>
            <a:r>
              <a:t>TENGELY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60020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847088"/>
            <a:ext cx="16916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ENKÓDER</a:t>
            </a:r>
            <a:br/>
            <a:r>
              <a:t>VAGY RESOLVER?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69880" y="2834640"/>
            <a:ext cx="0" cy="11887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71600" y="4023360"/>
            <a:ext cx="909828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0" y="2606040"/>
            <a:ext cx="0" cy="141732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94560" y="4754880"/>
            <a:ext cx="7772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Melyik érzékelőt választanád - és miért?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PONTOS MOZGÁS = MEGBÍZHATÓ VISSZACSATOLÁS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784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E69130"/>
                </a:solidFill>
                <a:latin typeface="Aptos"/>
              </a:defRPr>
            </a:pPr>
            <a:r>
              <a:t>Szervomotor + érzékelő + vezérlő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Aptos"/>
              </a:defRPr>
            </a:pPr>
            <a:r>
              <a:t>„A pontos mozgás alapja a megbízható visszacsatolás.”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22.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