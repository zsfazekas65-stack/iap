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30.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9494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E69130"/>
                </a:solidFill>
                <a:latin typeface="Aptos"/>
              </a:defRPr>
            </a:pPr>
            <a:r>
              <a:t>ROBOTCELLÁK BIZTONSÁGA</a:t>
            </a:r>
            <a:br/>
            <a:r>
              <a:t>ÉS COBOTOK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kockázatértékelés • Safety PLC • ember-robot együttműködés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2377440" cy="2377440"/>
          </a:xfrm>
          <a:prstGeom prst="roundRect">
            <a:avLst/>
          </a:prstGeom>
          <a:solidFill>
            <a:srgbClr val="1C3449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48840"/>
            <a:ext cx="17373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SAFETY</a:t>
            </a:r>
            <a:br/>
            <a:r>
              <a:t>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Miért kell robotbiztonság?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nagy sebesség és erő miatt a veszélyeket műszaki megoldásokkal kell kezelni.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NAGY</a:t>
            </a:r>
            <a:br/>
            <a:r>
              <a:t>SEBESSÉG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42316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NAGY</a:t>
            </a:r>
            <a:br/>
            <a:r>
              <a:t>ERŐ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AUTOMATIKUS</a:t>
            </a:r>
            <a:br/>
            <a:r>
              <a:t>MOZGÁS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42316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D9169"/>
                </a:solidFill>
                <a:latin typeface="Aptos"/>
              </a:defRPr>
            </a:pPr>
            <a:r>
              <a:t>EMBER A</a:t>
            </a:r>
            <a:br/>
            <a:r>
              <a:t>KÖZELBEN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robotcella biztonsági elemei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Több, egymást kiegészítő védelmi réteg.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KERÍTÉS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RETESZELT AJTÓ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VÉSZLEÁLLÍTÓ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FÉNYFÜGGÖNY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LÉZERSZKENNER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BIZTONSÁGI SZŐNYEG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Kockázatértékelés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biztonság alapja a veszélyek előzetes felismerése.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C4444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874519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ÜTKÖZÉS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7952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E691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46120"/>
            <a:ext cx="1874519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BESZORULÁS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2369A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1874519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ELEKTROMOS</a:t>
            </a:r>
            <a:br/>
            <a:r>
              <a:t>VESZÉLY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1" y="20116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3D91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3246120"/>
            <a:ext cx="1874519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KARBANTARTÁSI</a:t>
            </a:r>
            <a:br/>
            <a:r>
              <a:t>VESZÉLY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166360"/>
            <a:ext cx="8321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02336"/>
                </a:solidFill>
                <a:latin typeface="Aptos"/>
              </a:defRPr>
            </a:pPr>
            <a:r>
              <a:t>FELISMERÉS → ÉRTÉKELÉS → VÉDELEM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Biztonsági PLC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Felügyeli a biztonsági eszközöket és veszély esetén biztonságos leállítást kezdeményez.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65960"/>
            <a:ext cx="3383280" cy="1417320"/>
          </a:xfrm>
          <a:prstGeom prst="roundRect">
            <a:avLst/>
          </a:prstGeom>
          <a:solidFill>
            <a:srgbClr val="102336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395728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SAFETY PLC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VÉSZSTOP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78808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FÉNYFÜGGÖNY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50876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01368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AJTÓ RETESZ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8862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4178808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SZKENNER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16052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6052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66360"/>
            <a:ext cx="6766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C44444"/>
                </a:solidFill>
                <a:latin typeface="Aptos"/>
              </a:defRPr>
            </a:pPr>
            <a:r>
              <a:t>VESZÉLY → BIZTONSÁGOS LEÁLLÍTÁS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 cobot?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Kollaboratív robot: megfelelő feltételek mellett emberrel közös munkatérben dolgozhat.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846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114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102336"/>
                </a:solidFill>
                <a:latin typeface="Aptos"/>
              </a:defRPr>
            </a:pPr>
            <a:r>
              <a:t>HAGYOMÁNYOS</a:t>
            </a:r>
            <a:br/>
            <a:r>
              <a:t>IPARI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3931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25323D"/>
                </a:solidFill>
                <a:latin typeface="Aptos"/>
              </a:defRPr>
            </a:pPr>
            <a:r>
              <a:t>nagy sebesség • nagy erő</a:t>
            </a:r>
            <a:br/>
            <a:r>
              <a:t>elkülönített robotcella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08760"/>
            <a:ext cx="4846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65960"/>
            <a:ext cx="4114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3D9169"/>
                </a:solidFill>
                <a:latin typeface="Aptos"/>
              </a:defRPr>
            </a:pPr>
            <a:r>
              <a:t>COBOT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246120"/>
            <a:ext cx="3931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25323D"/>
                </a:solidFill>
                <a:latin typeface="Aptos"/>
              </a:defRPr>
            </a:pPr>
            <a:r>
              <a:t>erő- és nyomatékérzékelés</a:t>
            </a:r>
            <a:br/>
            <a:r>
              <a:t>ember-robot együttműködés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Cobot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Rugalmas automatizálás, különösen változó vagy kisebb sorozatoknál.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GÉPKISZOLGÁLÁS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CSAVAROZÁS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MINŐSÉG-</a:t>
            </a:r>
            <a:br/>
            <a:r>
              <a:t>ELLENŐRZÉS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LABOR-</a:t>
            </a:r>
            <a:br/>
            <a:r>
              <a:t>AUTOMATIZÁLÁS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KIS SZÉRIÁS</a:t>
            </a:r>
            <a:br/>
            <a:r>
              <a:t>GYÁRTÁS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biztonságos robotcella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Készíts cellavázlatot és rendelj feladatot minden biztonsági elemhez.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828800"/>
            <a:ext cx="38404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60604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2336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2336"/>
                </a:solidFill>
                <a:latin typeface="Aptos"/>
              </a:defRPr>
            </a:pPr>
            <a:r>
              <a:t>KERÍTÉS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16052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RETESZELT AJTÓ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8308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FÉNYFÜGGÖNY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16052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438912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VÉSZSTOP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98348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521208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SAFETY PLC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A BIZTONSÁG NEM KIEGÉSZÍTŐ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kockázatértékelés + biztonsági rendszer + megfelelő alkalmazás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termelékenység érték, de a biztonság feltétel. Egy jól megtervezett robotcella mindkettőt egyszerre valósítja meg.”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30.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