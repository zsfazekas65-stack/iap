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6751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HŐMÉRSÉKLET-MÉRÉS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DE9136"/>
                </a:solidFill>
                <a:latin typeface="Aptos"/>
              </a:defRPr>
            </a:pPr>
            <a:r>
              <a:t>A FOLYAMATIRÁNYÍTÁSBAN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0020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2AAD2"/>
                </a:solidFill>
                <a:latin typeface="Aptos"/>
              </a:defRPr>
            </a:pPr>
            <a:r>
              <a:t>PT100 / PT1000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42316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F8F68"/>
                </a:solidFill>
                <a:latin typeface="Aptos"/>
              </a:defRPr>
            </a:pPr>
            <a:r>
              <a:t>TERMOELEM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24612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E9136"/>
                </a:solidFill>
                <a:latin typeface="Aptos"/>
              </a:defRPr>
            </a:pPr>
            <a:r>
              <a:t>NTC / PTC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069080"/>
            <a:ext cx="3566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TT → 4–20 mA → PLC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méri egy PLC egy kemence vagy kazán hőmérsékletét?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4–20 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RTD érzékelők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Nagy pontosságú ellenállás-hőmérők.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100 Ω névleges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PT1000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1000 Ω névleges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RTD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ellenállás változik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Termoelemek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Széles mérési tartomány.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 TERMOELEM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hőmérsékletfüggő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KOMPENZÁCIÓ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Termisztor és infravörös mérés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További hőmérséklet-érzékelők.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ellenállás csökken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PTC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ellenállás nő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INFRAVÖRÖS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érintésmentes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PLC és távadó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hőmérsékletből szabványos ipari jel.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hőmérséklet-távadó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4–20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átvitel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P&amp;ID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TT → 4–20 mA → PLC AI → PID → fűtés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FŰTŐSZELEP / BETÉT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beavatkozás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Ipari példák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Hol mérünk hőmérsékletet?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KAZÁN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hőtermelés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KEMENCE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magas hőmérséklet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HŰTÉS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 hőmérséklet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VEGYIPAR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technológia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PT100 és termoelem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TERMOELEM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eredmények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Termoelemnél a vezeték is a mérőrendszer része.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KOMPENZÁCIÓS VEZETÉK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megfelelő típus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különben romlik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KALIBRÁLÁS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ellenőrzés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8. hét – Szintmérés a folyamatirányításban.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mérendő mennyiség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PLC-jel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