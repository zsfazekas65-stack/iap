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A SZŰRŐK MŰKÖDÉSE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DE9136"/>
                </a:solidFill>
                <a:latin typeface="Aptos"/>
              </a:defRPr>
            </a:pPr>
            <a:r>
              <a:t>HASZNOS JEL ↔ ZAJ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F8F68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8288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→ SZŰRŐ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182880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2AAD2"/>
                </a:solidFill>
                <a:latin typeface="Aptos"/>
              </a:defRPr>
            </a:pPr>
            <a:r>
              <a:t>TISZTA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063240"/>
            <a:ext cx="3200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E9136"/>
                </a:solidFill>
                <a:latin typeface="Aptos"/>
              </a:defRPr>
            </a:pPr>
            <a:r>
              <a:t>100 Hz • 1 kHz • 10 kHz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77639"/>
            <a:ext cx="2926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F8F68"/>
                </a:solidFill>
                <a:latin typeface="Aptos"/>
              </a:defRPr>
            </a:pPr>
            <a:r>
              <a:t>RC ALULÁTERESZTŐ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Mérnöki küldetés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Zajos PLC-érzékelőjel tisztítása.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PROBLÉMA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zajos 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SZŰRŐ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frekvenciák szétválasztása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hasznos jel kiemelése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Bevezető történet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vízszintjel ingadozását elektromágneses zavar okozta.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ingadozó kijelzés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SZKÓP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zavar kimutatása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MEGOLDÁS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megfelelő szűrés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szita hasonlat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szűrő válogat a frekvenciák között.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ÁTENGED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kívánt tartomány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CSILLAPÍT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nem kívánt tartomány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LÉNYEG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frekvenciaszelektivitás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Négy szűrőtípus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Más frekvenciákat engednek 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LPF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alacsony 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HPF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magas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BPF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kijelölt sáv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BSF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kijelölt sáv elnyomása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Túl erős szűrés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hasznos gyors változás is elveszhet.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TÚLSZŰRÉS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információvesztés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DINAMIKA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lassulhat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folyamathoz igazítva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RC aluláteresztő próbapanelen.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100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1 kHz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10 kHz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SZKÓP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amplitúdó-változás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jó mérés a helyes szereléssel kezdődik.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4–20 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nyomásérzékelő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zavarforrás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KÁBELEZÉS + SZŰRŐ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együtt hatásos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Vizsgára röviden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Négy fontos állítás.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frekvenciák szétválasztása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NEM JAVÍT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hibás érzékelőt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megbízhatóbb mérés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Előretekintés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21. hét: RC szűrők számítása.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τ = 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időállandó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törésponti frekvencia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TERVEZÉS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számítás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