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5" y="2124223"/>
            <a:ext cx="21145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676673"/>
            <a:ext cx="9001125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Analóg jelek skálázása (Scaling)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208115"/>
            <a:ext cx="85725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ipari jelátalakítási elvek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90837"/>
            <a:ext cx="9391650" cy="197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71837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mérés önmagában még nem tudás. A mért érték akkor válik hasznossá, ha értelmezni is tudjuk.”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4262437"/>
            <a:ext cx="2371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Ipari Automatizálási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gondolata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47925"/>
            <a:ext cx="5334000" cy="28573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47925"/>
            <a:ext cx="5334000" cy="2857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9082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kompetenciák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19087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Megérti a skálázás fogalmát az automatizálásban.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59851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Megismeri a nyers PLC-érték és a mérnöki érték kapcsolatát.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Felismeri a skálázás kulcsszerepét az ipari folyamatokban.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skálázási feladatok precíz megoldása.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Analóg jelek megjelenítése °C, bar és % egységekben.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Hibakezelés és mérnöki gondolkodás alkalmazása.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0992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756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probléma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analóg bemenetei kizárólag nyers számértékeket (pl. 0–27648 vagy 0–10000) dolgoznak fel, amelyek önmagukban nem mondanak semmit a kezelőnek.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megoldás: Skálázás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mérnöki egységeket szeretne látni a HMI-n (pl. °C, bar, %). A skálázási algoritmus végzi el a nyers bitek fizikai mennyiséggé alakítását.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Alapfogalmak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38412"/>
            <a:ext cx="11049000" cy="26765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38412"/>
          <a:ext cx="11039473" cy="2676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PLC nyers 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Fizikai/Mérnöki 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Magyarázat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Kezdőpont (Min. fizikai határ)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25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Lineáris részérték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Fél skálaérték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0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100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Végpont (Max. fizikai határ)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67050"/>
            <a:ext cx="29046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80941" y="3067050"/>
            <a:ext cx="3648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29313" y="3067050"/>
            <a:ext cx="4486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600450"/>
            <a:ext cx="29046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80941" y="3600450"/>
            <a:ext cx="3648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29313" y="3600450"/>
            <a:ext cx="4486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133850"/>
            <a:ext cx="29046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80941" y="4133850"/>
            <a:ext cx="3648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29313" y="4133850"/>
            <a:ext cx="4486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667250"/>
            <a:ext cx="29046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80941" y="4667250"/>
            <a:ext cx="36483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29313" y="4667250"/>
            <a:ext cx="44864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Mi a skálázás? Lineáris megfeleltetés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Érzékelő paraméterek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Tegyük fel, hogy egy analóg feszültségbemenetre kötött hőmérséklet-érzékelő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0–10 V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tartományban dolgozik, ami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0–100 °C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méréshatárnak felel meg.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Kiszámítás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Ha a bemeneten éppen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5 V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feszültség mérhető (ami pontosan a feszültségtartomány fele), a skálázás eredményeként a kezelői felületen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50 °C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jelenik meg.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Egyszerű gyakorlati példa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Tartályszint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Folyadékszintek pontos követése százalékos vagy literes formátumban a biztonságos üzemmenetért.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Nyomásmérés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Csővezetékek és nyomástartó edények felügyelete bar vagy mbar mérnöki egységekben.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Hőmérséklet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Technológiai terek és hűtőközegek hőfokának felügyelete Celsius fokokban (°C).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927002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374" y="292700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0536" y="2927002"/>
            <a:ext cx="21907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alkalmazások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Frekvenciaváltó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Motorok fordulatszám-visszajelzése RPM vagy százalékos terhelés formájában.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HMI Megjelenítés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Grafikus operátori felületek látványos és érthető műszereinek meghajtása skálázott adatokkal.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PID hurok bemenetek normalizálása és skálázása a pontos szabályozási hibajelhez.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927002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927002"/>
            <a:ext cx="3905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761" y="29270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Folyamatirányítási területek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0854"/>
            <a:ext cx="5334000" cy="3131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0854"/>
            <a:ext cx="5334000" cy="3131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375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lépései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Tesztelés és ellenőrzés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analóg érték pillanatnyi változásának folyamatos megfigyelése online monitorozó módban, a határértékek átlépéseinek tesztelése kimeneti indikátorokkal.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05380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Potenciométer analóg jelének beolvasása PLC bemeneten.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Nyers érték átalakítása és megjelenítése százalékos (%) formában.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417665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20% és 80% kapcsolási határértékek (küszöbök) beállítása.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Laborfeladat: Potenciométer skálázása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72854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4784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Készítsünk PLC-programot egy víztartály szintjének skálázott kijelzésére és vizuális állapotjelzésére.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Zónák és színek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&lt; 30%: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Sárga figyelmeztető jelzés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30% – 80%: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Zöld normál tartomány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&gt; 80%: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Piros túltöltés veszély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Gyakorlati projekt: Víztartály felügyelet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Hibás méréshatár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Nem megfelelő fizikai vagy nyers tartomány megadása a képletben.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Rossz skálázási képlet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Matematikai elírások, túlcsordulási (overflow) hibák a PLC memóriájában.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309020"/>
            <a:ext cx="37909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Mértékegység tévesztés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Keveredik a bar, mbar, PSI vagy °C / °F skálázás.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Analóg jel zajossága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Szűretlen bemeneti jelek okozta ugráló kijelzések a HMI-n.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619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16192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Gyakori hibák és veszélyforrások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Gép kontra 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csupán számokkal és regiszterértékekkel dolgozik, míg az üzemeltető mérnöki egységekben, fizikai határokban gondolkodik.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híd szerepe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helyesen megvalósított skálázás biztosítja, hogy pontosan ugyanaz az információ mindkét fél számára helyesen és félreérthetetlenül értelmezhető legyen.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Mérnöki gondolkodás az automatizálásban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Modern PLC funkcióblokkok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Számos modern ipari PLC (pl. Siemens TIA Portal S7-1200/1500) rendelkezik beépített rendszerfüggvénnyel, mint a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NORM_X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és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SCALE_X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Ezek a blokkok automatikusan elvégzik a normalizálást és a lineáris skálázást, jelentősen leegyszerűsítve a mérnöki szoftverfejlesztést és csökkentve a hibalehetőségeket.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IAA Extra: Beépített Scaling funkciók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857500"/>
            <a:ext cx="35433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Alapvető lépés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Az analóg feldolgozás kihagyhatatlan eleme.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Pontos megjelenítés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Lehetővé teszi a fizikai mennyiségek valós idejű lekövetését.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Biztonságos felügyelet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Segíti a határérték-figyelést és a hibadiagnosztikát.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Felhasználóbarát HMI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Éthető adatok biztosítása a kezelőszemélyzet számára.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1809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4492823"/>
            <a:ext cx="1809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4492823"/>
            <a:ext cx="18097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Összefoglalás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 skálázás célja?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nyers bitekben kifejezett bemeneti értékeinek átalakítása valós, ember által olvasható fizikai mennyiséggé.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Nyers vs. Mérnöki érték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nyers érték a hardver belső átszámított adata (pl. 0–27648), míg a mérnöki érték a fizikai mértékegység (pl. °C, bar).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Mit jelent a 4 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4–20 mA-es áramhurok élő zéró (live zero) kezdőpontját, amely egyben a méréshatár alsó határát és a szakadásérzékelést is szolgálja.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Milyen hibák adódhatnak?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Hibás méréshatár-skálázás, túlcsordulás, mérési zajok miatti ugrálás és pontatlan szenzorbeállítások.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90837"/>
            <a:ext cx="9391650" cy="197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71837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250" b="0" i="0" u="none">
                <a:solidFill>
                  <a:srgbClr val="0F172A"/>
                </a:solidFill>
                <a:latin typeface="Plus Jakarta Sans SemiBold"/>
              </a:rPr>
              <a:t>„A jó automatizálási rendszer nemcsak mér, hanem érthetően is mutatja az eredményt.”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0" y="4262437"/>
            <a:ext cx="1771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IAA Mérnöki Alapelv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776</Words>
  <Application>Microsoft Office PowerPoint</Application>
  <PresentationFormat>Szélesvásznú</PresentationFormat>
  <Paragraphs>101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3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2026-08-02T05:46:07Z</dcterms:modified>
  <cp:category/>
</cp:coreProperties>
</file>