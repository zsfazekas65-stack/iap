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2459384"/>
            <a:ext cx="219075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75522" y="3011834"/>
            <a:ext cx="7640955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0F172A"/>
                </a:solidFill>
                <a:latin typeface="Plus Jakarta Sans"/>
              </a:rPr>
              <a:t>A PID szabályozás 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7450" y="3872805"/>
            <a:ext cx="72771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PLC alapismeretek és ipari folyamatszabályozási elvek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890837"/>
            <a:ext cx="9391650" cy="1971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271837"/>
            <a:ext cx="85725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250" b="0" i="0" u="none">
                <a:solidFill>
                  <a:srgbClr val="0F172A"/>
                </a:solidFill>
                <a:latin typeface="Plus Jakarta Sans SemiBold"/>
              </a:rPr>
              <a:t>„A jó szabályozás nem a gyors reagálásról szól, hanem a pontos egyensúly megtartásáról.”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8712" y="4262437"/>
            <a:ext cx="2371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Ipari Automatizálási Alapelv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 hét gondolata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5144"/>
            <a:ext cx="5334000" cy="2583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85144"/>
            <a:ext cx="5334000" cy="2583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928044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Elméleti alapok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Gyakorlati kompetenciák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32809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Megérti a vezérlés és a szabályozás közötti különbséget.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401002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Megismeri a PID szabályozás kulcsszerepét.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4176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Felismeri a P, I és D tagok alapvető feladatát.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Egyszerű ipari példákon értelmezi a PID működését.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Azonosítja a szabályozást igénylő folyamatokat.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Rálátás a stabilitás és a hangolás kompromisszumaira.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Tanulási célok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47144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2907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3671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48421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9185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949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cél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szabályozás célja, hogy egy fizikai mennyiséget – például hőmérsékletet, nyomást vagy folyadékszintet – pontosan a kívánt (alapjel) értéken tartson.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módszer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Ehhez folyamatos visszacsatolásra (visszamérésre) és a PLC általi automatikus beavatkozásra van szükség a zavarások kompenzálására.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Bevezetés a szabályozásba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38412"/>
            <a:ext cx="11049000" cy="26765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38412"/>
          <a:ext cx="11039474" cy="2676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3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Tulajdonság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Vezérlés (Open-loop)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Szabályozás (Closed-loop)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Visszacsatolás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Nincs visszacsatolás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Van visszacsatolás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Rendszer jellege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Nyitott rendszer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Zárt rendszer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Működés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Előre meghatározott ütem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Folyamatos korrekció a hiba alapján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Tipikus példa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Időrelés lépcsőházi világítás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Termosztát vagy hőmérséklet-szabályzó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067050"/>
            <a:ext cx="23967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72990" y="3067050"/>
            <a:ext cx="3649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22702" y="3067050"/>
            <a:ext cx="49930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3600450"/>
            <a:ext cx="23967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72990" y="3600450"/>
            <a:ext cx="3649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22702" y="3600450"/>
            <a:ext cx="49930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4133850"/>
            <a:ext cx="23967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72990" y="4133850"/>
            <a:ext cx="3649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2702" y="4133850"/>
            <a:ext cx="49930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667250"/>
            <a:ext cx="23967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72990" y="4667250"/>
            <a:ext cx="36497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22702" y="4667250"/>
            <a:ext cx="49930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Vezérlés és szabályozás összehasonlítása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35597"/>
            <a:ext cx="5410200" cy="2482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635597"/>
            <a:ext cx="5410200" cy="24821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30872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730972"/>
            <a:ext cx="50606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P tag (Proporcionális)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131022"/>
            <a:ext cx="48196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aktuális hiba nagyságára reagál. Minél nagyobb az eltérés a célértéktől, annál nagyobb arányos beavatkozást fejt ki.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2930872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05575" y="3730972"/>
            <a:ext cx="50606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I tag (Integráló)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4131022"/>
            <a:ext cx="48196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időben fennmaradó hibákat összegzi és csökkenti. Teljesen megszünteti az állandósult (maradandó) eltérést.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" y="3064222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925" y="3064222"/>
            <a:ext cx="3429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 PID szabályozó elemei: P és I tag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5410200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498377"/>
            <a:ext cx="5410200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593752"/>
            <a:ext cx="50606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D tag (Deriváló)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93802"/>
            <a:ext cx="48196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hiba változásának sebességét figyeli. Előre reagál a trendekre, csökkenti a túllendülést és javítja a rendszer stabilitását.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2793652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05575" y="3593752"/>
            <a:ext cx="50606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Ipari példa (Kemence)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993802"/>
            <a:ext cx="48196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Ha 200 °C helyett 185 °C a mért érték, a PID növeli a fűtést, majd a célérték közelében finoman csökkenti a teljesítményt.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" y="2927002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6062" y="2927002"/>
            <a:ext cx="428625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 PID szabályozó elemei: D tag és Példa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0854"/>
            <a:ext cx="5334000" cy="31316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10854"/>
            <a:ext cx="5334000" cy="31316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3754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Feladat lépései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Elemzés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stabil és az instabil szabályozási állapotok összehasonlítása grafikus trendeken keresztül a laboratóriumi szoftverben.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05380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Hőmérséklet-szabályozó modul működésének megfigyelése.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73573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Alapjel módosítása és a rendszer tranziens reakciójának vizsgálata.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4417665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túl nagy P erősítés instabil lengéseinek megfigyelése.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Laborfeladat: Hőmérséklet-szabályozás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72854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54784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3671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Feladat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Készítsünk egyszerű folyadékszint-szabályozási modellt PLC-ben, ahol a szivattyú fordulatszáma dinamikusan változik a mért tartályszint alapján.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Célkitűzés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beömlő és kiömlő folyadékáramok ingadozása ellenére is stabil szinten tartani a tartályban lévő folyadékoszlopot.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Gyakorlati projekt: Tartályszint-szabályozás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Túl nagy P erősítés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Folyamatos túllendülések, nem kívánt lengések és instabilitás.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Túl lassú integrálás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Elhúzódó beállási idő, a rendszer lassan éri el a célértéket.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Hibás érzékelő / Zaj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Hamis hibajelek generálása a zajos analóg bemenetek miatt.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Rossz mintavételi idő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Nem megfelelő PLC ciklusidő a szabályozási hurokban.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41302"/>
            <a:ext cx="16192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4492823"/>
            <a:ext cx="180975" cy="219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Gyakorlati hibák és veszélyforrások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hiba esete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 kemence PID szabályozójának P erősítését tévesen túl magasra állították. A hőmérséklet folyamatosan túllendült, ami selejtet okozott.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megoldás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PID paraméterek újrahangolása és optimalizálása után a hőmérséklet stabilan és túllendülés nélkül maradt a beállított értéken.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Mérnöki műhely: Esettanulmány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3530649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8377"/>
            <a:ext cx="3530649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8377"/>
            <a:ext cx="3530649" cy="27564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Hőmérséklet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3802"/>
            <a:ext cx="29400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Kemencék, hőkezelő sorok és extruderek pontos hőfoktartása.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9365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Nyomás &amp; Szint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Gázhálózatok, kompresszorok nyomása és tartályok folyadékszintje.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9365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Légkezelés &amp; Hajtás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HVAC rendszerek légáramai és frekvenciaváltós motorok pozíció/sebessége.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37" y="2927002"/>
            <a:ext cx="21907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9374" y="2927002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8624" y="2927002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Ipari alkalmazási területek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Korszerű PLC rendszerek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modern ipari PLC-k (pl. Siemens S7-1200/1500 PID_Compact) már beépített, intelligens PID funkcióblokkokkal rendelkeznek.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Autotuning (Önhangolás)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Ezek a rendszerek képesek önállóan mérni a folyamat átmeneti függvényét és automatikusan kiszámítani az optimális P, I és D paramétereket.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IAA Extra: Beépített PID blokkok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857500"/>
            <a:ext cx="34099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Alapvető eszköz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 PID az ipari folyamatszabályozás gerince.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Automatizált stabilitás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Biztosítja a pontos célértéken tartást zavarások mellett 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Komponensek harmóniája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P, I és D tagok együttese hozza létre az optimális választ.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Gondos hangolás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Elengedhetetlen a stabil, lengésmentes üzemi állapothoz.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18097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3041302"/>
            <a:ext cx="18097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4492823"/>
            <a:ext cx="18097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4492823"/>
            <a:ext cx="180975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Összefoglalás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1. Vezérlés vs Szabályozás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vezérlés nyitott láncú (nincs visszacsatolás), míg a szabályozás zárt láncú (folyamatosan figyeli a kimenetet és korrigál).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2. Mit csinál a P tag?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aktuális hiba nagyságával arányos beavatkozást végez; minél nagyobb az eltérés, annál erősebb a korrekció.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(1.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3. I és D tagok feladata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I tag megszünteti a maradandó hibát, míg a D tag a hiba változási sebességét figyelve csökkenti a túllendülést.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4. Túl nagy P erősítés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rendszer instabillá válhat, folyamatos lengések, túllendülések alakulhatnak ki, ami rontja a gyártási minőséget.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(2.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3090862"/>
            <a:ext cx="9391650" cy="1571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471862"/>
            <a:ext cx="8572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250" b="0" i="0" u="none">
                <a:solidFill>
                  <a:srgbClr val="0F172A"/>
                </a:solidFill>
                <a:latin typeface="Plus Jakarta Sans SemiBold"/>
              </a:rPr>
              <a:t>„A szabályozás célja nem a tökéletesség, hanem a stabilitás.”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0" y="4062412"/>
            <a:ext cx="1771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IAA Mérnöki Alapelv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Záró gondolat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761</Words>
  <Application>Microsoft Office PowerPoint</Application>
  <PresentationFormat>Szélesvásznú</PresentationFormat>
  <Paragraphs>97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3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2026-08-02T05:48:32Z</dcterms:modified>
  <cp:category/>
</cp:coreProperties>
</file>