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7.png"/><Relationship Id="rId10" Type="http://schemas.openxmlformats.org/officeDocument/2006/relationships/image" Target="../media/image-11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7.png"/><Relationship Id="rId10" Type="http://schemas.openxmlformats.org/officeDocument/2006/relationships/image" Target="../media/image-14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zhbarj5mkuql04w/4afb9db5089240f7ad17a2e2f7120252/file/Start-stop-vezerles.pdf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79407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 alapismeretek – 4. hét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460327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Start–Stop vezérlés és önzárás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5233360" y="321627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Évfolyam: PLC alapismeretek | Óraszám: 5 óra (2 óra elmélet + 3 óra gyakorlat)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516821" y="4246364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jó PLC-program nem a számítógépen kezdődik, hanem a kapcsolási rajzon."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4033738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Tanulási célok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27559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7900" y="1460798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26214" y="1488380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Start–Stop működés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6214" y="1864916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Megérti a Start–Stop vezérlés működését.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2471738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7900" y="2504976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226214" y="2532559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és NC érintkezők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6214" y="2909094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Megismeri a NO és NC érintkezők szerepét.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3515916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900" y="3549154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226214" y="3576737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Első önzáró program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6214" y="3953272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Elkészíti első önzáró PLC-programját.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1475" y="4560094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7900" y="4593332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226214" y="4620915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Összehasonlítás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6214" y="4997450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Összehasonlítja a relés és PLC-s vezérlést.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1475" y="560427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900" y="563751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1226214" y="5665093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Biztonságos vezérlés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26214" y="6041628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Megérti a biztonságos indítás és leállítás alapelveit.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098873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Bevezetés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87853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Start–Stop vezérlés az ipari automatizálás egyik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legalapvetőbb kapcsolása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Motorok, szivattyúk, ventilátorok és szállítószalagok vezérlésénél nap mint nap alkalmazzuk.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998416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285159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215705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az alapkapcsolás minden ipari PLC-program kiindulópontja.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5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relés Start–Stop kapcsolás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5217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Fő elemei: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67223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832" y="226258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418457"/>
            <a:ext cx="255085" cy="25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6832" y="301863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nyomógomb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427313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(Normally Open) típusú érintkező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47359" y="2067223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2716" y="226258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2418457"/>
            <a:ext cx="255085" cy="2550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2716" y="301863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STOP nyomógomb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542716" y="3427313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NC (Normally Closed) típusú érintkező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33244" y="2067223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8600" y="226258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2418457"/>
            <a:ext cx="255085" cy="2550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8600" y="301863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Mágneskapcsoló (K1)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228600" y="3427313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terhelés kapcsolásáért felelős elem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61475" y="4416524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6832" y="4611886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00" y="4767759"/>
            <a:ext cx="255085" cy="2550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6832" y="536793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Önzáró segédérintkező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856832" y="577661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Fenntartja a mágneskapcsoló működését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6190301" y="4416524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85658" y="4611886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1626" y="4767759"/>
            <a:ext cx="255085" cy="2550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85658" y="536793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Fogyasztó</a:t>
            </a:r>
            <a:endParaRPr lang="en-US" sz="1850" dirty="0"/>
          </a:p>
        </p:txBody>
      </p:sp>
      <p:sp>
        <p:nvSpPr>
          <p:cNvPr id="28" name="Text 21"/>
          <p:cNvSpPr/>
          <p:nvPr/>
        </p:nvSpPr>
        <p:spPr>
          <a:xfrm>
            <a:off x="6385658" y="577661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Motor vagy jelzőlámpa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3951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és NC érintkezők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3180358"/>
            <a:ext cx="6925990" cy="1214041"/>
          </a:xfrm>
          <a:prstGeom prst="roundRect">
            <a:avLst>
              <a:gd name="adj" fmla="val 56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3186708"/>
            <a:ext cx="3456596" cy="1201341"/>
          </a:xfrm>
          <a:custGeom>
            <a:avLst/>
            <a:gdLst/>
            <a:ahLst/>
            <a:cxnLst/>
            <a:rect l="l" t="t" r="r" b="b"/>
            <a:pathLst>
              <a:path w="3456596" h="1201341">
                <a:moveTo>
                  <a:pt x="56853" y="0"/>
                </a:moveTo>
                <a:lnTo>
                  <a:pt x="3456596" y="0"/>
                </a:lnTo>
                <a:lnTo>
                  <a:pt x="3456596" y="1201341"/>
                </a:lnTo>
                <a:lnTo>
                  <a:pt x="56853" y="1201341"/>
                </a:lnTo>
                <a:arcTo hR="56855" wR="56853" stAng="5400000" swAng="5400000"/>
                <a:lnTo>
                  <a:pt x="0" y="56855"/>
                </a:lnTo>
                <a:arcTo hR="56855" wR="56853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30242" y="3349129"/>
            <a:ext cx="313176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– Normally Open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30242" y="3742432"/>
            <a:ext cx="3131761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Alaphelyzetben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nyitott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érintkező. A START gomb ilyen típusú – csak lenyomáskor zár.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24420" y="3186708"/>
            <a:ext cx="3456695" cy="1201341"/>
          </a:xfrm>
          <a:custGeom>
            <a:avLst/>
            <a:gdLst/>
            <a:ahLst/>
            <a:cxnLst/>
            <a:rect l="l" t="t" r="r" b="b"/>
            <a:pathLst>
              <a:path w="3456695" h="1201341">
                <a:moveTo>
                  <a:pt x="0" y="0"/>
                </a:moveTo>
                <a:lnTo>
                  <a:pt x="3399842" y="0"/>
                </a:lnTo>
                <a:arcTo hR="56855" wR="56853" stAng="16200000" swAng="5400000"/>
                <a:lnTo>
                  <a:pt x="3456695" y="1144486"/>
                </a:lnTo>
                <a:arcTo hR="56855" wR="56853" stAng="0" swAng="5400000"/>
                <a:lnTo>
                  <a:pt x="0" y="1201341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4124420" y="3186708"/>
            <a:ext cx="19050" cy="1201341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4286837" y="3349129"/>
            <a:ext cx="313186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NC – Normally Closed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286837" y="3742432"/>
            <a:ext cx="3131861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Alaphelyzetben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zárt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érintkező. A STOP gomb ilyen típusú – lenyomáskor nyit.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0084" y="1527870"/>
            <a:ext cx="3546485" cy="354657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90084" y="5231408"/>
            <a:ext cx="3546485" cy="815578"/>
          </a:xfrm>
          <a:prstGeom prst="roundRect">
            <a:avLst>
              <a:gd name="adj" fmla="val 8365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502" y="5447109"/>
            <a:ext cx="202996" cy="1624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17915" y="5397599"/>
            <a:ext cx="285623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NC megoldás biztonságosabb, mert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vezetékszakadás esetén is leáll a gép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önzárás működése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STOP megnyomása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elengedhető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Segédérintkező fenntart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Mágneskapcsoló meghúz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megnyomása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önzárás lényege, hogy a mágneskapcsoló saját segédérintkezőjével fenntartja saját működési áramkörét, így a START gomb elengedése után is üzemben marad a rendszer.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87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PLC-ben megvalósított önzárás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3745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Létra diagram: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352502"/>
            <a:ext cx="1682708" cy="819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38427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PLC létradiagramban az önzárást egy párhuzamos ág valósítja meg: a kimenet saját maga is zárja az érintkezőjét, így a START gomb elengedése után is aktív marad.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07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Relés vs. PLC-s vezérlés</a:t>
            </a:r>
            <a:endParaRPr lang="en-US" sz="3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539405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Relés vezérlés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PLC vezérlés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Fizikai segédérintkező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Programban megvalósított önzárás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Nehezebb módosítani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Programmal egyszerűen módosítható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Több vezeték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Egyszerűbb kábelezés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Nehezebb bővíteni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Könnyen bővíthető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Laborfeladat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5233360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1560116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Relés kapcsolás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233360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Relés Start–Stop kapcsolás megépítése.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2861370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5233360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Eaton easy PLC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233360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Ugyanez Eaton easy PLC-n megvalósítva.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33360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4162623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5233360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LG kompakt PLC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233360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 elkészítése LG kompakt PLC-n.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33360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33360" y="5463877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6"/>
          <p:cNvSpPr/>
          <p:nvPr/>
        </p:nvSpPr>
        <p:spPr>
          <a:xfrm>
            <a:off x="5233360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Omron PLC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233360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 letöltése Omron PLC-re és online monitor használata.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1877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Gyakorlati feladat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4153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Készítsünk Start–Stop vezérlést PLC-vel úgy, hogy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jelzőlámpa a START gomb elengedése után is világítson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és a STOP gomb állítsa 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5900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3245743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317629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 feladat az önzárás elvét közvetlenül alkalmazza egy valós kimeneti eszközön.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4211042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Hozd létre a bemeneti változókat (START, STOP)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Definiáld a kimeneti változót (LÁMPA)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Írd meg az önzáró létradiagramot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Töltsd le és teszteld a programot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65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Gyakori hibák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75222"/>
            <a:ext cx="3496877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98963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STOP gomb hibás (NO) bekötése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693591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STOP gombot mindig NC típusúként kell bekötni a biztonságos leállás érdekében.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775222"/>
            <a:ext cx="3496877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198963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Hibás önzáró ág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398316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önzáró párhuzamos ág hiánya vagy rossz bekötése megakadályozza a tartós működést.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775222"/>
            <a:ext cx="3496877" cy="20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198963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Rossz címzés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39831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Helytelen I/O cím megadása esetén a program nem a megfelelő fizikai pontra hivatkozik.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11414"/>
            <a:ext cx="3496877" cy="20400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5826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STOP üzemmód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4508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 a PLC STOP módban van, a program nem fut – ellenőrizd az üzemmódot!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4011414"/>
            <a:ext cx="3496877" cy="204003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5826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 program nincs letöltve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92978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Szerkesztés után mindig töltsd le a programot a PLC-re, különben a régi verzió fut.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35711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Mérnöki gondolkodás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916662" y="2330450"/>
            <a:ext cx="6619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Áramszünet után egy ipari gép általában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indulhat el automatikusan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biztonságos újraindítás alapvető munkavédelmi követelmény.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2160389"/>
            <a:ext cx="25399" cy="94495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4633201" y="331797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az elv közvetlenül következik az önzárás logikájából: a rendszer csak akkor indul újra, ha valaki szándékosan megnyomja a START gombot. Ez védi az operátorokat és a berendezéseket egyaránt.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437856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724598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465514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automatikus újraindítás tiltása kötelező biztonsági előírás az ipari vezérlésekben.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2775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0920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61475" y="1387078"/>
            <a:ext cx="629686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relés önzárás működési elve és a PLC-s megvalósítás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azonos logikára épül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PLC ezt programmal valósítja meg, ami rugalmasabb és könnyebben módosítható.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478881"/>
            <a:ext cx="3056853" cy="1375866"/>
          </a:xfrm>
          <a:prstGeom prst="roundRect">
            <a:avLst>
              <a:gd name="adj" fmla="val 568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3855" y="2671266"/>
            <a:ext cx="26720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Relés önzárás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3855" y="3071812"/>
            <a:ext cx="26720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Fizikai segédérintkező tartja fenn az áramkört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901481" y="2478881"/>
            <a:ext cx="3056853" cy="1375866"/>
          </a:xfrm>
          <a:prstGeom prst="roundRect">
            <a:avLst>
              <a:gd name="adj" fmla="val 568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93862" y="2671266"/>
            <a:ext cx="26720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 önzárás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93862" y="3071812"/>
            <a:ext cx="26720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Párhuzamos programág valósítja meg ugyanezt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037905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855" y="4230291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Előny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53855" y="4630837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Rugalmasabb, módosítható, bővíthető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40570" y="5530453"/>
            <a:ext cx="60177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biztonságos vezérlés nem ott kezdődik, hogy a gép elindul, hanem ott, hogy mindig kiszámítható módon áll meg."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IAA mérnöki alapelv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61475" y="5324475"/>
            <a:ext cx="25399" cy="1002506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4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Önellenőrző kérdések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36105"/>
            <a:ext cx="3496877" cy="25815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167788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292052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jelent az önzárás?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700734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Magyarázd el a saját szavaiddal az önzárás elvét!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536105"/>
            <a:ext cx="3496877" cy="25815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167788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2292052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NO a START és NC a STOP?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2996009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 biztonsági indoka az érintkezőtípusok megválasztásának?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536105"/>
            <a:ext cx="3496877" cy="25815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167788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2292052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valósítja meg a PLC az önzárást?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2996009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Írd le a létradiagram felépítését!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06689"/>
            <a:ext cx="5339820" cy="198387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17931" y="44484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75881" y="5062637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nem indulhat újra automatikusan?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75881" y="5471319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 munkavédelmi indoka az automatikus újraindítás tiltásának?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306689"/>
            <a:ext cx="5339820" cy="198387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46757" y="44484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6404708" y="5062637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Milyen előnye van a PLC-s megoldásnak?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404708" y="5471319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Hasonlítsd össze a relés és PLC-s megoldást!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747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Források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343374"/>
            <a:ext cx="10868745" cy="1139924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3557786"/>
            <a:ext cx="10439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Tananyag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3966468"/>
            <a:ext cx="104399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Start-stop vezérlés.pdf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2026-09-18T15:37:40Z</dcterms:created>
  <dcterms:modified xsi:type="dcterms:W3CDTF">2026-09-18T15:37:40Z</dcterms:modified>
</cp:coreProperties>
</file>