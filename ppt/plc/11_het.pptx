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96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5412" y="2459384"/>
            <a:ext cx="1781175" cy="323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75447" y="3011834"/>
            <a:ext cx="8841105" cy="670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sz="4800" b="1" i="0" u="none">
                <a:solidFill>
                  <a:srgbClr val="0F172A"/>
                </a:solidFill>
                <a:latin typeface="Plus Jakarta Sans"/>
              </a:rPr>
              <a:t>Számlálók (CTU, CTD, CTUD)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85950" y="3872805"/>
            <a:ext cx="84201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64748B"/>
                </a:solidFill>
                <a:latin typeface="Plus Jakarta Sans"/>
              </a:rPr>
              <a:t>PLC alapismeretek és eseménykezelési elvek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175" y="2690812"/>
            <a:ext cx="9391650" cy="23717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38325" y="3071812"/>
            <a:ext cx="8572500" cy="1200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sz="2250" b="0" i="0" u="none">
                <a:solidFill>
                  <a:srgbClr val="0F172A"/>
                </a:solidFill>
                <a:latin typeface="Plus Jakarta Sans SemiBold"/>
              </a:rPr>
              <a:t>„A jó PLC-program nemcsak azt tudja, mennyi idő telt el, hanem azt is, hány esemény történt. Az ipari automatizálásban gyakran az események száma jelenti a valódi információt.”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8750" y="4462462"/>
            <a:ext cx="17716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Plus Jakarta Sans Medium"/>
              </a:rPr>
              <a:t>— IAA Mérnöki Alapelv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Gondolkodjunk mérnökként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47925"/>
            <a:ext cx="5334000" cy="285735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447925"/>
            <a:ext cx="5334000" cy="28573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790825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Elméleti kompetenciák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3065115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Gyakorlati készségek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1100" y="3190875"/>
            <a:ext cx="43815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PLC számlálók működésének és belső logikájának megismerése.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1100" y="387280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CTU, CTD és CTUD számlálók típusainak áttekintése.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1100" y="4280445"/>
            <a:ext cx="43815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Az időzítők és a számlálók közötti különbségek felismerése.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96100" y="346516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Egyszerű számlálós programok önálló tervezése.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96100" y="387280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Érzékelő jelek eseményalapú feldolgozása.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96100" y="428044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Valós ipari feladatok leképezése létra diagramban.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Oktatási célok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209925"/>
            <a:ext cx="171450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891855"/>
            <a:ext cx="171450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299495"/>
            <a:ext cx="171450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484215"/>
            <a:ext cx="171450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891855"/>
            <a:ext cx="171450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299495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22215"/>
            <a:ext cx="5334000" cy="230877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722215"/>
            <a:ext cx="5334000" cy="23087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065115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Alapvető fogalmak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3065115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Időzítő blokkok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1100" y="346516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Digitális jelek (bináris állapotok kezelése).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1100" y="387280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PLC ciklusidő és programvégrehajtás menete.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1100" y="428044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Fizikai bemenetek és kimenetek címzése.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96100" y="346516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Bekapcsolás-késleltető (TON).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96100" y="387280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Kikapcsolás-késleltető (TOF).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96100" y="428044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Impulzusgeneráló időzítő (TP).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Szükséges előismeretek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484215"/>
            <a:ext cx="171450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891855"/>
            <a:ext cx="171450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299495"/>
            <a:ext cx="171450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484215"/>
            <a:ext cx="171450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891855"/>
            <a:ext cx="171450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299495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46040"/>
            <a:ext cx="5334000" cy="20611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46040"/>
            <a:ext cx="5334000" cy="2061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Eseményalapú vezérlés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Az ipari automatizálásban gyakran nem az idő múlása, hanem a darabszám, a ciklusszám vagy az elhaladó termékek mennyisége a döntő tényező.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88940"/>
            <a:ext cx="488061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A pozitív él fogalma (0 → 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8515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PLC a jel folyamatos magas szintje helyett az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élvezérelt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átmenetet (0-ról 1-re váltást) figyeli, így elkerülhető a tartós nyomógomb lenyomás miatti hibás számlálás.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1. tanóra: Miért van szükség számlálókra?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98377"/>
            <a:ext cx="5410200" cy="275644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2498377"/>
            <a:ext cx="5410200" cy="275644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793652"/>
            <a:ext cx="609600" cy="609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3593752"/>
            <a:ext cx="506063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CTU (Count Up)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993802"/>
            <a:ext cx="48196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Felszámláló. Minden pozitív élre növeli a számláló aktuális értékét (CV), amíg el nem éri a beállított határt (PV), ekkor a Q kimenet aktívvá válik.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575" y="2793652"/>
            <a:ext cx="609600" cy="609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05575" y="3593752"/>
            <a:ext cx="506063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CTD (Count Down)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5575" y="3993802"/>
            <a:ext cx="48196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Leszámláló. Adott kezdőértékről indulva minden impulzusra csökkenti az aktuális értéket, amíg el nem éri a nullát.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987" y="2927002"/>
            <a:ext cx="257175" cy="3429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1787" y="2927002"/>
            <a:ext cx="257175" cy="3429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2. tanóra: CTU és CTD működése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271712"/>
            <a:ext cx="11049000" cy="320992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271712"/>
          <a:ext cx="11039474" cy="3209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860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4987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Paraméter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Megnevezés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Jelentés / Funkció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987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CU / CD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Count Up / Down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Felszámláló vagy leszámláló órajel (bemenet)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987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 / LD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Reset / Load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Alaphelyzetbe állítás vagy érték betöltése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987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PV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Preset Value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Előre beállított célérték (határérték)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987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CV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Current Value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Az aktuális számlálóérték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499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Q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Output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Kimeneti jel (akkor 1, ha a CV eléri a PV-t)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6262" y="2800350"/>
            <a:ext cx="20423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618630" y="2800350"/>
            <a:ext cx="28110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29696" y="2800350"/>
            <a:ext cx="61860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6262" y="3333750"/>
            <a:ext cx="20423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618630" y="3333750"/>
            <a:ext cx="28110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29696" y="3333750"/>
            <a:ext cx="61860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6262" y="3867150"/>
            <a:ext cx="20423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618630" y="3867150"/>
            <a:ext cx="28110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29696" y="3867150"/>
            <a:ext cx="61860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6262" y="4400550"/>
            <a:ext cx="20423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18630" y="4400550"/>
            <a:ext cx="28110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29696" y="4400550"/>
            <a:ext cx="61860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6262" y="4933950"/>
            <a:ext cx="20423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618630" y="4933950"/>
            <a:ext cx="28110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29696" y="4933950"/>
            <a:ext cx="61860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Számláló paraméterek és változók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85144"/>
            <a:ext cx="5334000" cy="25830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585144"/>
            <a:ext cx="5334000" cy="25830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CTUD (Up/Down Counter)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Kombinált számláló, amely külön bemenettel rendelkezik a felszámláláshoz (CU) és a leszámláláshoz (CD). Egyetlen blokkon belül kezeli a növelést és csökkentést.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2928044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Ipari felhasználás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96100" y="3328094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Zárt terek vagy raktárak aktuális készletének követése.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96100" y="3735734"/>
            <a:ext cx="43815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Parkolóhelyek szabad kapacitásának számolása (be- és kijárat).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96100" y="441766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Futószalagok darabszám-ellenőrzése.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3. tanóra: CTUD és gyakorlati alkalmazások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347144"/>
            <a:ext cx="171450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754784"/>
            <a:ext cx="171450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436715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06091"/>
            <a:ext cx="5334000" cy="314116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306091"/>
            <a:ext cx="5334000" cy="31411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648991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Feladat specifikáció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49041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Készítsünk létra diagramot (LAD), amely egy gombnyomásokat számláló logikát valósít meg: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Megvalósítási szempontok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Figyelni kell a gomblenyomások élvezérelt érzékelésére (R_TRIG / F_TRIG), hogy egyetlen hosszú nyomás ne számítson többszörös impulzusnak.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1100" y="3740497"/>
            <a:ext cx="43815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Pontosan 5 gombnyomás után egy jelzőlámpa bekapcsol.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1100" y="4422427"/>
            <a:ext cx="43815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Külön RESET gomb alkalmazása a számláló nullázásához.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4. tanóra: Programozási gyakorlat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759547"/>
            <a:ext cx="171450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441477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A feladat leírása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Egy optikai érzékelő minden elhaladó terméknél egy impulzust ad. Amikor a számláló eléri a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24. terméket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, a PLC azonnal állítsa le a szállítószalagot.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Újraindítás menete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kezelő által megnyomott RESET gomb hatására a rendszer törli a számlálót, és a futószalag automatikusan újraindulhat a következő ciklushoz.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Minta feladat: Futószalag vezérlés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33500" y="2520404"/>
            <a:ext cx="4667250" cy="1261020"/>
          </a:xfrm>
          <a:prstGeom prst="roundRect">
            <a:avLst>
              <a:gd name="adj" fmla="val 9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520404"/>
            <a:ext cx="4667250" cy="1261020"/>
          </a:xfrm>
          <a:prstGeom prst="roundRect">
            <a:avLst>
              <a:gd name="adj" fmla="val 9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333500" y="3971925"/>
            <a:ext cx="4667250" cy="1261020"/>
          </a:xfrm>
          <a:prstGeom prst="roundRect">
            <a:avLst>
              <a:gd name="adj" fmla="val 9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1250" y="3971925"/>
            <a:ext cx="4667250" cy="1261020"/>
          </a:xfrm>
          <a:prstGeom prst="roundRect">
            <a:avLst>
              <a:gd name="adj" fmla="val 9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33500" y="3771900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14525" y="2720429"/>
            <a:ext cx="3886200" cy="860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Közös hibakeresés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Logikai hibák és nem kívánt élérzékelések feltárása a kódban.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1250" y="3771900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72275" y="2720429"/>
            <a:ext cx="3886200" cy="860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Gyakorló feladatok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Különböző gyűjtő- és adagolórendszerek programozása.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33500" y="5223420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14525" y="4309020"/>
            <a:ext cx="354330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Rövid számonkérés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Elméleti és gyakorlati ismeretek ellenőrzése.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1250" y="5223420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72275" y="4171950"/>
            <a:ext cx="3886200" cy="860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Robusztus tervezés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Védelem a túlcsordulás és a hamis impulzusok ellen.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525" y="3041302"/>
            <a:ext cx="209550" cy="2190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3041302"/>
            <a:ext cx="266700" cy="2190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3525" y="4492823"/>
            <a:ext cx="209550" cy="2190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275" y="4492823"/>
            <a:ext cx="209550" cy="2190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5. tanóra: Összefoglalás és Gyakorlás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1. Időzítő vs. Számláló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Az időzítő az idő múlását (másodperc, milliszekundum) méri, míg a számláló diszkrét külső események vagy impulzusok számát rögzíti.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0773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2. Mit jelent a pozitív él?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730823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digitális jel 0-ról (alacsony szint) 1-re (magas szint) történő pillanatnyi átmenetét, amely indítja a számlálást.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Önellenőrző kérdések (1. rész)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88022"/>
            <a:ext cx="5334000" cy="177730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988022"/>
            <a:ext cx="5334000" cy="17773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33092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3. PV és CV szerepe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30972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PV (Preset Value) a célérték, ameddig számolunk, a CV (Current Value) pedig a számláló pillanatnyi aktuális értéke.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092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4. Mikor aktív a Q kimenet?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730972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CTU esetén akkor lesz aktív (1), ha az aktuális érték (CV) eléri vagy meghaladja az előre beállított célértéket (PV).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Önellenőrző kérdések (2. rész)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175" y="2890837"/>
            <a:ext cx="9391650" cy="19716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38325" y="3271837"/>
            <a:ext cx="857250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sz="2250" b="0" i="0" u="none">
                <a:solidFill>
                  <a:srgbClr val="0F172A"/>
                </a:solidFill>
                <a:latin typeface="Plus Jakarta Sans SemiBold"/>
              </a:rPr>
              <a:t>„A pontos számlálás az alapja minden darabszám-alapú minőségellenőrzésnek és logisztikai automatizálásnak.”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8750" y="4262437"/>
            <a:ext cx="17716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Plus Jakarta Sans Medium"/>
              </a:rPr>
              <a:t>— IAA Mérnöki Alapelv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Záró gondolat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734</Words>
  <Application>Microsoft Office PowerPoint</Application>
  <PresentationFormat>Szélesvásznú</PresentationFormat>
  <Paragraphs>89</Paragraphs>
  <Slides>14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14</vt:i4>
      </vt:variant>
    </vt:vector>
  </HeadingPairs>
  <TitlesOfParts>
    <vt:vector size="20" baseType="lpstr">
      <vt:lpstr>Arial</vt:lpstr>
      <vt:lpstr>Calibri</vt:lpstr>
      <vt:lpstr>Plus Jakarta Sans</vt:lpstr>
      <vt:lpstr>Plus Jakarta Sans Medium</vt:lpstr>
      <vt:lpstr>Plus Jakarta Sans SemiBold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Fazekas Zsolt</dc:creator>
  <cp:keywords/>
  <dc:description>generated using python-pptx</dc:description>
  <cp:lastModifiedBy>zsolt Fazekas</cp:lastModifiedBy>
  <cp:revision>1</cp:revision>
  <dcterms:created xsi:type="dcterms:W3CDTF">2013-01-27T09:14:16Z</dcterms:created>
  <dcterms:modified xsi:type="dcterms:W3CDTF">2026-08-02T06:06:19Z</dcterms:modified>
  <cp:category/>
</cp:coreProperties>
</file>