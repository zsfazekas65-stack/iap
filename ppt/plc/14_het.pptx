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0" y="2187029"/>
            <a:ext cx="453390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5406" y="2739479"/>
            <a:ext cx="9501187" cy="1215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784"/>
              </a:lnSpc>
            </a:pPr>
            <a:r>
              <a:rPr sz="4350" b="1" i="0" u="none">
                <a:solidFill>
                  <a:srgbClr val="0F172A"/>
                </a:solidFill>
                <a:latin typeface="Plus Jakarta Sans"/>
              </a:rPr>
              <a:t>Élérzékelés és impulzuskezelés (One Shot)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71625" y="4145309"/>
            <a:ext cx="90487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64748B"/>
                </a:solidFill>
                <a:latin typeface="Plus Jakarta Sans"/>
              </a:rPr>
              <a:t>PLC alapismeretek és ciklushelyes eseményfeldolgozás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3104257"/>
            <a:ext cx="9391650" cy="15448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485257"/>
            <a:ext cx="857250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PLC a változásra figyel. A jó programozó is.”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049017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 hét mottója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Ciklikus futás kihívása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program ciklikusan fut. Ha egy nyomógombot több másodpercig lenyomva tartunk, a vezérlő ugyanazt a jelet sok száz alkalommal dolgozza fel.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Az élérzékelés szerepe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Az élérzékelés gondoskodik arról, hogy a művelet a tartós fizikai jel ellenére kizárólag egyszer hajtódjon végre az állapotváltozás pillanatában.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Bevezetés és Alapelv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5144"/>
            <a:ext cx="5334000" cy="2583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85144"/>
            <a:ext cx="5334000" cy="25830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928044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Elméleti kompetenciák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65115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Gyakorlati készségek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3328094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pozitív és negatív él fogalmának pontos megértése.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3735734"/>
            <a:ext cx="4381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One Shot mechanizmus belső működésének átlátása.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44176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Impulzuskezelési elvek alkalmazása ipari környezetben.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346516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Élérzékelők használata számlálóknál és memóriáknál.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387280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Többszörös végrehajtásból adódó hibák megelőzése.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6100" y="4280445"/>
            <a:ext cx="43815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Megbízható impulzus alapú vezérlések programozása.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47144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754784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436715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484215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891855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429949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46040"/>
            <a:ext cx="5334000" cy="20611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46040"/>
            <a:ext cx="5334000" cy="2061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88940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Pozitív él (Rising Edge / 0 →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8515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jel alacsony szintről (0) magas szintre (1) történő pillanatnyi átmenete. Akkor aktív, amikor a gombot lenyomják vagy az érzékelő jelet 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88940"/>
            <a:ext cx="4880610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Negatív él (Falling Edge / 1 → 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8515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jel magas szintről alacsony szintre történő átmenete. Akkor vált ki eseményt, amikor a gombot felengedik vagy az alkatrész elhagyja az érzékelőt.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1. tanóra: A pozitív és negatív él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Működési elv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One Shot utasítás kizárólag egyetlen PLC ciklus idejére ad ki logikai igaz (1) jelet, függetlenül attól, hogy a bemenet mennyi ideig marad aktív.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Előnyök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Ezzel a módszerrel hatékonyan elkerülhető, hogy egy hosszú gombnyomás miatt egy számláló vagy regiszter tévesen többször növekedjen.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2. tanóra: One Shot (Egyszeri impulzus)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Különböző platformok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különböző PLC gyártók eltérő jelöléseket használnak az élérzékelésre (pl. Siemens: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R_TRIG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, más rendszerekben: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DIFU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vagy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PLS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Azonos alapelv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Bár a szintaxis eltérhet, az elvi működés minden ipari PLC családban teljesen azonos: egyetlen ciklusos impulzus generálása állapotváltáskor.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Műhelytitok: Gyártói elnevezések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8377"/>
            <a:ext cx="3530649" cy="27564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98377"/>
            <a:ext cx="3530649" cy="27564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98377"/>
            <a:ext cx="3530649" cy="275644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793652"/>
            <a:ext cx="609600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Optikai érzékelők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Futószalagon elhaladó termékek pontos, egyszeri megszámlálása fénykapu jelek alapján.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6024" y="2793652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602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Enkóderek &amp; Olvasók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602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Forgó rész-pozíciók vagy vonalkódolvasó trigger jeleinek ütemhelyes feldolgozása.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274" y="2793652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85274" y="3593752"/>
            <a:ext cx="308710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Automata raktárak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274" y="3993802"/>
            <a:ext cx="2940099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Pufferzónákba érkező tálcák és egységrakományok indító impulzusai.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312" y="2927002"/>
            <a:ext cx="390525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9374" y="2927002"/>
            <a:ext cx="342900" cy="3429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761" y="2927002"/>
            <a:ext cx="428625" cy="3429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3. tanóra: Ipari alkalmazások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Feladat specifikáció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Készíts olyan PLC programot, amely minden gombnyomásra pontosan egy impulzust állít elő, és megszámolja a gombnyomásokat.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Célkitűzés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program a tizedik érvényes impulzus (gombnyomás) után kapcsoljon be egy jelzőlámpát, kizárva a tartós nyomvatartásból eredő hibákat.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4. tanóra: Laborfeladat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520404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33350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1925"/>
            <a:ext cx="4667250" cy="1261020"/>
          </a:xfrm>
          <a:prstGeom prst="roundRect">
            <a:avLst>
              <a:gd name="adj" fmla="val 906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3350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1452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Élérzékelés hiánya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Számláló közvetlen kötése gombhoz, ami túlgyorsult számlálást okoz.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1250" y="377190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72275" y="2720429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Rossz él használata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Pozitív helyett negatív él (vagy fordítva) alkalmazása a logikában.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91452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Többszörös élérzékelő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Ugyanarra a bemenetre több élérzékelő blokk hívása egymástól függetlenül.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1250" y="5223420"/>
            <a:ext cx="466725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72275" y="4171950"/>
            <a:ext cx="3886200" cy="860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Plus Jakarta Sans"/>
              </a:rPr>
              <a:t>Nem megfelelő szűrés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Fizikai pergések (bouncing) szűretlen átengedése a programba.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3525" y="3041302"/>
            <a:ext cx="209550" cy="2190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041302"/>
            <a:ext cx="180975" cy="2190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3525" y="4492823"/>
            <a:ext cx="209550" cy="2190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4492823"/>
            <a:ext cx="238125" cy="219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5. tanóra: Tipikus programozási hibák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A feladat leírása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Tervezd meg egy futószalag vezérlését, amely optikai érzékelő segítségével számolja a termékeket élérzékeléssel.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Működési elvárás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Pontosan </a:t>
            </a:r>
            <a:r>
              <a:rPr sz="1350" b="1" i="0" u="none">
                <a:solidFill>
                  <a:srgbClr val="475569"/>
                </a:solidFill>
                <a:latin typeface="Plus Jakarta Sans"/>
              </a:rPr>
              <a:t>24 darab</a:t>
            </a:r>
            <a:r>
              <a:rPr sz="1350" b="0" i="0" u="none">
                <a:solidFill>
                  <a:srgbClr val="475569"/>
                </a:solidFill>
                <a:latin typeface="Plus Jakarta Sans"/>
              </a:rPr>
              <a:t> termék után állítsa le a szalagot, majd RESET gomb megnyomása után indítsa újra a ciklust.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Laborprojekt: Futószalag vezérlés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8022"/>
            <a:ext cx="5334000" cy="1777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88022"/>
            <a:ext cx="5334000" cy="1777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1. Mit nevezünk pozitív élnek?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digitális jel alacsony szintről (0) magas szintre (1) történő pillanatnyi átmenetét.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3092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2. Mit nevezünk negatív élnek?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730972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jel magas szintről alacsony szintre (1-ről 0-ra) történő pillanatnyi átmenetét.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(1.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50802"/>
            <a:ext cx="5334000" cy="20515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0802"/>
            <a:ext cx="5334000" cy="205159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330773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3. Mi a One Shot feladata?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30823"/>
            <a:ext cx="46482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Hogy egyetlen PLC ciklus idejére adjon aktív jelet, megakadályozva a tartós jel ismételt feldolgozását.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93702"/>
            <a:ext cx="488061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1E293B"/>
                </a:solidFill>
                <a:latin typeface="Plus Jakarta Sans SemiBold"/>
              </a:rPr>
              <a:t>4. Mi történik élérzékelés nélkül?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93752"/>
            <a:ext cx="46482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 PLC minden ciklusban (akár százszor másodpercenként) újraértékeli a lenyomott gombot, ami hibásan felpörgeti a számlálókat.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 (2. rész)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730996"/>
            <a:ext cx="9391650" cy="229135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38325" y="3111996"/>
            <a:ext cx="8572500" cy="1119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sz="2100" b="0" i="0" u="none">
                <a:solidFill>
                  <a:srgbClr val="0F172A"/>
                </a:solidFill>
                <a:latin typeface="Plus Jakarta Sans SemiBold"/>
              </a:rPr>
              <a:t>„A jó PLC-program nem a jel hosszát figyeli, hanem annak változását. Az automatizálásban gyakran a pillanatnyi állapotváltozás hordozza a legfontosabb információt.”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86312" y="4422278"/>
            <a:ext cx="26765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 Medium"/>
              </a:rPr>
              <a:t>— Integrált Automatika Akadémia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116014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Záró gondolat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665</Words>
  <Application>Microsoft Office PowerPoint</Application>
  <PresentationFormat>Szélesvásznú</PresentationFormat>
  <Paragraphs>69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0" baseType="lpstr">
      <vt:lpstr>Arial</vt:lpstr>
      <vt:lpstr>Calibri</vt:lpstr>
      <vt:lpstr>Plus Jakarta Sans</vt:lpstr>
      <vt:lpstr>Plus Jakarta Sans Medium</vt:lpstr>
      <vt:lpstr>Plus Jakarta Sans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2026-08-02T06:17:37Z</dcterms:modified>
  <cp:category/>
</cp:coreProperties>
</file>