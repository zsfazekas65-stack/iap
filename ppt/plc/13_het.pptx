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2187029"/>
            <a:ext cx="45339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73947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SET–RESET utasítások és bistabil vezérlések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145309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tartós állapotok biztonságos kezelése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vezérlés nem attól megbízható, hogy sok utasítást tartalmaz, hanem attól, hogy minden állapotváltozás egyértelműen meghatározott.”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42227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SET és RESET utasítások működésének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Öntartó kapcsolás és SET–RESET összehasonlítása.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Bistabil vezérlések elvi alapjainak elsajátítása.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Biztonságos programozási gyakorlat kialakítása.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Komplex ipari állapotok áttekinthető kezelése.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Hibamentes memóriakezelés alkalmazása.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421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3732"/>
            <a:ext cx="5334000" cy="2325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3732"/>
            <a:ext cx="5334000" cy="2325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5663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Tartós állapotok kezelése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6682"/>
            <a:ext cx="46482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Ebben a fejezetben megismerjük a SET és RESET utasításokat, amelyek segítségével a PLC tartós állapotokat tud kezelni a bemeneti jelek megszűnte után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Kapcsolódás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téma szorosan kapcsolódik a memóriabitek (M bitek) és az öntartó kapcsolások működéséhez, de hatékonyabb alternatívát nyújt nagyobb rendszerekben.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Előzmények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SET (Set Bit)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SET utasítás bekapcsol egy memóriabitet, amely aktív (1) marad akkor is, amikor az indító jel már megszűnt, egészen addig, amíg...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RESET (Reset 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...a RESET utasítás ki nem kapcsolja (0-ba nem állítja). Ez a két utasítás együtt biztosítja a tartós és fix állapotok megbízható tárolását.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A SET és RESET működése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05112"/>
            <a:ext cx="11049000" cy="21431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05112"/>
          <a:ext cx="11039473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0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Tulajdonság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Öntartó kapcsolás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SET–RESET utasítás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Logikai felépítés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Záró érintkező párhuzamosan a START-tal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Különálló SET és RESET blokkok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Állapotmegőrzés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 logikai áramút fennmaradásáig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Kifejezett utasításig (memóriában rögzítve)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Áttekinthetőség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Kisebb feladatoknál átlátható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Nagyobb rendszerekben strukturáltabb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33750"/>
            <a:ext cx="2157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34121" y="3333750"/>
            <a:ext cx="4371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05501" y="3333750"/>
            <a:ext cx="4510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867150"/>
            <a:ext cx="2157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34121" y="3867150"/>
            <a:ext cx="4371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05501" y="3867150"/>
            <a:ext cx="4510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400550"/>
            <a:ext cx="2157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34121" y="4400550"/>
            <a:ext cx="4371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05501" y="4400550"/>
            <a:ext cx="4510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Öntartás vagy SET–RESET?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Két stabil állapot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bistabil vezérlés két stabil állapottal rendelkezik: BE (aktív) és KI (inaktív). A START parancs SET, a STOP parancs RESET utasítást hajt végre.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Ipari elterjedtség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Ezt a logikát széles körben alkalmazzák motorok, szivattyúk, szelepek és különböző ipari gépek biztonságos és stabil vezérlésében.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Bistabil vezérlések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Közvetlen vezérlés veszélye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START nyomógomb ipari környezetben ritkán kapcsol közvetlenül kimenetet. Szinte mindig egy belső állapotot módosít.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Biztonsági feltételek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Ezt a belső állapotot később több biztonsági feltétel (vészleállító, védőburkolat, hővédelem) is ellenőrzi a gép indulása előtt.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Bezárandó körök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 olyan vezérlést, ahol START-ra indul a motor, STOP-ra leáll, túlterhelés esetén RESET történik...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Áramszünet utáni 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...áramszünet után pedig kizárólag új START paranccsal indulhat újra (megakadályozva az akaratlan, veszélyes önműködő visszakapcsolást).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Gyakorlati feladat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502"/>
            <a:ext cx="3530649" cy="30421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502"/>
            <a:ext cx="3530649" cy="30421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502"/>
            <a:ext cx="3530649" cy="30421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50777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50877"/>
            <a:ext cx="308710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Robotcellák &amp; Kompresszorok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36677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Automatizált cellák és sűrített levegő rendszerek indító-leállító logikája.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650777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450877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Szállítószalagok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850927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Folytonos anyagmozgató vonalak blokkolásmentes vezérlése.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650777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450877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Épületfelügyelet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850927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Szellőztető gépházak és automata kapuk biztonsági reteszelései.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784127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811" y="2784127"/>
            <a:ext cx="390525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Ipari alkalmazások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Többszörös SET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Ugyanaz a memória több helyen kap SET utasítást, felülírva a logikát.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Hiányzó RESET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Nincs definiálva feltétel a bit törlésére, így a gép beragad.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Egyidejű SET–RESET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Ugyanazon ciklusban ellentmondásos utasítást kap a regiszter.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Nem beszédes nevek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Titkosított, áttekinthetetlen memória-címzések használata.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programozási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feladat leírása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Tervezd meg egy ipari szivattyú vezérlését START, STOP, vészleállító (NC) és túlterhelés bemenetek felhasználásával.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Elvárások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Használj SET–RESET logikát a szivattyú állapotának tárolására, és dokumentáld pontosan a belső memóriaállapotokat a szoftverben.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Laborfeladat: Szivattyú vezérlése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 SET utasítás feladata?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memóriabitet vagy kimenetet bekapcsolni és aktív állapotban tartani a bemeneti jel megszűnte után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 a RESET utasítás feladata?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SET-elt bit vagy kimenet kikapcsolása, azaz alaphelyzetbe (0) állítása a feltétel teljesülésekor.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Öntartás vs. SET–RESET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öntartó kapcsolás fizikai áramutat igényel a logikában, míg a SET–RESET explicit utasításokkal kezeli a memóriát.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Milyen hibákat kell elkerülni?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többszörös SET-elést, a hiányzó RESET feltételeket és az egy ciklusban történő ellentmondásos vezérlést.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PLC akkor válik megbízhatóvá, ha minden állapotváltozásnak pontos oka van. A jó mérnök nemcsak az indítást tervezi meg, hanem a biztonságos leállítást is.”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42227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Szélesvásznú</PresentationFormat>
  <Paragraphs>82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2026-08-02T06:14:36Z</dcterms:modified>
  <cp:category/>
</cp:coreProperties>
</file>