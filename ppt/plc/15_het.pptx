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2187029"/>
            <a:ext cx="453390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739479"/>
            <a:ext cx="9501187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Léptető vezérlések és egyszerű állapotgépek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4145309"/>
            <a:ext cx="9048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Step Sequence és State Machine alapú programozás PLC-ben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917626"/>
            <a:ext cx="9391650" cy="191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98626"/>
            <a:ext cx="85725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jó vezérlés nem gyors, hanem kiszámítható. Minden műveletnek megvan a helye és az ideje.”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23564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mottója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gép működése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modern ipari gépek működése egymásra épülő lépésekből áll. A PLC feladata nem csupán a kimenetek kapcsolása, hanem a sorrendhelyesség biztosítása.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Léptető vezérlés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Ezt a logikai struktúrát léptető vezérlésnek vagy állapotgép alapú vezérlésnek nevezzük, amely strukturált és áttekinthető keretet 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és Alapelvek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5144"/>
            <a:ext cx="5334000" cy="2583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5144"/>
            <a:ext cx="5334000" cy="2583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állapotgép (State Machine) fogalmának megértése.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léptető vezérlés belső működésének elsajátítása.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Állapotátmenetek és feltételek precíz tervezése.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328094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Egyszerű automatikus ciklusok készítése PLC-ben.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735734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SET-RESET és memóriabitek alkalmazása lépésekhez.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14337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Áttekinthető, hibamentes programstruktúra kialakítása.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8421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9185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7144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54784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6242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Egyedi aktív lépés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a programfutás során mindig csak egyetlen aktív lépést hajt végre, így a kimenetek vezérlése sosem ütközik egymással.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Átmeneti feltétel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Ha az átmeneti feltétel teljesül (érzékelő, időzítő vagy kezelői parancs jele), a vezérlés automatikusan a következő lépésre vált.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Mi a léptető vezérlés?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Meghatározott fázisok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rendszer minden pillanatban egy pontosan definiált állapotban tartózkodik (pl. Várakozás, Indítás, Működés, Hiba).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Eseményalapú váltás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állapotok közötti átmeneteket jól definiált, egyértelmű események és külső visszajelzések váltják ki.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Állapotgépek (State Machine)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38412"/>
            <a:ext cx="11049000" cy="2676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38412"/>
          <a:ext cx="11039474" cy="2676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7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Állapot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Művelet / Tevékenység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Következő lépés feltétele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Állapot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Várakozás alaphelyzetben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START gomb megnyomása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Állapot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Motor indul / Szalag fut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Optikai érzékelő jele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Állapot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Munkahenger előremozgás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Időzítő lejárta (idő kitöltve)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Állapot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Visszaállás alaphelyzetbe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Ciklus vége / Végálláskapcsoló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67050"/>
            <a:ext cx="1981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57462" y="3067050"/>
            <a:ext cx="42707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28234" y="3067050"/>
            <a:ext cx="4787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600450"/>
            <a:ext cx="1981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57462" y="3600450"/>
            <a:ext cx="42707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28234" y="3600450"/>
            <a:ext cx="4787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4133850"/>
            <a:ext cx="1981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57462" y="4133850"/>
            <a:ext cx="42707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28234" y="4133850"/>
            <a:ext cx="4787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667250"/>
            <a:ext cx="1981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7462" y="4667250"/>
            <a:ext cx="42707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28234" y="4667250"/>
            <a:ext cx="4787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Állapotdiagram és folyamat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ciklus menete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Tervezzük meg az alábbi sorrendet állapotgéppel: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START → Nyitás → Nyitott végállás → Várakozás → Zárás → Zárt végállás → Alaphelyzet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Megvalósítás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Használjunk memóriabiteket a lépések tárolására, valamint biztonsági szenzorokat a megszakítások kezelésére.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Laborfeladat: Automata kapu vezérlés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Palackozó &amp; Csomagolás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Töltőállomások, adagolók és fóliázógépek szigorú sorrendű ciklusai.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Robotcellák &amp; Prések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CNC kiszolgálás, biztonságos présgép ciklusok és anyagkezelő sorok.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Automata raktárak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Felrakógépek, emelőoszlopok és átrakóállomások vezérlései.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927002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6512" y="2927002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761" y="2927002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Ipari alkalmazási területek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6515"/>
            <a:ext cx="5334000" cy="20801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36515"/>
            <a:ext cx="5334000" cy="2080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Lépések láncolata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programban a lépések aktiválása SET, míg a továbblépés a megelőző lépés törlésével (RESET) történik.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794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Példa részlet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79465"/>
            <a:ext cx="4648200" cy="851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S1 aktív AND Start → M1 SET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M1 aktív AND Érzékelő → M2 SET, M1 RESET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M2 aktív AND Időzítő → M3 SET, M2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Ladder logika megvalósítás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Két lépés egyszerre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Több állapotbit marad aktív egyidejűleg a rossz RESET miatt.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Hiányzó feltétel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gép megáll egy lépésnél, mert az átmeneti feltétel nem teljesül.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Nincs hibaállapot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Hibás érzékelő esetén a gép végtelen hurokba vagy holtpontra fut.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Elmaradt alaphelyzet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ciklus végén a rendszer nem tér vissza a biztonságos kezdőállapotba.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4492823"/>
            <a:ext cx="2095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Tipikus programozási hibák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specifikáció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Készítsünk állapotdiagramot és PLC logikát egy automata palackozó állomáshoz, amely érzékelőt, időzítőt és SET–RESET utasításokat használ.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Elvárások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palack érkezése indítja a töltést, a beállított idő elteltével leáll a szelepek vezérlése, és a szalag továbbítva a következő palackot.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Mini projekt: Palackozó állomás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 a léptető vezérlés?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Olyan folyamatvezérlés, amely egymásra épülő lépésekre bontja a működést, és egyszerre mindig csak egy lépést hajt végre.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Mit jelent az állapotgép?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Olyan modellt, ahol a rendszer szigorúan definiált állapotokban létezik, és az átmeneteket egyértelmű események váltják ki.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Milyen események váltanak állapotot?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Végálláskapcsolók, optikai érzékelők, időzítők lejárta, számlálók elérése vagy külső kezelői parancsok.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Hogyan segíti a hibakeresést?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Mivel pontosan tudjuk, hogy a gép melyik lépésben tartózkodik, a hibák (pl. megakadt szenzor) azonnal lokalizálhatók.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544365"/>
            <a:ext cx="9391650" cy="26646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2925365"/>
            <a:ext cx="8572500" cy="1493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jó PLC-program nem utasítások gyűjteménye, hanem egy átgondolt folyamatmodell. Ha minden állapotnak egyértelmű célja és kilépési feltétele van, a rendszer megbízható és könnyen karbantartható lesz.”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608909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682</Words>
  <Application>Microsoft Office PowerPoint</Application>
  <PresentationFormat>Szélesvásznú</PresentationFormat>
  <Paragraphs>85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2026-08-02T06:20:22Z</dcterms:modified>
  <cp:category/>
</cp:coreProperties>
</file>