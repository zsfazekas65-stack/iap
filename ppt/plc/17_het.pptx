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96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8575" y="1883122"/>
            <a:ext cx="4514850" cy="323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45406" y="2435572"/>
            <a:ext cx="9501187" cy="1822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784"/>
              </a:lnSpc>
            </a:pPr>
            <a:r>
              <a:rPr sz="4350" b="1" i="0" u="none">
                <a:solidFill>
                  <a:srgbClr val="0F172A"/>
                </a:solidFill>
                <a:latin typeface="Plus Jakarta Sans"/>
              </a:rPr>
              <a:t>Kézi (MANUAL), Automata (AUTO) és Karbantartási (SERVICE) üzemmódok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1625" y="4449067"/>
            <a:ext cx="90487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64748B"/>
                </a:solidFill>
                <a:latin typeface="Plus Jakarta Sans"/>
              </a:rPr>
              <a:t>PLC alapismeretek és biztonságos gépkezelési struktúrák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175" y="2917626"/>
            <a:ext cx="9391650" cy="1918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38325" y="3298626"/>
            <a:ext cx="8572500" cy="746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sz="2100" b="0" i="0" u="none">
                <a:solidFill>
                  <a:srgbClr val="0F172A"/>
                </a:solidFill>
                <a:latin typeface="Plus Jakarta Sans SemiBold"/>
              </a:rPr>
              <a:t>„A megfelelő üzemmód kiválasztása ugyanolyan fontos, mint maga a vezérlés.”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86312" y="4235648"/>
            <a:ext cx="26765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Plus Jakarta Sans Medium"/>
              </a:rPr>
              <a:t>— Integrált Automatika Akadémia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A hét mottója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Eltérő élethelyzetek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Az ipari gépek működése során teljesen eltérő feladatok jelentkeznek üzembe helyezéskor, termelés közben és karbantartáskor.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A PLC feladata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PLC-programnak ezeket a fázisokat szigorúan elválasztva, biztonságosan kell kezelnie a megfelelő üzemmódok biztosításával.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Bevezetés és Alapelvek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10854"/>
            <a:ext cx="5334000" cy="313164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310854"/>
            <a:ext cx="5334000" cy="31316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653754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Elméleti kompetenciák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28044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Gyakorlati készségek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1100" y="3053804"/>
            <a:ext cx="43815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Az üzemmódok szerepének és hierarchiájának megértése.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1100" y="3735734"/>
            <a:ext cx="43815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MANUAL, AUTO és SERVICE módok pontos megkülönböztetése.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1100" y="4417665"/>
            <a:ext cx="43815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Biztonságos üzemmódváltási feltételek megtervezése.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96100" y="3328094"/>
            <a:ext cx="43815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Üzemmódválasztó PLC-logika készítése memóriabiteken.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96100" y="401002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Kölcsönös kizárás (mutually exclusive) programozása.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96100" y="441766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Kezelői felület (HMI) integráció tervezése.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Tanulási célok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072854"/>
            <a:ext cx="171450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754784"/>
            <a:ext cx="171450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436715"/>
            <a:ext cx="171450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347144"/>
            <a:ext cx="171450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029075"/>
            <a:ext cx="171450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436715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13732"/>
            <a:ext cx="5334000" cy="23258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713732"/>
            <a:ext cx="5334000" cy="2325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05663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Cél és funkció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56682"/>
            <a:ext cx="464820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kezelő egyenként vezérli a hajtásokat, szelepeket és munkahengereket gombok segítségével. Ez a mód elsősorban beállításra, tesztelésre és előkészítésre szolgál.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Biztonsági korlátok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Kézi üzemmódban az automata ciklusok tiltva vannak, de a fizikai határértékek (végállások, vészleállítók) továbbra is aktívak maradnak.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1–2. tanóra: MANUAL (Kézi) üzemmód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Önálló folyamatvezérlés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PLC belső állapotgépe önállóan, emberi beavatkozás nélkül hajtja végre a technológiai sorozatot aSTART parancs kiadása után.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A kezelő szerepe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kezelő kizárólag a folyamat indítására (START), leállítására (STOP) vagy hibakezelésére (RESET) adhat parancsot, a részleteket a PLC intézi.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3. tanóra: AUTO (Automata) üzemmód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330773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Diagnosztika és javítás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30823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karbantartó ellenőrzi a szenzorok jeleit, kimenetek működését, kalibrál vagy alkatrészt cserél a gépben.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Kiemelt biztonság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Ebben a módban szigorú jogosultsági szintek és lassított, felügyelt mozgások engedélyezettek a személyi sérülések elkerülése érdekében.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4. tanóra: SERVICE (Karbantartási) üzemmód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Váltás feltételei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Üzemmódot váltani kizárólag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hibamentes állapotban, álló gépnél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és minden biztonsági feltétel teljesülése után szabad.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0773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Logikai megvalósítás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730823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programban biztosítani kell, hogy egyszerre soha ne lehessen egynél több üzemmód aktív (kölcsönös kizárás).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5. tanóra: Biztonságos üzemmódváltás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805112"/>
            <a:ext cx="11049000" cy="214312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805112"/>
          <a:ext cx="11039473" cy="2143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4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26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72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49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5781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Üzemmód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Cél / Feladat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Vezérlés jellege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Főbb jogosultság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781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MANUAL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Beállítás, teszt, előkészítés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Egyedi elemek kézi indítása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Operátor / Beállító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781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AUTO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Sorozatgyártás, termelés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Állapotgép / Automata ciklus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Operátor (Start / Stop)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78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SERVICE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Karbantartás, javítás, kalibrálás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Mélyszintű diagnosztika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Karbantartó / Szerviz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6262" y="3333750"/>
            <a:ext cx="15746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150864" y="3333750"/>
            <a:ext cx="34426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593556" y="3333750"/>
            <a:ext cx="33072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900814" y="3333750"/>
            <a:ext cx="271492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6262" y="3867150"/>
            <a:ext cx="15746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150864" y="3867150"/>
            <a:ext cx="34426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593556" y="3867150"/>
            <a:ext cx="33072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900814" y="3867150"/>
            <a:ext cx="271492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6262" y="4400550"/>
            <a:ext cx="15746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150864" y="4400550"/>
            <a:ext cx="34426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593556" y="4400550"/>
            <a:ext cx="33072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900814" y="4400550"/>
            <a:ext cx="271492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Üzemmódok összehasonlító táblázata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98377"/>
            <a:ext cx="3530649" cy="275644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498377"/>
            <a:ext cx="3530649" cy="275644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498377"/>
            <a:ext cx="3530649" cy="275644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793652"/>
            <a:ext cx="609600" cy="609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593752"/>
            <a:ext cx="308710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Robotcellák &amp; CNC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993802"/>
            <a:ext cx="2940099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Kézi betanítás, automata programfuttatás és szerviz kalibrációs módok.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6024" y="2793652"/>
            <a:ext cx="609600" cy="609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26024" y="3593752"/>
            <a:ext cx="308710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Csomagolás &amp; Raktár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024" y="3993802"/>
            <a:ext cx="2940099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Szalagok tesztelése, automata üzemmenet és karbantartói zónák.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5274" y="2793652"/>
            <a:ext cx="609600" cy="609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85274" y="3593752"/>
            <a:ext cx="308710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Szivattyútelepek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274" y="3993802"/>
            <a:ext cx="2940099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Kézi próbaindítás, automata szintszabályozás és felügyeleti szerviz mód.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7262" y="2927002"/>
            <a:ext cx="428625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35562" y="2927002"/>
            <a:ext cx="390525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4811" y="2927002"/>
            <a:ext cx="390525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Ipari alkalmazási területek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33500" y="2520404"/>
            <a:ext cx="4667250" cy="1261020"/>
          </a:xfrm>
          <a:prstGeom prst="roundRect">
            <a:avLst>
              <a:gd name="adj" fmla="val 9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520404"/>
            <a:ext cx="4667250" cy="1261020"/>
          </a:xfrm>
          <a:prstGeom prst="roundRect">
            <a:avLst>
              <a:gd name="adj" fmla="val 9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333500" y="3971925"/>
            <a:ext cx="4667250" cy="1261020"/>
          </a:xfrm>
          <a:prstGeom prst="roundRect">
            <a:avLst>
              <a:gd name="adj" fmla="val 9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1250" y="3971925"/>
            <a:ext cx="4667250" cy="1261020"/>
          </a:xfrm>
          <a:prstGeom prst="roundRect">
            <a:avLst>
              <a:gd name="adj" fmla="val 9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33500" y="3771900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14525" y="2720429"/>
            <a:ext cx="3886200" cy="860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Több mód egyszerre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Két üzemmód bit is aktív marad a hiányzó reteszelés miatt.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1250" y="3771900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72275" y="2720429"/>
            <a:ext cx="3886200" cy="860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Mozgás közbeni váltás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Üzemmódváltás fázisában rántás vagy váratlan mozgás történik.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33500" y="5223420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14525" y="4171950"/>
            <a:ext cx="3886200" cy="860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Hiányzó védelem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SERVICE módban véletlenül kikapcsolt biztonsági funkciók.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1250" y="5223420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72275" y="4171950"/>
            <a:ext cx="3886200" cy="860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Nincs visszajelzés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A kezelő nem látja egyértelműen a HMI-n az aktuális üzemmódot.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525" y="3041302"/>
            <a:ext cx="209550" cy="2190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3041302"/>
            <a:ext cx="180975" cy="2190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275" y="4492823"/>
            <a:ext cx="209550" cy="2190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Tipikus programozási hibák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Kulcsos kapcsolók &amp; HMI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modern ipari gépeken az üzemmódváltást fizikai kulcsos kapcsolóval vagy jelszóval védett HMI érintőképernyős menüvel korlátozzák.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Veszélyek elkerülése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Ez megakadályozza, hogy illetéktelen személyek (pl. betanított munkás) szerviz vagy kézi üzemmódba kapcsolják a berendezést termelés közben.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Műhelytitok: Jogosultsági szintek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330773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1. Mi a MANUAL mód feladata?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30823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Az egyes hajtások és munkahengerek egyedi, kézi vezérlése beállítás, tesztelés és előkészítés céljából.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2. Miben különbözik az AUTO módtól?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AUTO módban a PLC önállóan, állapotgép szerint futtatja a teljes technológiai folyamatot kezelői beavatkozás nélkül.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Önellenőrző kérdések (1. rész)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88022"/>
            <a:ext cx="5334000" cy="177730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988022"/>
            <a:ext cx="5334000" cy="17773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33092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3. Mire használjuk a SERVICE módot?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30972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Karbantartási munkákhoz, szenzorok teszteléséhez, kalibráláshoz és hibakereséshez.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092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4. Miért csak egy mód lehet aktív?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730972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Hogy elkerüljük az ellentmondásos parancsokat és a veszélyes üzemállapotokat a gépben.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Önellenőrző kérdések (2. rész)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175" y="2730996"/>
            <a:ext cx="9391650" cy="22913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38325" y="3111996"/>
            <a:ext cx="8572500" cy="1119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sz="2100" b="0" i="0" u="none">
                <a:solidFill>
                  <a:srgbClr val="0F172A"/>
                </a:solidFill>
                <a:latin typeface="Plus Jakarta Sans SemiBold"/>
              </a:rPr>
              <a:t>„A professzionális PLC-program egyik ismertetőjele, hogy minden üzemmódnak világos célja, egyértelmű jogosultsága és biztonságos működése van.”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86312" y="4422278"/>
            <a:ext cx="26765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Plus Jakarta Sans Medium"/>
              </a:rPr>
              <a:t>— Integrált Automatika Akadémia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Záró gondolat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658</Words>
  <Application>Microsoft Office PowerPoint</Application>
  <PresentationFormat>Szélesvásznú</PresentationFormat>
  <Paragraphs>86</Paragraphs>
  <Slides>15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15</vt:i4>
      </vt:variant>
    </vt:vector>
  </HeadingPairs>
  <TitlesOfParts>
    <vt:vector size="21" baseType="lpstr">
      <vt:lpstr>Arial</vt:lpstr>
      <vt:lpstr>Calibri</vt:lpstr>
      <vt:lpstr>Plus Jakarta Sans</vt:lpstr>
      <vt:lpstr>Plus Jakarta Sans Medium</vt:lpstr>
      <vt:lpstr>Plus Jakarta Sans SemiBold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Fazekas Zsolt</dc:creator>
  <cp:keywords/>
  <dc:description>generated using python-pptx</dc:description>
  <cp:lastModifiedBy>zsolt Fazekas</cp:lastModifiedBy>
  <cp:revision>1</cp:revision>
  <dcterms:created xsi:type="dcterms:W3CDTF">2013-01-27T09:14:16Z</dcterms:created>
  <dcterms:modified xsi:type="dcterms:W3CDTF">2026-08-02T06:30:42Z</dcterms:modified>
  <cp:category/>
</cp:coreProperties>
</file>