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0388" y="2562225"/>
            <a:ext cx="9791223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Integrált </a:t>
            </a:r>
            <a:r>
              <a:rPr sz="4200" b="1" i="0" u="none" dirty="0" err="1">
                <a:solidFill>
                  <a:srgbClr val="F8FAFC"/>
                </a:solidFill>
                <a:latin typeface="Space Grotesk"/>
              </a:rPr>
              <a:t>Automati</a:t>
            </a:r>
            <a:r>
              <a:rPr lang="hu-HU" sz="4200" b="1" i="0" u="none" dirty="0" err="1">
                <a:solidFill>
                  <a:srgbClr val="F8FAFC"/>
                </a:solidFill>
                <a:latin typeface="Space Grotesk"/>
              </a:rPr>
              <a:t>ka</a:t>
            </a:r>
            <a:r>
              <a:rPr lang="hu-HU" sz="4200" b="1" i="0" u="none" dirty="0">
                <a:solidFill>
                  <a:srgbClr val="F8FAFC"/>
                </a:solidFill>
                <a:latin typeface="Space Grotesk"/>
              </a:rPr>
              <a:t> Program</a:t>
            </a:r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 (IA</a:t>
            </a:r>
            <a:r>
              <a:rPr lang="hu-HU" sz="4200" b="1" i="0" u="none" dirty="0">
                <a:solidFill>
                  <a:srgbClr val="F8FAFC"/>
                </a:solidFill>
                <a:latin typeface="Space Grotesk"/>
              </a:rPr>
              <a:t>P</a:t>
            </a:r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0770" y="3381375"/>
            <a:ext cx="367045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Space Grotesk Medium"/>
              </a:rPr>
              <a:t>PLC Alapismeretek –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4650" y="4010025"/>
            <a:ext cx="6362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jövő automatizálási mérnöke – Tudás, szemlélet és folyamatos fejlődés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71800"/>
            <a:ext cx="5324475" cy="1943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128962"/>
            <a:ext cx="5324475" cy="1628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267075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A hét mottója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676650"/>
            <a:ext cx="47339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1" u="none">
                <a:solidFill>
                  <a:srgbClr val="F8FAFC"/>
                </a:solidFill>
                <a:latin typeface="Plus Jakarta Sans"/>
              </a:rPr>
              <a:t>„A jó mérnök nemcsak megoldja a mai problémákat, hanem felkészül a holnap kihívásaira is.”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424237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A világ nagy kérdése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833812"/>
            <a:ext cx="47339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8FAFC"/>
                </a:solidFill>
                <a:latin typeface="Plus Jakarta Sans"/>
              </a:rPr>
              <a:t>Milyen tudással és készségekkel lesz sikeres a jövő automatizálási szakembere?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29565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45281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A hét fókuszában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924050"/>
            <a:ext cx="11029950" cy="40386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924050"/>
          <a:ext cx="11020424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7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94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Év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Mérföldkő / Fejlődési szakasz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Relés vezérlések és korai ipari automatizálás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PLC (Programozható Logikai Vezérlők) megjelenése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SCADA rendszerek és ipari felügyelet elterjedése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Ipari Ethernet és valós idejű hálózatok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Ipar 4.0, digitalizáció és IoT integráció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94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Napjaink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Mesterséges intelligencia (AI) és Smart Factory megoldások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519362"/>
            <a:ext cx="20325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18333" y="2519362"/>
            <a:ext cx="8987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787" y="3090862"/>
            <a:ext cx="20325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18333" y="3090862"/>
            <a:ext cx="8987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787" y="3662362"/>
            <a:ext cx="20325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18333" y="3662362"/>
            <a:ext cx="8987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4233862"/>
            <a:ext cx="20325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18333" y="4233862"/>
            <a:ext cx="8987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787" y="4805362"/>
            <a:ext cx="20325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18333" y="4805362"/>
            <a:ext cx="8987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787" y="5376862"/>
            <a:ext cx="20325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18333" y="5376862"/>
            <a:ext cx="8987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A technika története és fejlődése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7525"/>
            <a:ext cx="5324475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57525"/>
            <a:ext cx="5324475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352800"/>
            <a:ext cx="4970621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Úttörők és példaképek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Richard Morley, Joseph Engelberger, Nikola Tesla, Konrad Zuse, Gordon Moore és Tim Berners-Lee munkássága alapozta meg a modern automatizálást és informatikát.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352800"/>
            <a:ext cx="4970621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Tanulási célok ezen a héten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A jövő automatizálási mérnökének feladatai, kulcsfontosságú tudásterületei, valamint a folyamatos, tudatos fejlődés jelentőségének megismerése.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381375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381375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Példaképek &amp; Tanulási célok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33600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43125"/>
            <a:ext cx="53054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00337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Szakmai tudás: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Villamos ismeretek, PLC programozás, robotika és kiberbiztonság.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6137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Kulcskészségek: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Problémamegoldás, logikus gondolkodás és csapatmunka.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71937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Kommunikáció: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Dokumentálás, idegen nyelvek ismerete és hatásos prezentálás.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7737"/>
            <a:ext cx="4991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Szemlélet: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Önálló tanulás és nyitottság az új technológiákra.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73367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41947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052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91075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Elméleti alapok és készségek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7525"/>
            <a:ext cx="5324475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57525"/>
            <a:ext cx="5324475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352800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Élethosszig tartó tanulás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Az automatizálás viharos fejlődése miatt elengedhetetlen az új technológiák, szabványok és szoftverek folyamatos, proaktív követése.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352800"/>
            <a:ext cx="4970621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Ipari esettanulmány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Egy robotcella bevezetésén villamos-, gépész-, automatizálási és informatikai szakemberek dolgoznak szorosan együtt, közös célok mentén.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3813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381375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Élethosszig tartó tanulás és ipari gyakorlat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7525"/>
            <a:ext cx="5324475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57525"/>
            <a:ext cx="5324475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352800"/>
            <a:ext cx="4970621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Laborfeladat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Készítsen ötéves szakmai fejlődési tervet konkrét tanulási célokkal, képzésekkel és megszerezni kívánt tanúsítványokkal.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352800"/>
            <a:ext cx="4970621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Tervezési példa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Állítson össze projektcsapatot egy automatizálási beruházáshoz, és határozza meg precízen az egyes szerepkörök feladatait.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3813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381375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Laborfeladat és tervezési példa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7525"/>
            <a:ext cx="5324475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57525"/>
            <a:ext cx="5324475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352800"/>
            <a:ext cx="4970621" cy="2667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Műhelytitok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A legjobb mérnökök nem minden választ tudnak fejből, hanem hatékonyan keresnek, kritikus szemmel ellenőriznek és alkalmaznak információt.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352800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Tipikus hibák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A tanulás idő előtti abbahagyása, a részletes dokumentáció mellőzése, valamint a csapatmunka és a kiberbiztonság alábecsülése.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381375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38137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Műhelytitok és tipikus hibák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7525"/>
            <a:ext cx="5324475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186112"/>
            <a:ext cx="5324475" cy="1514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352800"/>
            <a:ext cx="4970621" cy="2667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IAA Mesterfeladat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62375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Készítsen személyes szakmai portfóliót, amely tartalmazza jelenlegi tudását, fejlesztési céljait és jövőbeli szakmai terveit.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481387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Gondolkodjunk mérnökként!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890962"/>
            <a:ext cx="4733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F8FAFC"/>
                </a:solidFill>
                <a:latin typeface="Plus Jakarta Sans"/>
              </a:rPr>
              <a:t>„A kíváncsiság és a folyamatos fejlődés minden korszerű mérnök legfontosabb eszköze.”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381375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50996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IAA Mesterfeladat &amp; Mérnöki szemlélet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00238"/>
            <a:ext cx="5324475" cy="1685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985194"/>
            <a:ext cx="5324475" cy="143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700" b="0" i="0" u="none">
                <a:solidFill>
                  <a:srgbClr val="F8FAFC"/>
                </a:solidFill>
                <a:latin typeface="Space Grotesk"/>
              </a:rPr>
              <a:t>„A diploma csak a kezdet. A valódi fejlődés minden új projekt során történik.”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663231"/>
            <a:ext cx="12573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— IAA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3395513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Önellenőrző kérdések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805088"/>
            <a:ext cx="47339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1. Milyen tudásterületeket kell ismernie egy mérnöknek?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2. Miért fontos a folyamatos tanulás?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3. Milyen szerepe van a csapatmunkának és a dokumentációnak?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424088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Mérnöki idézet és önellenőrzés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214687"/>
            <a:ext cx="5324475" cy="1457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186112"/>
            <a:ext cx="5324475" cy="1514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509962"/>
            <a:ext cx="4970621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Szakkifejezések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919537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PLC, HMI, SCADA, MES, ERP, IIoT, OPC UA, AI, VFD és Edge Computing – a tanév során megismert alapvető fogalmak.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481387"/>
            <a:ext cx="497062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Következő hét (36. hét)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890962"/>
            <a:ext cx="4733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Komplex záró projekt: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Egy teljes automatizálási rendszer megtervezése a tanultak alapján.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538537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50996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Szakkifejezések &amp; Következő hét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052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712368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https://ifactoryapp.com/article/manage-post-2k26/uploads/future-of-smart-manufacturing-ai-trends-industrial-transformation-2026.png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945731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ifactoryapp.com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Office PowerPoint</Application>
  <PresentationFormat>Szélesvásznú</PresentationFormat>
  <Paragraphs>66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20" baseType="lpstr">
      <vt:lpstr>Arial</vt:lpstr>
      <vt:lpstr>Calibri</vt:lpstr>
      <vt:lpstr>Plus Jakarta Sans</vt:lpstr>
      <vt:lpstr>Plus Jakarta Sans SemiBold</vt:lpstr>
      <vt:lpstr>Space Grotesk</vt:lpstr>
      <vt:lpstr>Space Grotesk Medium</vt:lpstr>
      <vt:lpstr>Space Grotesk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2026-08-02T13:41:57Z</dcterms:modified>
  <cp:category/>
</cp:coreProperties>
</file>