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25" y="2459384"/>
            <a:ext cx="180975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5446" y="3011834"/>
            <a:ext cx="8861107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0F172A"/>
                </a:solidFill>
                <a:latin typeface="Plus Jakarta Sans"/>
              </a:rPr>
              <a:t>Memóriabitek és Öntartások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6425" y="3872805"/>
            <a:ext cx="84391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PLC alapismeretek, belső relék és belső állapotok kezelése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890837"/>
            <a:ext cx="9391650" cy="1971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271837"/>
            <a:ext cx="85725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250" b="0" i="0" u="none">
                <a:solidFill>
                  <a:srgbClr val="0F172A"/>
                </a:solidFill>
                <a:latin typeface="Plus Jakarta Sans SemiBold"/>
              </a:rPr>
              <a:t>„Egy PLC igazi ereje nem a kimeneteiben rejlik, hanem abban, hogy képes emlékezni a múlt eseményeire.”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8712" y="4262437"/>
            <a:ext cx="2371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Ipari Automatizálási Alapelv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Gondolkodjunk mérnökként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7925"/>
            <a:ext cx="5334000" cy="28573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47925"/>
            <a:ext cx="5334000" cy="28573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9082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Elméleti kompetenciák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2789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Gyakorlati készségek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19087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memóriabitek (M bitek) szerepének megismerése.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598515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Öntartó kapcsolások logikai felépítésének elsajátítása.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280445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Retentív és nem retentív memóriaterületek megkülönböztetése.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327945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Belső relék alkalmazása összetett logikai feladatokban.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4009876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Biztonságos indító-leállító áramkörök tervezése.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417516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Ipari gépek állapotgép-alapú programozása.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Oktatási célok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09925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1756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949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34699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028926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436566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2215"/>
            <a:ext cx="5334000" cy="23087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2215"/>
            <a:ext cx="5334000" cy="23087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Hardveres alapok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Szoftveres elemek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Digitális bemenetek és kimenetek működése.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ciklikus programvégrehajtási menete.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Fizikai eszközök címzése (I/O).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Időzítők (TON, TOF) alkalmazása.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Számlálók (CTU, CTD) kezelése.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Alapvető logikai kapuk és létra diagramok.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Szükséges előismeretek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84215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9185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949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48421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9185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949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2215"/>
            <a:ext cx="5334000" cy="23087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2215"/>
            <a:ext cx="5334000" cy="23087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Mi az a memóriabit?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belső memóriaterületei (M bitek), amelyek nem rendelkeznek fizikai kivezetéssel a sorkapcson, mégis logikai állapotot (0 vagy 1) tárolnak.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Felhasználási területek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6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Belső programállapotok és lépések tárolása.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6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Engedélyező jelek és üzemmódok (pl. automata/kézi).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Hibajelzések és köztes eredmények megőrzése.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1. tanóra: Memóriabitek (M bitek)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484215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91855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949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dokumentáció értéke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jól megválasztott memóriaelnevezések és szimbolikus címek legalább olyan fontosak, mint maga a program logikája.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Hosszútávú előnyök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 logikusan felépített, dokumentált programot évekkel később is könnyű átlátni, bővíteni és hatékonyan karbantartani.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Műhelytitok: Áttekinthető kódolás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Működési 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START gomb pillanatnyi megnyomása aktivál egy M bitet vagy kimenetet, amely a saját záró érintkezőjén keresztül fenntartja az áramot (önreteszelés).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Leállítás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STOP gomb (vagy RESET utasítás) sorba kötött nyitó érintkezőként megszakítja a táplálást, így a rendszer alaphelyzetbe áll.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2. tanóra: Az öntartó áramkör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5144"/>
            <a:ext cx="5334000" cy="2583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85144"/>
            <a:ext cx="5334000" cy="2583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Definíció és jellemzők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retentív (maradó) memória áramszünet vagy feszültségvesztés esetén is biztonságosan megőrzi az utolsó ismert állapotát.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928044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Tipikus alkalmazások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6100" y="332809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Üzemóra-számlálók és darabszámlálók aktuális értékei.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6100" y="401002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Receptúrák, technológiai paraméterek.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44176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Gépek aktuális munkalépései.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3. tanóra: Retentív memória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347144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029075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43671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3732"/>
            <a:ext cx="5334000" cy="23258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13732"/>
            <a:ext cx="5334000" cy="2325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5663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Feladat specifikáció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56682"/>
            <a:ext cx="46482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Készítsünk olyan biztonságos vezérlést, ahol a motor START gombnyomásra indul, STOP-ra leáll, hiba (túlterhelés) esetén pedig kizárólag RESET után indítható újra.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Biztonsági szempont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Meg kell akadályozni, hogy a hiba elhárítása után a motor automatikusan, a kezelő tudta nélkül újrainduljon.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4. tanóra: Gyakorlati motorvezérlés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3530649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8377"/>
            <a:ext cx="3530649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8377"/>
            <a:ext cx="3530649" cy="27564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Szállítószalagok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Folytonos üzemű anyagmozgató rendszerek indítása, leállítása és reteszelése.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9365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Robotcellák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Vészleállító körök, belső engedélyező bitek és biztonsági zónák kezelése.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9365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Liftek és Kapuk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993802"/>
            <a:ext cx="29400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Automata ajtók, végállások és irányváltási logikák memóriabitekei.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6512" y="2927002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4811" y="2927002"/>
            <a:ext cx="390525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5. tanóra: Ipari alkalmazások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Elmaradt RESET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 belső relé beragad, a gép nem tér vissza alaphelyzetbe.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Rossz memóriaterület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Nem retentív terület használata ott, ahol áramszünet után is emlékezni kellene.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Túlzott belső memória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Átláthatatlan, feleslegesen bonyolult memóriahálózatok építése.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Végtelen hurok / Ütközés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Több helyen is írt memóriabitek (kettős hozzárendelés).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41302"/>
            <a:ext cx="18097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4492823"/>
            <a:ext cx="26670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4492823"/>
            <a:ext cx="20955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Tipikus programozási hibák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feladat leírása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Tervezzük meg egy automata garázskapu PLC-logikáját START, STOP, felső és alsó végálláskapcsolók, valamint hibajelzés felhasználásával.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Elvárások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kapu mozgás közben reagáljon a biztonsági szenzorokra, és hibajelzés esetén álljon meg, majd kérjen nyugtázást (RESET).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Laborfeladat: Automata garázskapu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1. Mi az M-bit?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 belső memóriabit, amelynek nincs fizikai kivezetése, de logikai állapotok és köztes adatok tárolására szolgál a programban.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2. Mi az öntartás?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Olyan logikai kapcsolás, ahol a kimenet vagy belső bit a saját záró érintkezőjén keresztül fenntartja az aktív állapotát a jel megszűnte után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(1.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3. Mit jelent a retentív memória?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Olyan memóriaterület, amely feszültségkimaradás vagy áramszünet esetén sem veszíti el az adatait.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4. Miért fontos a RESET?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Biztosítja a rendszer biztonságos alaphelyzetbe állítását hiba elhárítása után vagy ciklus végén.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(2.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690812"/>
            <a:ext cx="9391650" cy="2371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071812"/>
            <a:ext cx="8572500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250" b="0" i="0" u="none">
                <a:solidFill>
                  <a:srgbClr val="0F172A"/>
                </a:solidFill>
                <a:latin typeface="Plus Jakarta Sans SemiBold"/>
              </a:rPr>
              <a:t>„A PLC nemcsak jeleket dolgoz fel, hanem állapotokat kezel. A jó mérnök úgy tervezi a vezérlést, hogy áramszünet vagy hiba után is biztonságosan folytatódjon a működés.”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0" y="4462462"/>
            <a:ext cx="1771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IAA Mérnöki Alapelv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Záró gondolat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690</Words>
  <Application>Microsoft Office PowerPoint</Application>
  <PresentationFormat>Szélesvásznú</PresentationFormat>
  <Paragraphs>82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2026-08-02T06:09:27Z</dcterms:modified>
  <cp:category/>
</cp:coreProperties>
</file>