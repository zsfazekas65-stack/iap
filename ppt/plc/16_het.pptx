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812" y="1883122"/>
            <a:ext cx="452437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435572"/>
            <a:ext cx="9501187" cy="1822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Hibakezelés, reteszelések (Interlock) és biztonságos újraindítás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449067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ipari biztonságtechnikai rendszerek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104257"/>
            <a:ext cx="9391650" cy="15448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485257"/>
            <a:ext cx="85725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biztonság nem külön funkció. A biztonság a vezérlés része.”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049017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professzionális vezérlés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ipari PLC-program egyik legfontosabb feladata, hogy hiba esetén a gépet biztonságos állapotba vigye, és megakadályozza a veszélyes működést.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Ellenőrzött feltételek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professzionális rendszer nemcsak működteti a berendezést, hanem felismeri a hibákat és csak szigorúan ellenőrzött feltételek mellett engedi az újraindítást.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Alapelvek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5144"/>
            <a:ext cx="5334000" cy="2583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5144"/>
            <a:ext cx="5334000" cy="2583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32809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hibaállapot és a reteszelés (Interlock) fogalmának megértése.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401002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biztonságos indítási és újraindítási logika elvei.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RESET és hibamemória rendeltetése az iparban.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328094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Biztonsági feltételek integrálása a Ladder programba.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73573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Hibaállapotok regisztrálása és memóriabiteken történő tárolása.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Hibakezelő kezelői felületek (Alarm lista) tervezése.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47144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907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671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7144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54784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671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Gyakori ipari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Motor túlterhelés, érzékelőhiba, nyitott védőajtó, vészleállító gomb lenyomása vagy nyomásesés esetén azonnali biztonsági leállítás szükséges.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PLC reakciója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vezérlés azonnal letiltja a kimeneteket, reteszeli az indítóágakat, és hibaüzenetet generál a kezelőszemélyzet számára.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Hibaállapotok kezelése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Feltételhez kötött indulás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motor vagy hajtás csak akkor kaphat engedélyt az indulásra, ha az összes reteszelési feltétel egyidejűleg teljesül.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21248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Elvi logikai 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21298"/>
            <a:ext cx="464820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Motor_Engedély = START ∧ Ajtó_Zárva ∧ ¬Vészleállító ∧ ¬Túlterhelés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Reteszelések (Interlock)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Az automata indulás tilalma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Áramszünet vagy hiba elhárítása után a gép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soha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nem indulhat el automatikusan a kezelő tudta nélkül.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kézi nyugtázás lépései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hibát el kell hárítani, ezt követően a kezelőnek szándékos RESET (nyugtázás) gombot kell nyomnia, majd új START parancsot kell adnia.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Biztonságos újraindítás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71712"/>
            <a:ext cx="11049000" cy="3209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71712"/>
          <a:ext cx="11039474" cy="320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1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Hibakód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Hiba megnevezése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Rendszerre gyakorolt hatás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Vészleállító aktív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Azonnali teljes leállás (Safety Relay)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A002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Motor túlterhelés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Hajtások tiltása, hiba bit beállítása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A003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Fényfüggöny megszakítva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Veszélyes mozgások leállítása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A004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Alacsony rendszernyomás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Ciklus felfüggesztése, figyelmeztetés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A005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Védőajtó nyitva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Automata üzemmód letiltása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800350"/>
            <a:ext cx="1781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57883" y="2800350"/>
            <a:ext cx="3941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99448" y="2800350"/>
            <a:ext cx="5316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333750"/>
            <a:ext cx="1781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57883" y="3333750"/>
            <a:ext cx="3941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99448" y="3333750"/>
            <a:ext cx="5316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867150"/>
            <a:ext cx="1781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57883" y="3867150"/>
            <a:ext cx="3941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99448" y="3867150"/>
            <a:ext cx="5316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400550"/>
            <a:ext cx="1781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57883" y="4400550"/>
            <a:ext cx="3941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99448" y="4400550"/>
            <a:ext cx="5316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933950"/>
            <a:ext cx="1781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57883" y="4933950"/>
            <a:ext cx="3941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9448" y="4933950"/>
            <a:ext cx="5316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Ipari Alarm lista példa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 PLC-programot START, STOP, Vészleállító, RESET és túlterhelés bemenetek felhasználásával. Tárold a hibaállapotot memóriabiten.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Elvárások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hiba megszűnte után a rendszer ne induljon újra magától, hanem várja meg a fizikai RESET gomb lenyomását.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Laborfeladat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Robotcellák &amp; Prések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Biztonsági zónák, reteszelt ajtók és kétkezes indítások felügyelete.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Szivattyútelepek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Szárazonfutás védelem, túlnyomás-kapcsolók és vészleállító körök.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Automata raktárak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Daruk, felrakógépek és ütközésvédelmi szenzorok interlock logikája.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927002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9270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761" y="292700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Ipari alkalmazások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Automatikus újraindítás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Áramszünet vagy hiba után a gép magától visszakapcsol.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Hiányzó vészleállító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Nincs szoftveres vagy hardveres reteszelés a vészjelre.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RESET nélküli törlés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hiba magától eltűnik a jel megszűnésekor, nyugtázás nélkül.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Összegzett hiba hiánya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Nincs központi hibajelzés a kezelői felületen (HMI).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programozási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pontos diagnosztika értéke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karbantartók számára a legértékesebb PLC-program az, amely pontos hibakódot és egyértelmű okot jelenít meg a HMI képernyőn.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Állásidő csökkentése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részletes hibakezelés és az interlock állapotok visszajelzése töredékére csökkenti a hibakeresési időt és az ipari állásidőt.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Karbantartói szemlélet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Mit nevezünk hibaállapotnak?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rendellenes helyzetet (pl. túlterhelés, nyitott ajtó), amikor a gép működtetése veszélyes lenne, ezért azonnali leállítás szükséges.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 az interlock szerepe?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Megakadályozni a gép indulását vagy működését mindaddig, amíg az összes biztonsági feltétel nem teljesül tökéletesen.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Miért szükséges a RESET?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Hogy a kezelő tudomásul vegye a hiba elhárítását, és szándékos paranccsal engedélyezze a rendszer újbóli indulását.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Miért tiltott az automata újraindítás?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Mert a gép váratlan elindulása súlyos balesetet okozhat a gépben tartózkodó vagy azt karbantartó személyzet számára.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730996"/>
            <a:ext cx="9391650" cy="2291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111996"/>
            <a:ext cx="85725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 PLC-program nemcsak működik, hanem gondoskodik arról is, hogy hiba esetén senki ne kerüljön veszélybe, és a berendezés biztonságosan legyen újraindítható.”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42227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679</Words>
  <Application>Microsoft Office PowerPoint</Application>
  <PresentationFormat>Szélesvásznú</PresentationFormat>
  <Paragraphs>88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2026-08-02T06:26:24Z</dcterms:modified>
  <cp:category/>
</cp:coreProperties>
</file>