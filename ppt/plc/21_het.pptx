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660302"/>
            <a:ext cx="11029950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INTEGRÁLT AUTOMATIKA </a:t>
            </a:r>
            <a:r>
              <a:rPr lang="hu-HU" sz="1350" b="1" dirty="0">
                <a:solidFill>
                  <a:srgbClr val="38BDF8"/>
                </a:solidFill>
                <a:latin typeface="Plus Jakarta Sans"/>
              </a:rPr>
              <a:t>PROGRAM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 (IA</a:t>
            </a:r>
            <a:r>
              <a:rPr lang="hu-HU" sz="1350" b="1" i="0" u="none" dirty="0">
                <a:solidFill>
                  <a:srgbClr val="38BDF8"/>
                </a:solidFill>
                <a:latin typeface="Plus Jakarta Sans"/>
              </a:rPr>
              <a:t>P</a:t>
            </a:r>
            <a:r>
              <a:rPr sz="1350" b="1" i="0" u="none" dirty="0">
                <a:solidFill>
                  <a:srgbClr val="38BDF8"/>
                </a:solidFill>
                <a:latin typeface="Plus Jakarta Sans"/>
              </a:rPr>
              <a:t>) • PLC ALAPISMERETEK – 21.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5276" y="3022252"/>
            <a:ext cx="11581447" cy="670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1" i="0" u="none">
                <a:solidFill>
                  <a:srgbClr val="F8FAFC"/>
                </a:solidFill>
                <a:latin typeface="Plus Jakarta Sans"/>
              </a:rPr>
              <a:t>Recipe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883223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38BDF8"/>
                </a:solidFill>
                <a:latin typeface="Plus Jakarta Sans Medium"/>
              </a:rPr>
              <a:t>Receptkezelés PLC és HMI rendszerekben a rugalmas gyártásért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743200"/>
            <a:ext cx="5324475" cy="2152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3200"/>
            <a:ext cx="5324475" cy="2152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🎯 A hét mottója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24250"/>
            <a:ext cx="46386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1" u="none">
                <a:solidFill>
                  <a:srgbClr val="F8FAFC"/>
                </a:solidFill>
                <a:latin typeface="Plus Jakarta Sans"/>
              </a:rPr>
              <a:t>„A modern gyártásban nem a gépet programozzuk át minden termékhez, hanem a megfelelő receptet választjuk ki.”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08610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🌍 A világ nagy kérdése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524250"/>
            <a:ext cx="46386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Hogyan képes ugyanaz a gyártósor néhány másodperc alatt teljesen átállni különböző termékek gyártására emberi beavatkozás nélkül?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hét fókuszpontjai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6018"/>
            <a:ext cx="5324475" cy="27670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6018"/>
            <a:ext cx="5324475" cy="27670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📖 A technika története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217068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kezdeti mechanikus átállításokat (bütyköstárcsák, kézi szelepek) fokozatosan felváltották a PLC-ben és HMI-ben tárolt receptparaméterek. Ma már központi adatbázisok biztosítják a sorok szinkronizált frissítését.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778918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👨‍🔬 Ismerjük meg a fejlesztőket!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217068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receptkezelés modern ipari megvalósításához jelentősen hozzájárultak a vezető automatizálási szereplők: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7314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Siemens &amp; Rockwell</a:t>
            </a:r>
            <a:r>
              <a:rPr sz="1275" b="0" i="0" u="none">
                <a:solidFill>
                  <a:srgbClr val="CBD5E1"/>
                </a:solidFill>
                <a:latin typeface="Plus Jakarta Sans"/>
              </a:rPr>
              <a:t> (Integrált receptkezelés)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07656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Schneider &amp; Mitsubishi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48389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CBD5E1"/>
                </a:solidFill>
                <a:latin typeface="Plus Jakarta Sans"/>
              </a:rPr>
              <a:t>Omron, Weintek &amp; ESA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7028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079081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45531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Háttér és Gyártási Evolúció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24137"/>
            <a:ext cx="348615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624137"/>
            <a:ext cx="3486150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624137"/>
            <a:ext cx="3486150" cy="23907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63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Recept fogalma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Megérteni, mi az a paraméterkészlet és hogyan határozza meg a gyártott termék tulajdonságait.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82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HMI &amp; PLC szerepe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8200" y="3919537"/>
            <a:ext cx="2895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Átlátni a kezelői felület és a vezérlés közötti adatátvitel és tárolás mechanizmusát.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0100" y="3538537"/>
            <a:ext cx="304038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8FAFC"/>
                </a:solidFill>
                <a:latin typeface="Plus Jakarta Sans"/>
              </a:rPr>
              <a:t>Biztonságos váltás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20100" y="3919537"/>
            <a:ext cx="289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Plus Jakarta Sans"/>
              </a:rPr>
              <a:t>Garantálni a hibamentes, gépállapothoz kötött paraméterletöltést üzem közben.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976562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8200" y="2976562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0100" y="2976562"/>
            <a:ext cx="342900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Tanulási célok ezen a héten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800350"/>
            <a:ext cx="5324475" cy="2038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00350"/>
            <a:ext cx="5324475" cy="20383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📚 Elméleti alapok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581400"/>
            <a:ext cx="4638675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recept előre meghatározott paraméterkészlet (pl. hőmérsékletek, sebességek, adagolási súlyok). A HMI a kiválasztott recept értékeit a PLC adatregisztereibe írja, a PLC pedig ezek alapján vezérli a hajtásokat és szelepeket.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1432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⚙️ Adatfolyamat a háttérben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3581400"/>
            <a:ext cx="4638675" cy="647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Elméleti alapok és Adatfolyamat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🖥️ Mit lát a PLC? – Mit lát a HMI?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HMI felhasználóbarát termékneveket és mezőket jelenít meg, míg a PLC mögötte nyers numerikus regisztereket (pl. D100, D101, D102) kezel a precíz vezérlés érdekében.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💻 PLC biztonsági 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A PLC feladata védeni a rendszert: csak akkor engedélyezi a recept betöltését, ha a gép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biztonságos alapállapotban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van, nincs aktív hiba és minden mozgás teljesen leállt.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Feladatmegosztás: PLC és HMI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00362"/>
            <a:ext cx="5324475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00362"/>
            <a:ext cx="5324475" cy="1838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🏭 Ipari esettanulmány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Egy ipari pékség csomagológépén a digitális receptkezelés bevezetése a termékváltási átállási időt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25 percről mindössze 2 percre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csökkentette, drasztikusan növelve a OEE mutatót.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243262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🧪 Laborfeladat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681412"/>
            <a:ext cx="463867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Készítsenek három különböző termékhez tartozó receptstruktúrát, határozzák meg a kritikus paramétereket (pl. keverési idő, hőfok), és teszteljék a HMI áttöltési logikáját.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Gyakorlati Alkalmazás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314575"/>
            <a:ext cx="5324475" cy="3009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14575"/>
            <a:ext cx="5324475" cy="3009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657475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📊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095625"/>
            <a:ext cx="46386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Plus Jakarta Sans"/>
              </a:rPr>
              <a:t>Vizsgáljuk meg, hogyan tárolható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12 termék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 egyenként </a:t>
            </a:r>
            <a:r>
              <a:rPr sz="1200" b="1" i="0" u="none">
                <a:solidFill>
                  <a:srgbClr val="94A3B8"/>
                </a:solidFill>
                <a:latin typeface="Plus Jakarta Sans"/>
              </a:rPr>
              <a:t>15 paraméterrel</a:t>
            </a:r>
            <a:r>
              <a:rPr sz="1200" b="0" i="0" u="none">
                <a:solidFill>
                  <a:srgbClr val="94A3B8"/>
                </a:solidFill>
                <a:latin typeface="Plus Jakarta Sans"/>
              </a:rPr>
              <a:t>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57475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🔧 Műhelytitok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095625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 Medium"/>
              </a:rPr>
              <a:t>„A nagy gyárakban a recepteket sosem a gép mellett módosítják szabadon; a központi MES/ERP szerver adja le a hitelesített paramétereket.”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609975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Összesen 180 regisztercím kezelése szükséges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3986212"/>
            <a:ext cx="4410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Recept-indexelés alapú memóriatérkép tervezése a PLC-ben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525" y="4605337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Verziókövetési struktúra kialakítása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581400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957637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576762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Számítások és Tippek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71750"/>
            <a:ext cx="5324475" cy="2495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571750"/>
            <a:ext cx="5324475" cy="2495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146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⚠️ Tipikus hibák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2914650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🎓 IAA Mesterfeladat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352800"/>
            <a:ext cx="4638675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F8FAFC"/>
                </a:solidFill>
                <a:latin typeface="Plus Jakarta Sans"/>
              </a:rPr>
              <a:t>Tervezzen meg egy robusztus receptkezelési logikát egy háromtermékes automata keverőberendezéshez, beleértve a hibaellenőrző blokkokat is!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352800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Rossz recept kiválasztása vagy félreértelmezése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29037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Működés közbeni (online) veszélyes receptváltás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05275"/>
            <a:ext cx="44100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Hiányzó jogosultságkezelés és dokumentálatlan felülírások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324225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700462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076700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Minőségellenőrzés és Elemzés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2568178"/>
            <a:ext cx="5324475" cy="2026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jól felépített receptkezelés gyorsabb átállást, kisebb selejtet és állandó minőséget biztosít.”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33562" y="4832746"/>
            <a:ext cx="28194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Gondolkodjunk mérnökként!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86500" y="2568178"/>
            <a:ext cx="5324475" cy="1519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990"/>
              </a:lnSpc>
            </a:pPr>
            <a:r>
              <a:rPr sz="2850" b="1" i="0" u="none">
                <a:solidFill>
                  <a:srgbClr val="F8FAFC"/>
                </a:solidFill>
                <a:latin typeface="Plus Jakarta Sans"/>
              </a:rPr>
              <a:t>„A gyártási tudás egyik legfontosabb hordozója a jól felépített receptadatbázis.”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15287" y="4326135"/>
            <a:ext cx="186690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Medium"/>
              </a:rPr>
              <a:t>— IAA mérnöki idézet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Mérnöki Filozófia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81025" y="2124075"/>
            <a:ext cx="11029950" cy="3390900"/>
          </a:xfrm>
          <a:prstGeom prst="roundRect">
            <a:avLst>
              <a:gd name="adj" fmla="val 0"/>
            </a:avLst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2124075"/>
          <a:ext cx="11020424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1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34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Időszak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Fejlődési lépés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Jelentőség az automatizálásban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1970-es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Mechanikus átállítás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Kézi beállítások, bütyköstárcsák és fizikai ütközők alkalmazása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1980-as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PLC paraméterek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Kezdeti adatblokkok és fix memóriaterületek használata a PLC-ben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1990-es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HMI receptkezelés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Grafikus felületek, operátori menük és dedikált receptkezelő modulok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2000-es évek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SQL alapú receptek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Strukturált adatbázisok, rugalmasabb adatszervezés és biztonság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15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2010+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ERP / MES integráció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Központi receptkezelés, automatikus letöltés felsőbb szintű rendszerekből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5787" y="269081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379612" y="2690812"/>
            <a:ext cx="22918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671417" y="2690812"/>
            <a:ext cx="69347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85787" y="3252787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79612" y="3252787"/>
            <a:ext cx="22918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71417" y="3252787"/>
            <a:ext cx="69347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7" y="381476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379612" y="3814762"/>
            <a:ext cx="22918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71417" y="3814762"/>
            <a:ext cx="69347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7" y="4376737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379612" y="4376737"/>
            <a:ext cx="22918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71417" y="4376737"/>
            <a:ext cx="69347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7" y="4938712"/>
            <a:ext cx="179382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379612" y="4938712"/>
            <a:ext cx="229180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671417" y="4938712"/>
            <a:ext cx="693479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A Receptkezelés Evolúciója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93193"/>
            <a:ext cx="5324475" cy="2252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93193"/>
            <a:ext cx="5324475" cy="2252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❓ Önellenőrző kérdések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3036093"/>
            <a:ext cx="4870608" cy="2952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F8FAFC"/>
                </a:solidFill>
                <a:latin typeface="Plus Jakarta Sans"/>
              </a:rPr>
              <a:t>🔜 Következő hét (22. hét)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3474243"/>
            <a:ext cx="4638675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Jogosultságok és Audit Trail</a:t>
            </a:r>
            <a:r>
              <a:t>
</a:t>
            </a:r>
            <a:r>
              <a:rPr sz="1350" b="0" i="0" u="none">
                <a:solidFill>
                  <a:srgbClr val="F8FAFC"/>
                </a:solidFill>
                <a:latin typeface="Plus Jakarta Sans"/>
              </a:rPr>
              <a:t> Felhasználói szintű jogosultságkezelés, hozzáférés-szabályozás és eseménynaplózás ipari HMI rendszerekben.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525" y="3474243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Mit jelent pontosan a recept fogalma?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850481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 a pontos feladata a HMI-nek a folyamatban?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226718"/>
            <a:ext cx="44100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CBD5E1"/>
                </a:solidFill>
                <a:latin typeface="Plus Jakarta Sans"/>
              </a:rPr>
              <a:t>Miért kritikus a biztonságos receptváltás feltétele?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445668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821906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4198143"/>
            <a:ext cx="12382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38BDF8"/>
                </a:solidFill>
                <a:latin typeface="Plus Jakarta Sans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1025"/>
            <a:ext cx="11581447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Plus Jakarta Sans"/>
              </a:rPr>
              <a:t>Önellenőrzés és Kilátások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659</Words>
  <Application>Microsoft Office PowerPoint</Application>
  <PresentationFormat>Szélesvásznú</PresentationFormat>
  <Paragraphs>95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Plus Jakarta Sans</vt:lpstr>
      <vt:lpstr>Plus Jakarta Sans Medium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2026-08-02T13:58:35Z</dcterms:modified>
  <cp:category/>
</cp:coreProperties>
</file>