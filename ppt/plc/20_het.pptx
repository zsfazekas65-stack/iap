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660302"/>
            <a:ext cx="110299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INTEGRÁLT AUTOMATIKA AKADÉMIA (IA</a:t>
            </a:r>
            <a:r>
              <a:rPr lang="hu-HU" sz="1350" b="1" i="0" u="none" dirty="0">
                <a:solidFill>
                  <a:srgbClr val="38BDF8"/>
                </a:solidFill>
                <a:latin typeface="Plus Jakarta Sans"/>
              </a:rPr>
              <a:t>P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) • PLC ALAPISMERETEK – 20.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276" y="3022252"/>
            <a:ext cx="1158144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lus Jakarta Sans"/>
              </a:rPr>
              <a:t>Trendek és folyamatok elemzése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83223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Plus Jakarta Sans Medium"/>
              </a:rPr>
              <a:t>Trendek, Historian és diagnosztika az ipari automatizálásban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88890"/>
            <a:ext cx="5324475" cy="2061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88890"/>
            <a:ext cx="5324475" cy="2061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3179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🎯 A hét mottója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69940"/>
            <a:ext cx="46386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F8FAFC"/>
                </a:solidFill>
                <a:latin typeface="Plus Jakarta Sans"/>
              </a:rPr>
              <a:t>„A mérnök nemcsak azt nézi, mi történt, hanem azt is, hogyan jutott el odáig a folyamat.”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3179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🌍 A világ nagy kérdése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69940"/>
            <a:ext cx="4638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Miért állt le tegnap a gép, ha ma már hibátlanul működik? A választ gyakran csak a trendgrafikonok és a történeti adatok adják meg.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hét fókuszpontjai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47900"/>
            <a:ext cx="5324475" cy="3143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47900"/>
            <a:ext cx="532447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5908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📖 A technika története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28950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korai PLC-k csak az aktuális állapotot tárolták. A SCADA rendszerek elterjedésével jelentek meg a trendek és a hosszú távú adatgyűjtés (Historian), amelyek ma már a prediktív karbantartás alapjai.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5908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👨‍🔬 Ismerjük meg a fejlesztőket!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28950"/>
            <a:ext cx="46386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trendkezelés fejlődésében jelentős szerepet játszottak a piacvezető szereplők: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43300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Siemens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(WinCC)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919537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Rockwell Automation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(FactoryTalk)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295775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AVEVA / Wonderware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672012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Inductive Automation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(Ignition)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14725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90962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67200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643437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Háttér és Ipari Úttörők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4137"/>
            <a:ext cx="348615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624137"/>
            <a:ext cx="348615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624137"/>
            <a:ext cx="3486150" cy="239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Trendek szerepe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Megismerni a folyamatok vizuális követésének és történeti ábrázolásának fontosságát a gyártásban.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Historian alapelve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Megérteni a nagy mennyiségű ipari adat hatékony tömörítésének, tárolásának és visszakeresésének logikáját.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Diagnosztika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Komplex hibák feltárása és megelőzése trendek és historikus adatsorok elemzésével.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97656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976562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976562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Tanulási célok ezen a héten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57500"/>
            <a:ext cx="5324475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7500"/>
            <a:ext cx="5324475" cy="1924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004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📚 Elméleti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38550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a mért adatokat (hőmérséklet, nyomás, áram, fordulatszám stb.) meghatározott időközönként rögzíti. Ezekből időfüggő grafikon készíthető, amely segít a hibakeresésben.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004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⚙️ Adatfolyamat a háttérben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638550"/>
            <a:ext cx="4638675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Elméleti alapok és Architektúra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🖥️ Mit lát a PLC? – Mit lát a HMI?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csupán nyers számértékeket kezel (pl. D100 = 46,2 °C), míg a HMI ezeket átalakítja műszerekként, digitális kijelzőkként és dinamikus trendgrafikonokként a kezelők számára.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💻 PLC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ciklikusan frissíti a folyamatváltozókat belső memóriájában, amelyeket a HMI vagy a felügyeleti SCADA rendszer meghatározott ütemben kiolvas és naplóz.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Adatkezelés: PLC és HMI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🏭 Ipari esettanulmány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Egy kompresszor időszakos túlmelegedését csak a több napon át rögzített trendgrafikonok részletes elemzése alapján sikerült az eltömődött olajhűtő fokozatos romlására visszavezetni.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🧪 Laborfeladat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Tervezzen HMI képernyőt hőmérséklet-, nyomás- és motoráram-trenddel, majd végezzen gyorselemzést a kapott görbéken valós idejű szimuláció mellett.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Gyakorlati Alkalmazás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6018"/>
            <a:ext cx="5324475" cy="2767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6018"/>
            <a:ext cx="5324475" cy="2767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📊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17068"/>
            <a:ext cx="46386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Számítsa ki, hány mérési pont keletkezik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5 másodperces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mintavételezési időköz mellett: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🔧 Műhelytitok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17068"/>
            <a:ext cx="46386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8FAFC"/>
                </a:solidFill>
                <a:latin typeface="Plus Jakarta Sans Medium"/>
              </a:rPr>
              <a:t>„A trendek gyakran napokkal korábban jelzik a közelgő mechanikai vagy elektromos meghibásodást, mint maga a kritikus riasztás.”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314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1 óra alatt: 720 pont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07656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8 órás műszak alatt: 5 760 pont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48389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1 teljes hét alatt: 120 960 pont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028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079081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45531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Számítások és Tippek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3193"/>
            <a:ext cx="532447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3193"/>
            <a:ext cx="5324475" cy="225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⚠️ Tipikus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🎓 IAA Mesterfeladat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74243"/>
            <a:ext cx="46386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"/>
              </a:rPr>
              <a:t>Elemezze mérnöki szemmel: </a:t>
            </a:r>
            <a:r>
              <a:rPr sz="1350" b="0" i="1" u="none">
                <a:solidFill>
                  <a:srgbClr val="F8FAFC"/>
                </a:solidFill>
                <a:latin typeface="Plus Jakarta Sans"/>
              </a:rPr>
              <a:t>milyen folyamathibára utalhat, ha egy szivattyúrendszerben a nyomás folyamatosan csökken, miközben a motor áramfelvétele ezzel párhuzamosan növekszik?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47424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Túl ritka vagy túl sűrű mintavételezés beállítása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048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Nem megfelelő jelek naplózása (zajos jel szűrés nélkül)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67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Túl rövid adattárolási idő (túl hamari felülírás)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4566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190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981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Minőségellenőrzés és Elemzés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821483"/>
            <a:ext cx="5324475" cy="1013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„Az aktuális érték a jelenről, a trend a folyamatról mesél.”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3562" y="4072830"/>
            <a:ext cx="2819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Gondolkodjunk mérnökként!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821483"/>
            <a:ext cx="5324475" cy="1519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 jó adatgyűjtés sokszor többet ér, mint a leghosszabb hibakeresés.”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5287" y="4579441"/>
            <a:ext cx="18669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IAA mérnöki idézet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Filozófia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124075"/>
            <a:ext cx="11029950" cy="33909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24075"/>
          <a:ext cx="11020423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9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7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Év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Fejlődési mérföldkő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Jelentőség az automatizálásban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Első PLC megjelenése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Relészekrények kiváltása, logikai vezérlések alapjai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1980-as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Első HMI-k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Grafikus felületek, operátori vizualizáció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1990-es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Trendek és SCADA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Valós idejű görbék, folyamatok felügyelete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2000-es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Ethernet alapú adatgyűjtés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Gyors hálózatok, távoli elérés és központi adatbázisok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2010+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Historian és IIoT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Nagy adathalmazok, felhőalapú elemzések és prediktív karbantartás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690812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9612" y="2690812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39047" y="2690812"/>
            <a:ext cx="63671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787" y="3252787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79612" y="3252787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39047" y="3252787"/>
            <a:ext cx="63671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3814762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79612" y="3814762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39047" y="3814762"/>
            <a:ext cx="63671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787" y="4376737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9612" y="4376737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239047" y="4376737"/>
            <a:ext cx="63671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938712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79612" y="4938712"/>
            <a:ext cx="285943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39047" y="4938712"/>
            <a:ext cx="63671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Trendkezelés Evolúciója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3193"/>
            <a:ext cx="532447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3193"/>
            <a:ext cx="5324475" cy="225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❓ Önellenőrző kérdések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🔜 Következő hét (21. hét)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74243"/>
            <a:ext cx="46386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Recipe Management</a:t>
            </a:r>
            <a:r>
              <a:t>
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Receptkezelés PLC és HMI környezetben, termékváltás, valamint összetett paraméterkészletek kezelése az iparban.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47424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 a trend és mikor használjuk?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048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 a különbség a PLC regiszter és a Historian között?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67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Miért kritikus a megfelelő mintavételezés?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4566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190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981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Önellenőrzés és Kilátások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663</Words>
  <Application>Microsoft Office PowerPoint</Application>
  <PresentationFormat>Szélesvásznú</PresentationFormat>
  <Paragraphs>97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Plus Jakarta Sans Medium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2026-08-02T08:05:41Z</dcterms:modified>
  <cp:category/>
</cp:coreProperties>
</file>