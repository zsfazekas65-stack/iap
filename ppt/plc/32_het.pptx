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Raleway" pitchFamily="2" charset="-18"/>
      <p:regular r:id="rId16"/>
    </p:embeddedFont>
    <p:embeddedFont>
      <p:font typeface="Raleway Light" pitchFamily="2" charset="-18"/>
      <p:regular r:id="rId17"/>
    </p:embeddedFont>
    <p:embeddedFont>
      <p:font typeface="Roboto" panose="02000000000000000000" pitchFamily="2" charset="0"/>
      <p:regular r:id="rId18"/>
    </p:embeddedFont>
    <p:embeddedFont>
      <p:font typeface="Roboto Bold" panose="02000000000000000000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8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321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Villamos alapismeretek – Év végi összefoglalás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9. évfolyam | 32. hét | Összefoglaló óra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45504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Biztonsági perc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329160"/>
            <a:ext cx="6296860" cy="14423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479" y="2543572"/>
            <a:ext cx="5766449" cy="2952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⚡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Biztonság előre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77479" y="2952254"/>
            <a:ext cx="5766449" cy="6048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biztonság mindig fontosabb, mint a gyorsaság – ez az elektrotechnika aranyszabálya.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960515"/>
            <a:ext cx="6296860" cy="14423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77479" y="4174927"/>
            <a:ext cx="5766449" cy="2952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🔒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Feszültségmentesítés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977479" y="4583609"/>
            <a:ext cx="5766449" cy="6048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Mérés, ellenőrzés és feszültségmentesítés nélkül soha nem kezdünk szerelésbe.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491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Magyar villamosság – Büszkeségeink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23591"/>
            <a:ext cx="1524756" cy="15247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98462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Jedlik, Zipernowsky, Déri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393307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transzformátor megalkotói – forradalmasították az elektromos energia átvitelét.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223591"/>
            <a:ext cx="1524756" cy="15247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98462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Bláthy Ottó Titusz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393307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villamos hálózatok fejlesztésének úttörője, a wattmérő feltalálója.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223591"/>
            <a:ext cx="1524756" cy="15247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98462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Kandó Kálmán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393307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villamos vasúti rendszerek megalkotója – az ő munkája alapozta meg a modern elektromos vasút fejlődését.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 lát egy villanyszerelő?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74508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családi ház villamos hálózata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229372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 összefüggő rendszer, amelynek minden eleme meghatározott szerepet tölt be: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701852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Mérő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a fogyasztás nyilvántartása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Elosztó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az áramkörök szétválasztása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ÁVK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áram-védőkapcsoló, személyvédelem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Kismegszakító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túláram-védelem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834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hét eszközei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052167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76088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Kézi szerszámok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16956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Blankolófogó, csavarhúzó, oldalcsípő – a villanyszerelő alapfelszerelése.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3135" y="3052167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76088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Mérő- és védőeszközök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16956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Multiméter a mérésekhez, kismegszakító és ÁVK a biztonságos üzemeltetéshez.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4794" y="3052167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76088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Anyagok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169569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Vezetékek és sorkapcsok – az áramkörök fizikai összekötői.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0578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Év végi projekt: Családi ház villamos hálózata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47054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2766417"/>
            <a:ext cx="3053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2911673"/>
            <a:ext cx="3053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Poszter elkészítése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61475" y="3320355"/>
            <a:ext cx="3053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Rajzold meg A3-as méretben a ház teljes villamos hálózatát.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904359" y="247054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904359" y="2766417"/>
            <a:ext cx="3053976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8"/>
          <p:cNvSpPr/>
          <p:nvPr/>
        </p:nvSpPr>
        <p:spPr>
          <a:xfrm>
            <a:off x="3904359" y="2911673"/>
            <a:ext cx="30539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Elemek jelölése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3904359" y="3320355"/>
            <a:ext cx="305397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Tüntesd fel a mérőt, elosztót, ÁVK-t és a kismegszakítókat.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1475" y="425588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61475" y="4551759"/>
            <a:ext cx="629686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2"/>
          <p:cNvSpPr/>
          <p:nvPr/>
        </p:nvSpPr>
        <p:spPr>
          <a:xfrm>
            <a:off x="661475" y="4697016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Vezetékek és fogyasztók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661475" y="510569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Jelöld az L (fázis), N (nulla) és PE (védővezető) vezetőket és minden fogyasztót.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70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Év végi fogalomismétlés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795760"/>
            <a:ext cx="5339820" cy="1838821"/>
          </a:xfrm>
          <a:prstGeom prst="roundRect">
            <a:avLst>
              <a:gd name="adj" fmla="val 431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1991122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Alapfogalmak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399804"/>
            <a:ext cx="4949106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Áram (I)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Feszültség (U)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Ellenállás (R)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1795760"/>
            <a:ext cx="5339919" cy="1838821"/>
          </a:xfrm>
          <a:prstGeom prst="roundRect">
            <a:avLst>
              <a:gd name="adj" fmla="val 431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1991122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Kapcsolások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2399804"/>
            <a:ext cx="4949205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Soros kapcsolás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Párhuzamos kapcsolás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823593"/>
            <a:ext cx="5339820" cy="2207320"/>
          </a:xfrm>
          <a:prstGeom prst="roundRect">
            <a:avLst>
              <a:gd name="adj" fmla="val 35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4018955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Elektromágnesesség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427637"/>
            <a:ext cx="4949106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Mágnesesség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Indukció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Generátor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Transzformátor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823593"/>
            <a:ext cx="5339919" cy="2207320"/>
          </a:xfrm>
          <a:prstGeom prst="roundRect">
            <a:avLst>
              <a:gd name="adj" fmla="val 35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4018955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Hálózati rendszerek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427637"/>
            <a:ext cx="494920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TN-rendszerek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 védővezető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 nulla vezető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 fázis vezető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426766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Nyári küldetés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206427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szünet nem csak pihenés – egy igazi villamos detektív szemével nézd a világot!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272147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47449" y="2786360"/>
            <a:ext cx="6289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Fotógyűjtemény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47449" y="3270647"/>
            <a:ext cx="628902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Készíts digitális fotógyűjteményt a környezetedben látható villamos berendezésekről.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633201" y="425350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47449" y="4318397"/>
            <a:ext cx="6289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Nevezd meg!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247449" y="4802684"/>
            <a:ext cx="628902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Azonosítsd és nevezd meg a tanult készülékeket, berendezéseket a képeken.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9757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Gratulálunk!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356682" y="2071687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Sikeresen teljesítetted az első tanévet! 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🎉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2586732"/>
            <a:ext cx="6296860" cy="1442343"/>
          </a:xfrm>
          <a:prstGeom prst="roundRect">
            <a:avLst>
              <a:gd name="adj" fmla="val 550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5881" y="2801144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Amit magaddal viszel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75881" y="3209826"/>
            <a:ext cx="58680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Biztonságtudat, villamos alapismeretek és az első igazi szerelési élmények.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1475" y="4218087"/>
            <a:ext cx="6296860" cy="1442343"/>
          </a:xfrm>
          <a:prstGeom prst="roundRect">
            <a:avLst>
              <a:gd name="adj" fmla="val 550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5881" y="4432498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Ami a következő tanévben vár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75881" y="4841180"/>
            <a:ext cx="58680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Még több gyakorlati feladat, mérés és összetettebb villamos rendszerek megismerése.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366</Words>
  <Application>Microsoft Office PowerPoint</Application>
  <PresentationFormat>Szélesvásznú</PresentationFormat>
  <Paragraphs>77</Paragraphs>
  <Slides>9</Slides>
  <Notes>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6" baseType="lpstr">
      <vt:lpstr>Arial</vt:lpstr>
      <vt:lpstr>Raleway Light</vt:lpstr>
      <vt:lpstr>Roboto Bold</vt:lpstr>
      <vt:lpstr>Calibri</vt:lpstr>
      <vt:lpstr>Roboto</vt:lpstr>
      <vt:lpstr>Raleway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lastModifiedBy>zsolt Fazekas</cp:lastModifiedBy>
  <cp:revision>2</cp:revision>
  <dcterms:created xsi:type="dcterms:W3CDTF">2026-08-09T10:13:55Z</dcterms:created>
  <dcterms:modified xsi:type="dcterms:W3CDTF">2026-08-09T10:15:20Z</dcterms:modified>
</cp:coreProperties>
</file>