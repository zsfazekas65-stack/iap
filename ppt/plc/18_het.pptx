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9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575" y="2187029"/>
            <a:ext cx="451485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739479"/>
            <a:ext cx="9501187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HMI (Human–Machine Interface)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4145309"/>
            <a:ext cx="9048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Grafikus kezelőfelületek tervezése és PLC kapcsolatok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3104257"/>
            <a:ext cx="9391650" cy="15448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485257"/>
            <a:ext cx="85725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PLC vezérli a gépet, a HMI pedig összeköti a gépet az emberrel.”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8700" y="4049017"/>
            <a:ext cx="25717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hét mottója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kapcsolat kapuja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HMI (Human–Machine Interface) biztosítja a közvetlen kapcsolatot a kezelő és a PLC között, lehetővé téve a gép átlátható felügyeletét.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Főbb funkciók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kezelő elindíthatja vagy leállíthatja a gépet, figyelheti az állapotokat, módosíthatja a paramétereket és megtekintheti a riasztásokat.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és Alapelvek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Grafikus felület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Érintőképernyős panel vagy ipari számítógép, amelyen keresztül a kezelő kommunikál a vezérléssel.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Vezérlés és felügyelet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Egyesíti a fizikai gombok és jelzőlámpák funkcióit egyetlen, rugalmas szoftveres felületen.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1. tanóra: Mi a HMI?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Vezérlők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Nyomógombok, kapcsolók és adatbeviteli mezők a parancsok kiadására.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Kijelzők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Jelzőlámpák, numerikus mezők, trendek és grafikus animációk.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Riasztások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Valós idejű riasztási listák és eseménynaplók a hibák követésére.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2927002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562" y="2927002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8624" y="2927002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2. tanóra: A HMI kezelőelemei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Változók olvasása és írása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HMI a PLC memóriájában lévő változókat (pl. M bitek, DB adatok) olvassa ki megjelenítésre, vagy írja felül a kezelői gombokkal.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Kommunikációs hálózatok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kapcsolat általában ipari Etherneten (Profinet, Modbus TCP), vagy soros buszrendszereken keresztül valósul meg.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3. tanóra: PLC és HMI kommunikáció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271712"/>
            <a:ext cx="11049000" cy="3209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271712"/>
          <a:ext cx="11039473" cy="3209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0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3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PLC Változó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HMI Elem / Funkció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Adattípus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START nyomógomb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STOP nyomógomb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Q0.0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Motor állapot jelzőlámpa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Sebesség beállítás (bevitel)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Int / Real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Időzítő aktuális érték kijelzés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800350"/>
            <a:ext cx="2966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542407" y="2800350"/>
            <a:ext cx="5510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52470" y="2800350"/>
            <a:ext cx="25632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333750"/>
            <a:ext cx="2966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42407" y="3333750"/>
            <a:ext cx="5510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470" y="3333750"/>
            <a:ext cx="25632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3867150"/>
            <a:ext cx="2966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42407" y="3867150"/>
            <a:ext cx="5510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52470" y="3867150"/>
            <a:ext cx="25632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400550"/>
            <a:ext cx="2966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2407" y="4400550"/>
            <a:ext cx="5510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52470" y="4400550"/>
            <a:ext cx="25632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262" y="4933950"/>
            <a:ext cx="29661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42407" y="4933950"/>
            <a:ext cx="55100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470" y="4933950"/>
            <a:ext cx="25632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PLC változók és HMI összerendelés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Áttekinthetőség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Egyszerű elrendezés, logikus struktúra és következetes színhasználat a gyors tájékozódásért.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Egyértelmű visszajelzés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kezelőnek mindig tudnia kell, hogy a gép milyen üzemmódban van, és az utasítása megérkezett-e.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4. tanóra: Ergonomikus HMI tervezés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Főképernyő elemei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Tervezzünk HMI főképernyőt START, STOP, RESET gombokkal, AUTO/MANUAL választóval és motorállapot-jelzővel.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Paraméterek és adatok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Integráljunk darabszámlálót, sebességbeviteli mezőt és vizuális hibajelzőt a teljes körű teszteléshez.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5. tanóra: Laborfeladat tervezése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Eseménynapló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Riasztások és kezelői beavatkozások időbélyeggel ellátott rögzítése.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Receptkezelés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Különböző terméktípusok paramétereinek mentése és betöltése egy kattintással.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Jogosultságok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Jelszóval védett szintek (operátor, karbantartó, mérnök) beállítása.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927002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562" y="2927002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8624" y="2927002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Műhelytitok: Modern HMI funkciók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857500"/>
            <a:ext cx="36957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Túlzsúfolt képernyő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Túl sok információ zsúfolása egyetlen felületre.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Nem egyértelmű ikonok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Érthetetlen szimbólumok, amelyek félreértést okoznak.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Helytelen színhasználat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Figyelemfelkeltő színek túlzott vagy következetlen használata.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Változónév eltérés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Eltérések a PLC és a HMI címzései vagy változónevei között.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492823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492823"/>
            <a:ext cx="26670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Tipikus tervezési hibák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 specifikáció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Készíts HMI képernyőtervet egy automata palackozó géphez. Rajzold meg a főoldalt a kezelőszervekkel.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Címzés és integráció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Rendelj hozzá PLC-változókat minden egyes nyomógombhoz, állapotjelzőhöz és számlálómezőhöz.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Mini projekt: Palackozó HMI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Mit jelent a HMI?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Human–Machine Interface (Ember–Gép Kapcsolat), a kezelő és a PLC közötti grafikus felület.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Milyen feladatokat lát 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Vezérlés, folyamatok felügyelete, paraméterek módosítása és riasztások megjelenítése.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Hogyan kommunikál a PLC-vel?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Ipari hálózaton (pl. Ethernet, Profinet) keresztül olvassa és írja a PLC belső változóit.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Miért fontos az áttekinthetőség?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Hogy vészhelyzetben a kezelő azonnal átlássa a gép állapotát, és elkerülje a hibás beavatkozásokat.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730996"/>
            <a:ext cx="9391650" cy="2291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111996"/>
            <a:ext cx="8572500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jó HMI nemcsak szép, hanem biztonságos és egyértelmű. A kezelőnek mindig pontosan tudnia kell, hogy a gép milyen állapotban van, és milyen műveletet hajthat végre.”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8700" y="4422278"/>
            <a:ext cx="25717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612</Words>
  <Application>Microsoft Office PowerPoint</Application>
  <PresentationFormat>Szélesvásznú</PresentationFormat>
  <Paragraphs>86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2026-08-02T07:56:59Z</dcterms:modified>
  <cp:category/>
</cp:coreProperties>
</file>