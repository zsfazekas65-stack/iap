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48237" y="2505075"/>
            <a:ext cx="2295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C2410C"/>
                </a:solidFill>
                <a:latin typeface="Plus Jakarta Sans"/>
              </a:rPr>
              <a:t>PLC ALAPISMERETEK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75" y="2943225"/>
            <a:ext cx="11601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lus Jakarta Sans"/>
              </a:rPr>
              <a:t>Időrelék a PLC-programozásban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00475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TON, TOF és TP időzítők elmélete és gyakorlati alkalmazása ipari környezetben (Óraszám: 5 óra)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37" y="2533650"/>
            <a:ext cx="1238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292697"/>
            <a:ext cx="9391650" cy="22726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787997"/>
            <a:ext cx="840105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„Az automatizálásban nemcsak az számít, mi történik, hanem az is, hogy mikor történik.”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0" y="3831877"/>
            <a:ext cx="2476500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Heti mérnöki gondolat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86997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0" y="3869977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8412"/>
            <a:ext cx="3530649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38412"/>
            <a:ext cx="3530649" cy="2657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38412"/>
            <a:ext cx="3530649" cy="2657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Időrelék szerepe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71912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Megérti az időrelék alapvető funkcióját és elengedhetetlen szerepét a szekvenciális vezérlésekben.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TON, TOF, 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3871912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Magabiztosan ismeri és megkülönbözteti a bekapcsolási, kikapcsolási késleltetésű és impulzus időzítőket.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Gyakorlati programozás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3871912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Egyszerű időzített PLC-programokat készít, és online monitorral ellenőrzi azok valós idejű működését.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928937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928937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928937"/>
            <a:ext cx="4286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5334000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47987"/>
            <a:ext cx="53340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27622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3262"/>
            <a:ext cx="4980622" cy="21907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EA580C"/>
                </a:solidFill>
                <a:latin typeface="Plus Jakarta Sans"/>
              </a:rPr>
              <a:t>Ipariigények és Időzítések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Az ipari folyamatok gyakran igényelnek szigorú időzítési feltételeket, például motorok fokozatos indítását, szalagok leállítási utánfutását vagy biztonsági impulzusok generálását.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43262"/>
            <a:ext cx="4980622" cy="2190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284C7"/>
                </a:solidFill>
                <a:latin typeface="Plus Jakarta Sans"/>
              </a:rPr>
              <a:t>A PLC Megoldás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62337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Ezeket a feladatokat a hagyományos hardveres időkerekek helyett ma már tisztán szoftveres úton, a PLC időrelé (Timer) utasításaival valósítjuk meg rendkívüli rugalmassággal.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271837"/>
            <a:ext cx="20002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271837"/>
            <a:ext cx="2190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az időzítés világába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8412"/>
            <a:ext cx="3530649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38412"/>
            <a:ext cx="3530649" cy="2657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38412"/>
            <a:ext cx="3530649" cy="2657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31432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TON (Bekapcsolási)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71912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kimenet a bemeneti jel megjelenése után a beállított előírt idő ($PT$) letelte után kapcsol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TOF (Kikapcsolási)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3871912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bemenet megszűnése után a kimenet még a beállított ideig aktív (bekapcsolt) marad, majd lekapcsol.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TP (Impulzus)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3871912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Bemeneti élre indulva pontosan a megadott ideig tartó fix hosszúságú impulzust állít elő függetlenül a bemenet hosszától.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928937"/>
            <a:ext cx="2571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928937"/>
            <a:ext cx="25717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928937"/>
            <a:ext cx="3048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Alapvető Időzítőtípusok (TON, TOF, TP)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5334000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47987"/>
            <a:ext cx="53340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45720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3262"/>
            <a:ext cx="498062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284C7"/>
                </a:solidFill>
                <a:latin typeface="Plus Jakarta Sans"/>
              </a:rPr>
              <a:t>TON – Bekapcsolási késleltetés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Működés: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Ha a Start bemenet magas szintre vált, az időzítő számlálni kezd. Ha eléri a preset értéket, a Q kimenet aktiválódik. Ha a bemenet megszakad, az időzítő azonnal resetelődik.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43262"/>
            <a:ext cx="498062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EA580C"/>
                </a:solidFill>
                <a:latin typeface="Plus Jakarta Sans"/>
              </a:rPr>
              <a:t>TOF – Kikapcsolási késleltetés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Működés: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 bemenet aktívvá válásakor a Q kimenet azonnal bekapcsol. Amikor a bemenet lefut (kikapcsol), elindul az időzítés, és a kimenet csak az idő letelte után kapcsol ki.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45720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TON és TOF részletes működése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5125"/>
            <a:ext cx="386715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"/>
            <a:ext cx="314325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3305175"/>
            <a:ext cx="306705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75"/>
              </a:lnSpc>
            </a:pPr>
            <a:r>
              <a:rPr sz="6375" b="1" i="0" u="none">
                <a:solidFill>
                  <a:srgbClr val="EA580C"/>
                </a:solidFill>
                <a:latin typeface="JetBrains Mono"/>
              </a:rPr>
              <a:t>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210050"/>
            <a:ext cx="3067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9A3412"/>
                </a:solidFill>
                <a:latin typeface="Plus Jakarta Sans"/>
              </a:rPr>
              <a:t>Eaton Easy TON 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650" y="3171825"/>
            <a:ext cx="71408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Valós hardveres implementációk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650" y="3533775"/>
            <a:ext cx="6800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Eaton easy: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3 másodperces TON program beállítása és tesztelése.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LG PLC: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Késleltetett motorindítási logika felépítése.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Omron PLC: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TOF alapú ventilátor-utánfutás megvalósítása.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Online Monitor: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 belső regiszterek valós idejű követése.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Laboratóriumi gyakorlatok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833687"/>
            <a:ext cx="110490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833687"/>
          <a:ext cx="11039472" cy="20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1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2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Feladat sorszáma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Bemeneti feltétel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Időzítő típusa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Időérték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Kimeneti eszköz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1. feladat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START nyomógomb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TON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 (Bekapcsolási)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5 másodperc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Jelzőlámpa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2. feladat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STOP gomb / lefutás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TOF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 (Kikapcsolási)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10 másodperc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Ventilátor utánfutás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3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3. feladat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Esemény indító gomb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A855F7"/>
                          </a:solidFill>
                          <a:latin typeface="Plus Jakarta Sans"/>
                        </a:rPr>
                        <a:t>TP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 (Impulzus)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 másodperc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Hangjelző (Sziréna)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3343275"/>
            <a:ext cx="2128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05248" y="3343275"/>
            <a:ext cx="2511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6425" y="3343275"/>
            <a:ext cx="2316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33382" y="3343275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52954" y="3343275"/>
            <a:ext cx="22627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857625"/>
            <a:ext cx="2128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05248" y="3857625"/>
            <a:ext cx="2511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6425" y="3857625"/>
            <a:ext cx="2316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33382" y="3857625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52954" y="3857625"/>
            <a:ext cx="22627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4371975"/>
            <a:ext cx="2128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05248" y="4371975"/>
            <a:ext cx="2511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16425" y="4371975"/>
            <a:ext cx="2316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33382" y="4371975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52954" y="4371975"/>
            <a:ext cx="22627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262" y="4886325"/>
            <a:ext cx="2128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05248" y="4886325"/>
            <a:ext cx="2511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6425" y="4886325"/>
            <a:ext cx="2316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33382" y="4886325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52954" y="4886325"/>
            <a:ext cx="22627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Gyakorlati programozási feladatok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247900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438400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Hibás időegység megadása: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Gyakori tévedés a milliszekundum (ms) és másodperc (s) keverése a paraméterezés során.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89560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24790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247900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10975" y="2247900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" y="3057525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48025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Helytelen reset kezelés: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Az időzítő feltételeinek elvesztésekor rossz feltétel miatt elmaradó reset megszakíthatja a ciklust.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70522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05752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057525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10975" y="3057525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1500" y="3867150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057650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PLC STOP üzemmód: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Paraméter-módosítás kísérlete letiltott vagy STOP módban lévő vezérlőn.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51485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3867150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10975" y="3867150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1500" y="4676775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867275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Online monitor mellőzése: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Hibakeresés vizuális visszajelzés (online mód) nélkül a logikai láncban.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532447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" y="467677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4676775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610975" y="4676775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289560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370522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1500" y="451485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" y="532447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462212"/>
            <a:ext cx="209550" cy="2190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271837"/>
            <a:ext cx="209550" cy="2190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081462"/>
            <a:ext cx="209550" cy="2190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891087"/>
            <a:ext cx="209550" cy="2190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Gyakori hibák a programozásban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5334000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47987"/>
            <a:ext cx="53340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3262"/>
            <a:ext cx="4980622" cy="2190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59669"/>
                </a:solidFill>
                <a:latin typeface="Plus Jakarta Sans"/>
              </a:rPr>
              <a:t>Mérnöki gondolkodás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PLC időreléinek értékei közvetlenül programból, HMI-felületről vagy scada rendszeren keresztül módosíthatók. Ez azt jelenti, hogy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nincs szükség fizikai hardvercserére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vagy átkábelezésre egy technológiai módosítás esetén.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43262"/>
            <a:ext cx="4980622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7C3AED"/>
                </a:solidFill>
                <a:latin typeface="Plus Jakarta Sans"/>
              </a:rPr>
              <a:t>IAA Extra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modern ipari PLC-k korlátozás nélkül, egyszerre akár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több száz időzítőt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is képesek kezelni a belső memóriaterületüken, ami komplex gyártósorok szekvenciális vezérlését teszi lehetővé.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271837"/>
            <a:ext cx="2190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271837"/>
            <a:ext cx="1809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Mérnöki megközelítés &amp; IAA Extra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9825"/>
            <a:ext cx="3530649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09825"/>
            <a:ext cx="3530649" cy="2914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09825"/>
            <a:ext cx="3530649" cy="2914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27622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Alapfogalmak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43325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 az időrelé feladata?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Mit jelent pontosan a TON, TOF és TP rövidítés?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Miért előnyös a PLC alapú időzítés?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Alkalmazás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3743325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Mire használható a TON a gyakorlatban?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Mikor célszerű TOF-ot használni?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Milyen jellemzői vannak a TP impulzusnak?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Diagnosztika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3743325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Milyen hibák fordulhatnak elő?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Hogyan segít az online monitor?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Hogyan változnak a preset értékek?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00350"/>
            <a:ext cx="2190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800350"/>
            <a:ext cx="4286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800350"/>
            <a:ext cx="4286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040284"/>
            <a:ext cx="9391650" cy="27774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535584"/>
            <a:ext cx="840105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„A pontos időzítés a megbízható automatizálás egyik legfontosabb feltétele.”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6737" y="3579465"/>
            <a:ext cx="3438525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— IAA mérnöki alapelv</a:t>
            </a:r>
            <a:r>
              <a:t>
</a:t>
            </a:r>
            <a:r>
              <a:rPr sz="1500" b="1" i="0" u="none">
                <a:solidFill>
                  <a:srgbClr val="F97316"/>
                </a:solidFill>
                <a:latin typeface="Plus Jakarta Sans"/>
              </a:rPr>
              <a:t>Köszönöm a figyelmet! Kérdések?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673</Words>
  <Application>Microsoft Office PowerPoint</Application>
  <PresentationFormat>Szélesvásznú</PresentationFormat>
  <Paragraphs>74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JetBrains Mono</vt:lpstr>
      <vt:lpstr>Plus Jakarta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2026-08-02T05:21:13Z</dcterms:modified>
  <cp:category/>
</cp:coreProperties>
</file>