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9" d="100"/>
          <a:sy n="49" d="100"/>
        </p:scale>
        <p:origin x="965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0" tIns="20116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94A3B8"/>
                </a:solidFill>
              </a:defRPr>
            </a:pPr>
            <a:r>
              <a:t>INTEGRÁLT AUTOMATIKA AKADÉMIA (IAA)</a:t>
            </a:r>
          </a:p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</a:defRPr>
            </a:pPr>
            <a:r>
              <a:t>PLC Alapismeretek – 33. hét</a:t>
            </a:r>
          </a:p>
          <a:p>
            <a:pPr>
              <a:spcAft>
                <a:spcPts val="2500"/>
              </a:spcAft>
              <a:defRPr sz="3600" b="1">
                <a:solidFill>
                  <a:srgbClr val="FFFFFF"/>
                </a:solidFill>
              </a:defRPr>
            </a:pPr>
            <a:r>
              <a:t>Smart Factory – Az intelligens gyár működése</a:t>
            </a:r>
          </a:p>
          <a:p>
            <a:pPr>
              <a:defRPr sz="1600" i="1">
                <a:solidFill>
                  <a:srgbClr val="CBD5E1"/>
                </a:solidFill>
              </a:defRPr>
            </a:pPr>
            <a:r>
              <a:t>„A jövő gyárában az autonóm rendszerek, az IoT és a mesterséges intelligencia olvad egységes, önoptimalizáló ökoszisztémává.”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INTEGRÁLT AUTOMATIKA AKADÉMIA (IAA) | 33. HÉT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A hét mottója &amp; Fő kérdése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bIns="365760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2563EB"/>
                </a:solidFill>
              </a:defRPr>
            </a:pPr>
            <a:r>
              <a:t>🎯 A hét mottója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„A jövő gyárában az autonóm rendszerek, az IoT és a mesterséges intelligencia olvad egységes, önoptimalizáló ökoszisztémává.”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A Smart Factory nem csupán gépesítés, hanem teljes körű digitalizáció, ahol a fizikai és a digitális világ szorosan összefonódik.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37160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bIns="365760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2563EB"/>
                </a:solidFill>
              </a:defRPr>
            </a:pPr>
            <a:r>
              <a:t>🌍 A világ nagy kérdése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Hogyan integrálhatók a PLC-k, az robotok, az Enterprise rendszerek és a mesterséges intelligencia egyetlen önműködő, rugalmas ökoszisztémává?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Hogyan érhető el a tömeges testreszabás (Mass Customization) gazdaságos és hibamentes módon?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INTEGRÁLT AUTOMATIKA AKADÉMIA (IAA) | 33. HÉT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A technika története és mérföldkövei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bIns="365760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2563EB"/>
                </a:solidFill>
              </a:defRPr>
            </a:pPr>
            <a:r>
              <a:t>📖 Fejlődési ív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A mechanikus tömeggyártástól eljutottunk az automatizált sorokon át a mai teljesen integrált, önmagát szervező intelligens gyárakig.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37160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bIns="365760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2563EB"/>
                </a:solidFill>
              </a:defRPr>
            </a:pPr>
            <a:r>
              <a:t>🕒 Idővonal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1980 – Szigetelt automatizálás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2000 – Hálózatba kötött gépek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2011 – Ipar 4.0 koncepció megszületése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2018 – IIoT és prediktív rendszerek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Napjaink – Autonóm Smart Factory és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INTEGRÁLT AUTOMATIKA AKADÉMIA (IAA) | 33. HÉT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Fejlesztők és Tanulási Célok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bIns="365760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2563EB"/>
                </a:solidFill>
              </a:defRPr>
            </a:pPr>
            <a:r>
              <a:t>👨‍🔬 Kulcsszereplők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Siemens, Schneider Electric, Bosch Rexroth, ABB, Rockwell Automation, Fanuc, KUKA.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Ipari óriások, amelyek az OT (Operational Technology) és IT (Information Technology) konvergenciáját hajtják végre.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37160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bIns="365760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2563EB"/>
                </a:solidFill>
              </a:defRPr>
            </a:pPr>
            <a:r>
              <a:t>🎯 Tanulási célok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A Smart Factory architektúra alapelveinek megértése.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A PLC szerepe az intelligens gyári hálózatokban.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Az OT/IT integráció és az autonóm gyártás megismerése.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INTEGRÁLT AUTOMATIKA AKADÉMIA (IAA) | 33. HÉT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Elméleti alapok: Az intelligens gyár pillérei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bIns="365760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2563EB"/>
                </a:solidFill>
              </a:defRPr>
            </a:pPr>
            <a:r>
              <a:t>📚 Fő elvek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Fizikai és digitális konvergencia: A gyártósor minden eleme valós időben kommunikál a felsőbb szintű rendszerekkel.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Önálló döntéshozatal: A decentralizált intelligencia révén a gépek képesek reagálni a váratlan eseményekre.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Rugalmasság és skálázhatóság: Gyors átállás új termékek gyártására szoftveres újrakonfigurálással.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Teljes körű átláthatóság (Digital Twin): A gyártási folyamat digitális ikertestvére valós időben követi a valóságot.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INTEGRÁLT AUTOMATIKA AKADÉMIA (IAA) | 33. HÉT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Hogyan működik a háttérben? (Adatáramlás)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bIns="365760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2563EB"/>
                </a:solidFill>
              </a:defRPr>
            </a:pPr>
            <a:r>
              <a:t>⚙️ Integrációs rétegek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1. Érzékelők és Actuatorok (Fizikai réteg)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2. PLC / RTU (Valós idejű helyi vezérlés)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3. Edge Computing / SCADA (Helyi aggregáció és felügyelet)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4. MES / ERP / Cloud (Vállalati szintű tervezés, AI optimalizálás és döntéstámogatás)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INTEGRÁLT AUTOMATIKA AKADÉMIA (IAA) | 33. HÉT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Ipari esettanulmány és Laborfeladat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bIns="365760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2563EB"/>
                </a:solidFill>
              </a:defRPr>
            </a:pPr>
            <a:r>
              <a:t>🏭 Ipari esettanulmány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Teljesen automatizált elektronikai gyár, ahol az AGV-k önállóan szállítják az alkatrészeket a PLC által vezérelt sorokhoz, a hibás termékeket pedig az AI-alapú vizuális rendszer azonnal kiszűri.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37160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bIns="365760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2563EB"/>
                </a:solidFill>
              </a:defRPr>
            </a:pPr>
            <a:r>
              <a:t>🧪 Laborfeladat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Tervezzen meg egy Smart Factory kommunikációs és vezérlési architektúrát, amely magában foglalja a PLC, SCADA, MES, Edge és Cloud rendszereket!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Jelölje az adatáramlás útját és a biztonsági zónákat.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INTEGRÁLT AUTOMATIKA AKADÉMIA (IAA) | 33. HÉT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Műhelytitok, Tipikus hibák és Mesterfeladat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bIns="365760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2563EB"/>
                </a:solidFill>
              </a:defRPr>
            </a:pPr>
            <a:r>
              <a:t>🔧 Műhelytitok &amp; Hibák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Műhelytitok: A Smart Factory nem a legdrágább technológia megvásárlásáról szól, hanem a meglévő adatok intelligens összekapcsolásáról.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Tipikus hibák: Kizárólag IT szemlélet (OT biztonság elhanyagolása), túl bonyolult architektúra, hiányzó dolgozói képzés.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37160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bIns="365760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2563EB"/>
                </a:solidFill>
              </a:defRPr>
            </a:pPr>
            <a:r>
              <a:t>🎓 IAA Mesterfeladat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Készítsen részletes rendszertervet egy Smart Factory intelligens szerelősorához, bemutatva a PLC szerepét, az adatgyűjtést, az Edge/Cloud megosztást és a hibakezelést!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INTEGRÁLT AUTOMATIKA AKADÉMIA (IAA) | 33. HÉT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Mérnöki szemlélet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bIns="365760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2563EB"/>
                </a:solidFill>
              </a:defRPr>
            </a:pPr>
            <a:r>
              <a:t>🧠 Gondolkodjunk mérnökként!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„A jövő mérnöke nem csupán gépeket tervez, hanem komplex, önfejlesztő digitális rendszereket tart kézben.”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A stabilitás és az innováció egyensúlya a kulcs.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37160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bIns="365760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2563EB"/>
                </a:solidFill>
              </a:defRPr>
            </a:pPr>
            <a:r>
              <a:t>💬 IAA mérnöki idézet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„Az intelligens gyár nem a robotokról szól, hanem az adatokból nyert bölcsességről.”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INTEGRÁLT AUTOMATIKA AKADÉMIA (IAA) | 33. HÉT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Önellenőrzés és Szakkifejezések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bIns="365760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2563EB"/>
                </a:solidFill>
              </a:defRPr>
            </a:pPr>
            <a:r>
              <a:t>❓ Önellenőrző kérdések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1. Mi az a Smart Factory?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2. Mi a szerepe a PLC-nek az intelligens gyárban?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3. Mi az OT és IT konvergenciája?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4. Miért fontos a digitális ikertestvér (Digital Twin)?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5. Hogyan kapcsolódik egymáshoz az Edge és a Cloud?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37160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bIns="365760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2563EB"/>
                </a:solidFill>
              </a:defRPr>
            </a:pPr>
            <a:r>
              <a:t>📖 Szakkifejezések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Smart Factory – Intelligens gyár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Digital Twin – Digitális ikertestvér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OT/IT – Operational / Information Technology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IIoT – Ipari dolgok internete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Autonomous Systems – Autonóm rendszerek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811</Words>
  <Application>Microsoft Office PowerPoint</Application>
  <PresentationFormat>Szélesvásznú</PresentationFormat>
  <Paragraphs>80</Paragraphs>
  <Slides>10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subject/>
  <dc:creator>Fazekas Zsolt</dc:creator>
  <cp:keywords/>
  <dc:description>generated using python-pptx</dc:description>
  <cp:lastModifiedBy>zsolt Fazekas</cp:lastModifiedBy>
  <cp:revision>1</cp:revision>
  <dcterms:created xsi:type="dcterms:W3CDTF">2013-01-27T09:14:16Z</dcterms:created>
  <dcterms:modified xsi:type="dcterms:W3CDTF">2026-08-02T13:27:07Z</dcterms:modified>
  <cp:category/>
</cp:coreProperties>
</file>