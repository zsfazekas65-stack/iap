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812" y="1883122"/>
            <a:ext cx="4524375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435572"/>
            <a:ext cx="9501187" cy="1822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Alarmok, Eseménynapló (Event Log) és Adatnaplózás (Data Logging)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4449067"/>
            <a:ext cx="90487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PLC alapismeretek és ipari diagnosztikai rendszerek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917626"/>
            <a:ext cx="9391650" cy="191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298626"/>
            <a:ext cx="857250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„Minden riasztás egy üzenet. A jó mérnök nem csak törli, hanem meg is érti.”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235648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hét mottója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probléma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 palackozó sor ismétlődően leáll. A HMI az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A017 – Palack érzékelő késedelmes jel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riasztást mutatja a kezelőnek.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diagnózis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eseménynapló és a trendek alapján kiderül, hogy az optikai érzékelő időszakosan hibás jelet adott. Tisztítás után a hiba teljesen megszűnik.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Ipari esettanulmány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2215"/>
            <a:ext cx="5334000" cy="23087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2215"/>
            <a:ext cx="5334000" cy="2308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Elméleti kompetenciák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Gyakorlati készségek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riasztások szerepének és fontosságának megértése.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Event Log és Data Logging céljának elsajátítása.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Alarm prioritások és kategorizálás alkalmazása.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Egyszerű riasztási és nyugtázási rendszer tervezése.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Eseménynaplók kezelése HMI környezetben.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Folyamatadatok naplózása és elemzése.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84215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91855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9949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48421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185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949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Mi az Alarm?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Olyan információs vagy figyelmeztető üzenet, amely tájékoztatja a kezelőt a gép rendellenes állapotáról vagy beavatkozási igényéről.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Főbb kategóriák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Megkülönböztetünk információs üzeneteket, figyelmeztetéseket (Warning), hibákat (Fault) és kritikus vészállapotokat (Critical Alarm).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1. tanóra: Alarmok és kategóriák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súlyossági szintek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riasztások prioritása segít eldönteni, hogy elegendő-e a kezelő figyelmeztetése, vagy azonnali, gépleállítással járó beavatkozás szükséges.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Operátori reakció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magas prioritású hibák vizuális és akusztikus jelet adnak, míg az alacsonyabb szintűek csendes háttérfigyelmeztetésként szolgálnak.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2. tanóra: Alarm prioritások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Időbélyegzett rögzítés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eseménynapló pontos időbélyeggel rögzíti az indításokat, leállításokat, üzemmódváltásokat, hibákat és a kezelői műveleteket.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Nyomon követhetőség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Lehetővé teszi a műszakvezetők és karbantartók számára, hogy pontosan rekonstruálják a gép múltbeli eseményeit.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3. tanóra: Event Log (Eseménynapló)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266950"/>
            <a:ext cx="11049000" cy="32194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266950"/>
          <a:ext cx="11039473" cy="3219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7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8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Időpont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Esemény / Riasztás megnevezése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Kategória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08:01:22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START parancs kiadva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Információ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08:17:05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A005 – Motor túlterhelés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Hiba (Fault)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08:18:12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Hiba nyugtázva (ACK)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Kezelői művelet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08:20:00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Újraindítás (START)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Információ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09:12:45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Átjárás: AUTO → MANUAL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Üzemmódváltás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795587"/>
            <a:ext cx="2272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49016" y="2795587"/>
            <a:ext cx="5677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26809" y="2795587"/>
            <a:ext cx="3088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328987"/>
            <a:ext cx="2272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49016" y="3328987"/>
            <a:ext cx="5677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26809" y="3328987"/>
            <a:ext cx="3088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3862387"/>
            <a:ext cx="2272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49016" y="3862387"/>
            <a:ext cx="5677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26809" y="3862387"/>
            <a:ext cx="3088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395787"/>
            <a:ext cx="2272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49016" y="4395787"/>
            <a:ext cx="5677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26809" y="4395787"/>
            <a:ext cx="3088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6262" y="4929187"/>
            <a:ext cx="22727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49016" y="4929187"/>
            <a:ext cx="5677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26809" y="4929187"/>
            <a:ext cx="30889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Példa: Műszaki eseménynapló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Folyamatértékek mentése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folyamatosan rögzíti a fizikai folyamatadatokat (hőmérséklet, nyomás, áramfelvétel, darabszám), amelyekből dinamikus trendek készíthetők.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Hosszútávú elemzés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adatok elmenthetők csv vagy adatbázis formátumban a minőségbiztosítási auditokhoz és a prediktív karbantartáshoz.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4. tanóra: Data Logging (Adatnaplózás)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Bitállapot és HMI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Állapotváltozáskor a PLC beállít egy hibabitet (pl. M250=1). A HMI kiolvassa, megjeleníti a szöveget, és eltárolja az eseményt.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nyugtázás (ACK) elve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kezelő ACK gombbal nyugtázza a riasztást. Ez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nem szünteti meg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 hiba okát, csak jelzi, hogy a kezelő tudomásul vette azt.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Hogyan működik a háttérben?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Hiányzó időbélyeg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Események rögzítése pontos időpont nélkül, ami nehezíti a hibakeresést.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Nem egyértelmű szöveg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Érthetetlen hibakódok (pl. Err_99) leírás nélkül a HMI-n.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Azonos prioritás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Minden hiba ugyanolyan sürgősséggel jelez, elvonva a figyelmet.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Nincs mentés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Az események és adatok elvesznek a HMI vagy PLC áramtalanításakor.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18097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492823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492823"/>
            <a:ext cx="180975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Tipikus tervezési hibák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Gyorsabb hibakeresés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jól megtervezett riasztási és naplózási rendszer gyakran sokkal gyorsabban vezeti el a mérnököt a hiba okához, mint magának a PLC programnak az átnézése.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Állásidő minimalizálása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részletes előzmények ismeretében a karbantartók célzottan érkeznek a hibás géphez a megfelelő alkatrésszel.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Műhelytitok: Karbantartói szemlélet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Mi az Alarm?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Olyan üzenet, amely tájékoztatja a kezelőt a gép rendellenes állapotáról vagy beavatkozási igényéről.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Warning vs. 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Warning csak figyelmeztetés (a gép még fut), míg a Fault hibaállapot, amely megállítja a folyamatot.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Mire szolgál az Event Log?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Hogy időbélyeggel ellátva rögzítse az indításokat, leállításokat, hibákat és a kezelői műveleteket.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Miért fontos az időbélyeg?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Mert megmutatja a hiba pontos bekövetkezésének pillanatát, ami nélkülözhetetlen az összefüggések elemzéséhez.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917626"/>
            <a:ext cx="9391650" cy="191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298626"/>
            <a:ext cx="8572500" cy="7465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jól felépített napló és riasztási rendszer gyakran gyorsabban vezeti el a mérnököt a hiba okához, mint maga a PLC-program.”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235648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684</Words>
  <Application>Microsoft Office PowerPoint</Application>
  <PresentationFormat>Szélesvásznú</PresentationFormat>
  <Paragraphs>86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2026-08-02T08:00:54Z</dcterms:modified>
  <cp:category/>
</cp:coreProperties>
</file>