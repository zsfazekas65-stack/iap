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17.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400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AZ IDŐ SZEREPE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6858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DE9136"/>
                </a:solidFill>
                <a:latin typeface="Aptos"/>
              </a:defRPr>
            </a:pPr>
            <a:r>
              <a:t>A DIGITÁLIS SZABÁLYOZÁSBAN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25880"/>
            <a:ext cx="356616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2926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DE9136"/>
                </a:solidFill>
                <a:latin typeface="Aptos"/>
              </a:defRPr>
            </a:pPr>
            <a:r>
              <a:t>20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92608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42AAD2"/>
                </a:solidFill>
                <a:latin typeface="Aptos"/>
              </a:defRPr>
            </a:pPr>
            <a:r>
              <a:t>MINTAVÉTEL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88620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3F8F68"/>
                </a:solidFill>
                <a:latin typeface="Aptos"/>
              </a:defRPr>
            </a:pPr>
            <a:r>
              <a:t>CIKLUSIDŐ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Analóg vagy digitális?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fő különbség az időkezelés.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ANALÓG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folyamatos idő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DIGITÁLIS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mintavételezett idő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KORAI VEZÉRLŐK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késleltetett működés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digitális ciklus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Öt lépés ismétlődik folyamatosan.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mintavétel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A/D átalakítás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algoritmus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4–5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kimenet + várakozás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Miért fontos a ciklusidő?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beavatkozás időzítését határozza meg.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TÚL HOSSZÚ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késői beavatkozás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GYORS FOLYAMAT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pontatlanság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KOCKÁZAT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instabilitás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Modern vezérlők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technika sokat gyorsult.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µs–ms ciklusidő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A/D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nagy sebességű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PID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valós idejű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Mérnöki gondolat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Nem önmagában a sebesség számít.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JÓ SZABÁLYOZÓ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időben reagál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MINTAVÉTEL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folyamathoz illesztve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CIKLUSIDŐ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kulcsparaméter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Gondolkodjunk!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PLC ciklusidő: 20 ms • rezgés: 5 kHz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20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50 ciklus/s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5 kHz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5000 periódus/s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KÉRDÉS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megbízható mérés?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idő a digitális szabályozás alapvető tényezője.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ANALÓG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folyamatos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DIGITÁLIS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mintavételezett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MINŐSÉG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mintavétel + ciklusidő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