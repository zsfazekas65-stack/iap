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BED2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VÉDŐVEZETŐK</a:t>
            </a:r>
            <a:br/>
            <a:r>
              <a:t>ÉS EPH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2900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1F5"/>
                </a:solidFill>
                <a:latin typeface="Aptos"/>
              </a:defRPr>
            </a:pPr>
            <a:r>
              <a:t>PE • N • PEN • egyenpotenciálra hozás • hibavédelmi szemlélet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ED2"/>
                </a:solidFill>
                <a:latin typeface="Aptos"/>
              </a:defRPr>
            </a:pPr>
            <a:r>
              <a:t>14. hét • Villamos szerelések • 11. évfolyam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235440" y="2057400"/>
            <a:ext cx="1280160" cy="0"/>
          </a:xfrm>
          <a:prstGeom prst="line">
            <a:avLst/>
          </a:prstGeom>
          <a:ln w="50800">
            <a:solidFill>
              <a:srgbClr val="28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41180" y="2377440"/>
            <a:ext cx="868679" cy="0"/>
          </a:xfrm>
          <a:prstGeom prst="line">
            <a:avLst/>
          </a:prstGeom>
          <a:ln w="50800">
            <a:solidFill>
              <a:srgbClr val="28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24060" y="2697480"/>
            <a:ext cx="502920" cy="0"/>
          </a:xfrm>
          <a:prstGeom prst="line">
            <a:avLst/>
          </a:prstGeom>
          <a:ln w="50800">
            <a:solidFill>
              <a:srgbClr val="28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1325880"/>
            <a:ext cx="0" cy="731520"/>
          </a:xfrm>
          <a:prstGeom prst="line">
            <a:avLst/>
          </a:prstGeom>
          <a:ln w="50800">
            <a:solidFill>
              <a:srgbClr val="28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KAPCSOLÓDÁS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hibavédelem második lépése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13. héten a veszélyhelyzeteket ismertük fel. Most a vezetők szerepét tisztázzuk.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377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13.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Hibavédelem alapjai: közvetlen és közvetett érintés.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14. HÉT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PE, N, PEN és EPH szerepe.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3832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15.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42316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Automatikus lekapcsolás és hibaáram útja.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Nem minden „nulla” ugyanaz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Az üzemi és védelmi funkciók összekeverése életveszélyes hibához vezethet.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423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Aptos"/>
              </a:defRPr>
            </a:pPr>
            <a:r>
              <a:t>véd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718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védővezető - életvédelmi funkció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2423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üzemi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9718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üzemi nullavezető - áram folyhat rajta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918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ptos"/>
              </a:defRPr>
            </a:pPr>
            <a:r>
              <a:t>közös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közös védő- és nullavezető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PE VEZETŐ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védővezető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Normál üzemben nem munkavezető; hiba esetén a hibaáram biztonságos útját biztosítja.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846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3911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68879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 esetén kis impedanciájú utat biztosít a hibaáram számára.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4846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874519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7" y="203911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TILOS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7" y="2468879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PE vezetőt kapcsolóval, biztosítóval vagy megszakító elemmel megszakítani.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N VEZETŐ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Az üzemi nullavezető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Egyfázisú fogyasztóknál üzemszerűen áram folyhat rajta.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ÜZEMI VEZETŐ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Az N vezető a fogyasztói áramkör része.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ÁRAM FOLYHAT RAJTA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Ezért nem kezelhető egyszerűen „védőföldként”.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3832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828800"/>
            <a:ext cx="64008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NEM 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4231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Az N és PE összekeverése hibavédelmi kockázat.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PEN VEZETŐ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Közös védő- és nullavezető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Bizonyos hálózatrészekben közös funkció, de megszakadása különösen veszélyes.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KETTŐS FUNKCIÓ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Védővezető és nullavezető szerep együtt.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FOKOZOTT FIGYELEM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PEN megszakadása veszélyes érintési feszültséget okozhat.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377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SZAKMAI PONTOSSÁG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jelölést és funkciót mindig egyértelműen kell kezelni.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Egyenpotenciálra hozás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Célja a veszélyes potenciálkülönbségek csökkentése az épületben.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64008" cy="2148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VÍZCSŐ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idegen vezetőképes rész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965960"/>
            <a:ext cx="64008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FŰTÉS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fémszerkezet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65960"/>
            <a:ext cx="64008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GÉPÉSZET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vezetőképes elem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65960"/>
            <a:ext cx="64008" cy="214884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 SÍN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közös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HIBAHELYZET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Mi történik megszakadt PE esetén?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készüléktest hiba esetén veszélyes feszültségen maradhat.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 megszakad.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Szigetelési hiba alakul 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test veszélyes maradhat.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292608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292608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HIBAHELYZET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Mi történik PEN szakadásnál?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nullázott részek és fémburkolatok veszélyes potenciálra kerülhetnek.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PEN SZAKADÁS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közös vezető megszakadása több testet is veszélyes potenciálra emelhet.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377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NEM LÁTVÁNYOS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hiba nem mindig egyértelmű a működésből.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231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Folytonosság, jelölés, bekötési logika.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TANÓRAI MUNKA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14. hét 3 órája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Vezetőazonosítás, EPH pontok, hibakártyák elemzése.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1. 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PE, N, PEN funkciók és jelölések.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64008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2. ÓRA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EPH pontok és idegen vezetőképes részek.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38328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828800"/>
            <a:ext cx="6400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3. ÓRA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423160"/>
            <a:ext cx="3063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Hibakártyák, következmények, intézkedések.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GYAKORLATI DOKUMENTÁCIÓ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Mit kell leírni?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Jelölés, funkció, kockázat, intézkedés.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28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 / N / PEN / EPH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FUNKCIÓ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üzemi vagy védelmi szerep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mi történik hiba esetén?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Dönts szakemberként!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PE, N vagy PEN hiba? Indokold röviden és szabatosan.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7548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23160"/>
            <a:ext cx="4434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Egy dugalj működik, de a PE vezető nincs bekötve.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47548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99339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423160"/>
            <a:ext cx="4434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Elfogadható? Nem. A működés nem bizonyít hibavédelmi megfelelőséget.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hét lényege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védővezető-rendszer hiba esetén védi az embert - ezért nem lehet bizonytalan.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védelmi út hiba esetén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64008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üzemi nullavezető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82880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különösen kritikus szakadásnál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828800"/>
            <a:ext cx="64008" cy="246888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4231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potenciálkülönbség csökkentése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14.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