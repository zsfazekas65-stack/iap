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8BED2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HIBAVÉDELEM</a:t>
            </a:r>
            <a:br/>
            <a:r>
              <a:t>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429000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1F5"/>
                </a:solidFill>
                <a:latin typeface="Aptos"/>
              </a:defRPr>
            </a:pPr>
            <a:r>
              <a:t>Közvetlen és közvetett érintés • védővezető • automatikus lekapcsolás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ED2"/>
                </a:solidFill>
                <a:latin typeface="Aptos"/>
              </a:defRPr>
            </a:pPr>
            <a:r>
              <a:t>13. hét • Villamos szerelések • 11. évfolyam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8961120" y="1325880"/>
            <a:ext cx="1828800" cy="1645920"/>
          </a:xfrm>
          <a:prstGeom prst="triangl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36608" y="166420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TÉMAKÖR INDÍTÁSA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Hibavédelem 18 órában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13-18. hét közös célja: hiba esetén se legyen veszélyes érintési állapot.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6002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64008" cy="2103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63240"/>
            <a:ext cx="128016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Alapok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920240"/>
            <a:ext cx="16002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920240"/>
            <a:ext cx="64008" cy="2103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3063240"/>
            <a:ext cx="128016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PE/PEN/EPH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20240"/>
            <a:ext cx="16002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920240"/>
            <a:ext cx="64008" cy="2103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63240"/>
            <a:ext cx="128016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Lekapcsolás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920240"/>
            <a:ext cx="16002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920240"/>
            <a:ext cx="64008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063240"/>
            <a:ext cx="128016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FI-relé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1920240"/>
            <a:ext cx="16002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59" y="1920240"/>
            <a:ext cx="64008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063240"/>
            <a:ext cx="128016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Ellenőrzések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1920240"/>
            <a:ext cx="160020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12680" y="1920240"/>
            <a:ext cx="64008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3848" y="20848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2514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3848" y="3063240"/>
            <a:ext cx="128016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Kihívás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ALAPKÉRDÉS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Mi ellen véd a hibavédelem?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Nem csak az üzemszerű működés számít, hanem a meghibásodás következménye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64008" cy="24688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848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ÜZEMSZERŰ ÁLLAPOT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berendezés működik, de ettől még nem biztos, hogy hibára is biztonságos.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64008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0848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HIBAÁLLAPOT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146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Szigetelési hiba, szakadás, rossz kötés vagy hibás bekötés miatt veszély keletkezhet.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2918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64008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08483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5146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veszélyes állapotot gyorsan meg kell szüntetni.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FOGALMAK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Közvetlen és közvetett érintés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két helyzet felismerése a hibavédelem alapja.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846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3911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KÖZVETLEN ÉRINTÉS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68879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ptos"/>
              </a:defRPr>
            </a:pPr>
            <a:r>
              <a:t>AKTÍV RÉSZ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17520"/>
            <a:ext cx="4526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Az ember üzemszerűen feszültség alatt álló részt érint: például csupasz vezetéket vagy nyitott sorkapcsot.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74519"/>
            <a:ext cx="48463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874519"/>
            <a:ext cx="64008" cy="2377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2039112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KÖZVETETT ÉRINTÉS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2468879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Aptos"/>
              </a:defRPr>
            </a:pPr>
            <a:r>
              <a:t>HIBÁS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3017520"/>
            <a:ext cx="4526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Az ember olyan testet érint, amely csak hiba miatt került feszültség alá.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HIBAHELYZET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Hogyan lesz veszélyes a készüléktest?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Szigetelési hiba esetén a fém burkolat feszültség alá kerülhet.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7432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933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423160"/>
            <a:ext cx="2423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Szigetelési hiba alakul ki.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28800"/>
            <a:ext cx="27432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9933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423160"/>
            <a:ext cx="2423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fém test feszültség alá kerülhet.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27432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19933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423160"/>
            <a:ext cx="2423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Érintéskor áram haladhat át az emberen.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292608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2926080"/>
            <a:ext cx="7772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VÉDŐVEZETŐ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PE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védővezető nem üzemi vezető: hiba esetén ad biztonságos áramutat.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331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  <a:latin typeface="Aptos"/>
              </a:defRPr>
            </a:pPr>
            <a:r>
              <a:t>véd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71800"/>
            <a:ext cx="29718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Védővezető. Hiba esetén a hibaáram útja.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9184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6FEB"/>
                </a:solidFill>
                <a:latin typeface="Aptos"/>
              </a:defRPr>
            </a:pPr>
            <a:r>
              <a:t>üzemi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971800"/>
            <a:ext cx="29718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Üzemi nullavezető. Normál üzemben áram folyhat rajta.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29184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231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ptos"/>
              </a:defRPr>
            </a:pPr>
            <a:r>
              <a:t>kombinált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9718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Kombinált vezető bizonyos rendszerekben. Kezelése fokozott figyelmet igényel.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AUTOMATIKUS LEKAPCSOLÁS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védelem működési lánca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Hiba -&gt; hibaáram -&gt; védelmi készülék -&gt; lekapcsolás.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64008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szigetelési hiba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965960"/>
            <a:ext cx="64008" cy="2148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HIBAÁRAM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 útvonal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965960"/>
            <a:ext cx="64008" cy="2148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LEKAPCSOLÁS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kismegszakító / FI-relé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65960"/>
            <a:ext cx="233172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965960"/>
            <a:ext cx="64008" cy="2148840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13055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56032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veszély megszűnik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TANÓRAI MUNKA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13. hét 3 órája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Fogalom, helyzetfelismerés, döntési lánc.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28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1. 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Hibavédelem fogalma, áramütési helyzetek.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2. ÓRA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Közvetlen és közvetett érintés felismerése.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28800"/>
            <a:ext cx="33832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828800"/>
            <a:ext cx="6400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9933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3. ÓRA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42316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Hibaáram útja és döntési lánc készítése.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GYAKORLATI 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Biztonsági helyzetelemzés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Feszültségmentes oktatási állomáson veszélyek azonosítása.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194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Milyen veszélyt látsz?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MEGNEVEZÉS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2316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Közvetlen vagy közvetett érintés?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INTÉZKEDÉS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23160"/>
            <a:ext cx="29718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Mit kell tenni a biztonságért?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Nem elég látni - le kell írni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Veszély, következmény, intézkedés, szakmai indoklás.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7548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64008" cy="228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23160"/>
            <a:ext cx="4434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Veszély / hiba - következmény - intézkedés.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47548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82880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993392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INDOKLÁS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423160"/>
            <a:ext cx="4434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szakmai döntést röviden, érthetően meg kell magyarázni.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Dönts szakemberként!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működés nem bizonyítja a hibavédelmi megfelelőséget.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Fémburkolatú készülék burkolata hiba miatt feszültség alá kerülhet.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64008" cy="228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KÉRDÉS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231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Mi történik PE vezető nélkül vagy hibás PE esetén?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64008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933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VÁLASZ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23160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A működés nem azonos a biztonságos hibavédelemmel.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6FEB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C2340"/>
                </a:solidFill>
                <a:latin typeface="Aptos"/>
              </a:defRPr>
            </a:pPr>
            <a:r>
              <a:t>A hét lényege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Aptos"/>
              </a:defRPr>
            </a:pPr>
            <a:r>
              <a:t>A jó szerelő hiba esetére is gondolkodik.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6060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23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Közvetlen érintés: aktív rész.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28800"/>
            <a:ext cx="26060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64008" cy="2377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Közvetett érintés: hiba miatt veszélyes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828800"/>
            <a:ext cx="26060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828800"/>
            <a:ext cx="64008" cy="2377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423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PE és védelem együtt működik.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828800"/>
            <a:ext cx="26060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828800"/>
            <a:ext cx="64008" cy="2377440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993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C234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423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Aptos"/>
              </a:defRPr>
            </a:pPr>
            <a:r>
              <a:t>Hiba esetén gyors lekapcsolás kell.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IAP • Villamos szerelések • 11. évfolyam • 13.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