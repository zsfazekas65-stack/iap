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36. hét - Év végi összefoglalás és projekt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106-108.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3B5D"/>
                </a:solidFill>
                <a:latin typeface="Liberation Sans"/>
              </a:defRPr>
            </a:pPr>
            <a:r>
              <a:t>EGY ÉV TUDÁSA → EGY KOMPLEX SZAKMAI FOLYAMAT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3B5D"/>
                </a:solidFill>
                <a:latin typeface="Liberation Sans"/>
              </a:defRPr>
            </a:pPr>
            <a:r>
              <a:t>Rajz • Biztonság • Szerelés • Mérés • Hibakeresés • Dokumentáció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Az év hat szakmai pillére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383280" cy="16459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7335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BIZTONSÁG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84831"/>
            <a:ext cx="30723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veszélyfelismerés és szabályos munkakezdés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383280" cy="16459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67335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SZERELÉS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084831"/>
            <a:ext cx="30723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kötések, készülékek és vezetékezés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383280" cy="16459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67335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HIBAVÉDELEM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84831"/>
            <a:ext cx="30723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PE, EPH, ÁVK és védelem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3320"/>
            <a:ext cx="3383280" cy="16459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822191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IPARI TECHNIKA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33672"/>
            <a:ext cx="30723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mágneskapcsolók és vezérlések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703320"/>
            <a:ext cx="3383280" cy="16459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822191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MÉRÉS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233672"/>
            <a:ext cx="30723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folytonosság, szigetelés, Zs, RCD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03320"/>
            <a:ext cx="3383280" cy="16459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822191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DOKUMENTÁCIÓ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233672"/>
            <a:ext cx="30723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rajz, jegyzőkönyv, átadás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A szakmai gondolkodás lánca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1907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30552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RAJZ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0020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171907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130552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TERV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0020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130552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BIZTONSÁG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0020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171907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130552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SZERELÉS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59" y="160020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93807" y="171907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7" y="2130552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ELLENŐRZÉS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56616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68503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96511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MÉRÉS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56616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8648" y="368503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096511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KÖVETKEZTETÉS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356616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0368" y="368503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096511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HIBAKERESÉS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56616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368503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4096511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DOKUMENTÁLÁS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59" y="3566160"/>
            <a:ext cx="205740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3685032"/>
            <a:ext cx="1746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7" y="4096511"/>
            <a:ext cx="17465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ÁTADÁS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Évzáró projekt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514600" cy="2651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1. ÉRTELMEZD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13432"/>
            <a:ext cx="2203704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Rajz, feladat, készülékek, kapcsok.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514600" cy="2651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90195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2. TERVEZD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313432"/>
            <a:ext cx="2203704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Munkasorrend, eszközök, kockázatok.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2514600" cy="2651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3. HAJTSD VÉGRE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13432"/>
            <a:ext cx="2203704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Szerelés és feszültségmentes ellenőrzés.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783080"/>
            <a:ext cx="2514600" cy="2651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901952"/>
            <a:ext cx="22037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4. BIZONYÍTSD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313432"/>
            <a:ext cx="2203704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Mérés, hibakeresés, jegyzőkönyv, átadás.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Mérések - mit bizonyítanak?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64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Folytonosság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7627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Van-e megszakítás nélküli vezetői kapcsolat?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64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Szigetelési ellenállás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17627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Megfelelő-e a vezetők közötti szigetelési állapot?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1363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Hurokimpedancia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32511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A hibahurok lehetővé teszi-e a szükséges lekapcsolást?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9476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91363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ÁVK-vizsgálat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32511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A védelmi készülék megfelelően reagál-e a hibaáramra?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Hibakeresés: ne találgass!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TÜNET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874519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MÉRÉSI 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874519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EREDMÉNY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74519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7451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3B5D"/>
                </a:solidFill>
                <a:latin typeface="Liberation Sans"/>
              </a:defRPr>
            </a:pPr>
            <a:r>
              <a:t>KÖVETKEZTETÉS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Liberation Sans"/>
              </a:defRPr>
            </a:pPr>
            <a:r>
              <a:t>Alkatrészt csak mérési vagy logikai következtetés alapján cserélünk.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Mitől átadható a munka?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1051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BIZTONSÁGOS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22199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A védelmi feltételek ellenőrzöttek.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1051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MŰKÖDŐKÉPES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22199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A funkciók a rajznak megfelelően működnek.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5935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MÉRT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37083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A szükséges vizsgálatok eredménye rögzített.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840480"/>
            <a:ext cx="5166360" cy="169164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95935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VISSZAKÖVETHETŐ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370832"/>
            <a:ext cx="485546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A dokumentáció alapján a munka rekonstruálható.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IAP évzáró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3B5D"/>
                </a:solidFill>
                <a:latin typeface="Liberation Sans"/>
              </a:defRPr>
            </a:pPr>
            <a:r>
              <a:t>A vezérlőkör nem indul. Kicserélnéd rögtön a mágneskapcsolót?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74320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23B5D"/>
                </a:solidFill>
                <a:latin typeface="Liberation Sans"/>
              </a:defRPr>
            </a:pPr>
            <a:r>
              <a:t>NEM.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3B5D"/>
                </a:solidFill>
                <a:latin typeface="Liberation Sans"/>
              </a:defRPr>
            </a:pPr>
            <a:r>
              <a:t>Rajz → mérési pontok → mérések → következtetés → célzott javítás → ismételt ellenőrzés.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Év végi önellenőrzés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Biztonságosan kezdek munkát?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Értem a rajzot?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7190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1305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Rendezetten szerelek?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Tudom, mit és miért mérek?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Logikusan keresek hibát?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57600"/>
            <a:ext cx="3383280" cy="1508760"/>
          </a:xfrm>
          <a:prstGeom prst="roundRect">
            <a:avLst/>
          </a:prstGeom>
          <a:solidFill>
            <a:srgbClr val="EAF4FF"/>
          </a:solidFill>
          <a:ln>
            <a:solidFill>
              <a:srgbClr val="96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77647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3B5D"/>
                </a:solidFill>
                <a:latin typeface="Liberation San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187952"/>
            <a:ext cx="3072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 b="0">
                <a:solidFill>
                  <a:srgbClr val="123B5D"/>
                </a:solidFill>
                <a:latin typeface="Liberation Sans"/>
              </a:defRPr>
            </a:pPr>
            <a:r>
              <a:t>Dokumentálni is tudom a munkát?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776"/>
                </a:solidFill>
                <a:latin typeface="Liberation Sans"/>
              </a:defRPr>
            </a:pPr>
            <a:r>
              <a:t>IAP • Villamos szerelések • 11.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Liberation Sans"/>
              </a:defRPr>
            </a:pPr>
            <a:r>
              <a:t>IAP -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3B5D"/>
                </a:solidFill>
                <a:latin typeface="Liberation Sans"/>
              </a:defRPr>
            </a:pPr>
            <a:r>
              <a:t>A jó szakember nem csak beköt.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10652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Liberation Sans"/>
              </a:defRPr>
            </a:pPr>
            <a:r>
              <a:t>Érti • tervezi • biztonságosan végrehajtja • méri • bizonyítja • dokumentálja.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3B5D"/>
                </a:solidFill>
                <a:latin typeface="Liberation Sans"/>
              </a:defRPr>
            </a:pPr>
            <a:r>
              <a:t>11. évfolyam • Villamos szerelések • 36 hét lezárva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