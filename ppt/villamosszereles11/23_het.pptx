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77C9"/>
                </a:solidFill>
              </a:defRPr>
            </a:pPr>
            <a:r>
              <a:t>23. hét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Nyomógombok, kapcsolók és jelzőlámpák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11. évfolyam • Villamos szerelések • 67-69. óra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4069080"/>
            <a:ext cx="3246120" cy="1005840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434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PARANCS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4069080"/>
            <a:ext cx="3246120" cy="1005840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43434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ÜZEMMÓD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069080"/>
            <a:ext cx="3246120" cy="1005840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3434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VISSZAJELZÉS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Mit tanulunk?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Nyomógombok és kapcsolók működése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NO/NC érintkezők felismerése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Jelzőlámpák szerepe és kiválasztása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Panelbe szerelés és feliratozás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START-STOP-jelzőkör kialakítása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23.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Nyomógombok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669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Pillanatműködésű kezelőkészülékek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START: tipikusan NO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STOP: tipikusan NC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A szín és felirat segíti az egyértelmű kezelést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554480"/>
            <a:ext cx="4389120" cy="960120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691639"/>
            <a:ext cx="4023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71D35"/>
                </a:solidFill>
              </a:defRPr>
            </a:pPr>
            <a:r>
              <a:t>START</a:t>
            </a:r>
          </a:p>
          <a:p>
            <a:pPr>
              <a:defRPr sz="1200">
                <a:solidFill>
                  <a:srgbClr val="17324D"/>
                </a:solidFill>
              </a:defRPr>
            </a:pPr>
            <a:r>
              <a:t>NO - működtetéskor zár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2788920"/>
            <a:ext cx="4389120" cy="960120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2926079"/>
            <a:ext cx="4023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71D35"/>
                </a:solidFill>
              </a:defRPr>
            </a:pPr>
            <a:r>
              <a:t>STOP</a:t>
            </a:r>
          </a:p>
          <a:p>
            <a:pPr>
              <a:defRPr sz="1200">
                <a:solidFill>
                  <a:srgbClr val="17324D"/>
                </a:solidFill>
              </a:defRPr>
            </a:pPr>
            <a:r>
              <a:t>NC - működtetéskor nyit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23.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Kapcsolók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Tartós kapcsolási állapotot hoznak létre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Választókapcsoló: például KÉZI / AUTO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Kulcsos kapcsoló: jogosultsághoz kötött kezelés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Az érintkezőállapotot mindig rajz és mérés alapján ellenőrizzük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23.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Jelzőlámpák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669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A gép vagy áramkör állapotát jelzik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A névleges feszültséget a vezérlőkörhöz kell választani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A szín jelentése legyen következetes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A jelzés ne legyen félreérthető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554480"/>
            <a:ext cx="4389120" cy="960120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691639"/>
            <a:ext cx="4023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71D35"/>
                </a:solidFill>
              </a:defRPr>
            </a:pPr>
            <a:r>
              <a:t>ZÖLD</a:t>
            </a:r>
          </a:p>
          <a:p>
            <a:pPr>
              <a:defRPr sz="1200">
                <a:solidFill>
                  <a:srgbClr val="17324D"/>
                </a:solidFill>
              </a:defRPr>
            </a:pPr>
            <a:r>
              <a:t>üzem / normál állapot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2788920"/>
            <a:ext cx="4389120" cy="960120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2926079"/>
            <a:ext cx="4023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71D35"/>
                </a:solidFill>
              </a:defRPr>
            </a:pPr>
            <a:r>
              <a:t>SÁRGA</a:t>
            </a:r>
          </a:p>
          <a:p>
            <a:pPr>
              <a:defRPr sz="1200">
                <a:solidFill>
                  <a:srgbClr val="17324D"/>
                </a:solidFill>
              </a:defRPr>
            </a:pPr>
            <a:r>
              <a:t>figyelmeztetés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4023360"/>
            <a:ext cx="4389120" cy="960120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4160520"/>
            <a:ext cx="4023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71D35"/>
                </a:solidFill>
              </a:defRPr>
            </a:pPr>
            <a:r>
              <a:t>PIROS</a:t>
            </a:r>
          </a:p>
          <a:p>
            <a:pPr>
              <a:defRPr sz="1200">
                <a:solidFill>
                  <a:srgbClr val="17324D"/>
                </a:solidFill>
              </a:defRPr>
            </a:pPr>
            <a:r>
              <a:t>hiba / veszélyes állapot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23.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NO és 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NO: alaphelyzetben nyitott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NC: alaphelyzetben zárt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13-14: gyakori NO jelölés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21-22: gyakori NC jelölés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A helyes érintkezőválasztás a működés alapja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23.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Szerelés kezelőpanelbe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Megfelelő furat és készülékméret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Stabil mechanikai rögzítés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Érintkezőblokkok helyes felhelyezése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Rendezett és jelölt vezetékezés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Áttekinthető kezelési sorrend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23.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START-STOP + jelzés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START nyomógomb indítja KM1-et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STOP nyomógomb megszakítja a vezérlést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KM1 segédérintkezője biztosíthatja az öntartást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H1 zöld lámpa jelzi KM1 behúzott állapotát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23.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Gyakorlati 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Kezelőkészülékek azonosítása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NO/NC érintkezők kimérése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Panelbe szerelés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START-STOP kör vezetékezése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H1 üzemjelzés kialakítása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Működési próba és dokumentálás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23.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Tipikus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START és STOP érintkező felcserélése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Hibás jelzőlámpa-feszültség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Hiányzó vagy félreérthető felirat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Laza érintkezőblokk vagy kapocskötés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Kapcsolási rajztól eltérő vezetékezés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23.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Egy STOP nyomógombhoz melyik érintkezőt választanád alaphelyzetben?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A) NO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B) NC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C) Mindegy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Helyes válasz: B - a STOP funkcióhoz tipikusan NC érintkezőt használunk.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23. hét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Nyomógomb = pillanatnyi parancs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Kapcsoló = tartós üzemállapot-választás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Jelzőlámpa = vizuális visszajelzés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NO/NC helyes használata kulcsfontosságú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Jelölés + rendezett szerelés = gyorsabb 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23. hét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24. hét - Motorvédő kapcsolók és túlterhelés-védelem</a:t>
            </a:r>
          </a:p>
          <a:p>
            <a:pPr>
              <a:spcAft>
                <a:spcPts val="1200"/>
              </a:spcAft>
              <a:defRPr sz="1800">
                <a:solidFill>
                  <a:srgbClr val="17324D"/>
                </a:solidFill>
              </a:defRPr>
            </a:pPr>
            <a:r>
              <a:t>Motorok túlterhelés elleni védelme és a motorvédő készülékek beállítása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23.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