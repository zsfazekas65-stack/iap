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5B8F2"/>
                </a:solidFill>
              </a:defRPr>
            </a:pPr>
            <a:r>
              <a:t>22. hét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Mágneskapcsolók és segédrelék szerelése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11. évfolyam • Villamos szerelések • 64-66. óra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TEKERCS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FŐÉRINTKEZŐ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SEGÉDÉRINTKEZŐ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Mit tanulunk ezen a héten?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és segédrelé felismerése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Fő- és segédérintkezők azonosítása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 és szabványos kapocsjelölések értelmezése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Tekercsfeszültség helyes kiválasztása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DIN-sínes szerelés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A mágneskapcsoló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Nagyobb teljesítményű fogyasztók gyakori kapcsolása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Kis teljesítményű vezérlőjellel működtethető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Motorvezérlések alapvető kapcsolókészüléke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3474720" cy="329184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0574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71D35"/>
                </a:solidFill>
              </a:defRPr>
            </a:pPr>
            <a:r>
              <a:t>KM1 - Mágneskapcsoló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A1        A2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1L1  3L2  5L3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2T1  4T2  6T3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13-14  NO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21-22  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A mágneskapcsoló fő részei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Elektromágneses tekercs és vasmag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Mozgó horgony és rugómechanika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Három főérintkező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NO/NC segédérintkezők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Ívoltó és csatlakozókapcsok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Kapocsjelölések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A1-A2: működtető tekercs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1L1-2T1, 3L2-4T2, 5L3-6T3: főáramkör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13-14: záró (NO) segédérintkező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21-22: nyitó (NC) segédérintkező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3474720" cy="329184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0574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71D35"/>
                </a:solidFill>
              </a:defRPr>
            </a:pPr>
            <a:r>
              <a:t>KM1 - Mágneskapcsoló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A1        A2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1L1  3L2  5L3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2T1  4T2  6T3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13-14  NO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21-22  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Segédrelé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Elsősorban vezérlőáramkörökben használjuk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Több segédérintkezőt biztosít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Logikai kapcsolatok, reteszelés és jelzés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Jeltöbbszörözésre is alkalmas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Tekercsfeszültség - kritikus 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 vezérlőkörhöz kell illeszteni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24 V DC nem azonos 24 V AC vagy 230 V AC értékkel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Hibás tekercsfeszültség: működésképtelenség vagy károsodás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Mindig az adattábláról ellenőrizzük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DIN-sínes szerelés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Feszültségmentesítés és visszakapcsolás megakadályozása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Készülék stabil rögzítése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Rendezett vezetéknyomvonal és érvéghüvely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Kapcsok megfelelő meghúzása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Terv szerinti végellenőrzés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Gyakorlati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és segédrelé azonosítása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A1-A2, fő- és segédérintkezők megkeresése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DIN-sínes rögzítés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NO/NC érintkezők folytonosságvizsgálata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Rövid ellenőrző jegyzőkönyv készítése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Nem megfelelő tekercsfeszültség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 és NC érintkező felcserélése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Laza vagy hibás kapocskötés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Fő- és vezérlőáramkör összekeverése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Kapcsolási rajztól eltérő vezetékezés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 vezérlőkör 230 V AC, a mágneskapcsoló tekercse 24 V AC. Beköthető közvetlenül?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A) Igen, mert mindkettő váltakozó feszültség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B) Nem, a tekercs névleges feszültségének illeszkednie kell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C) Igen, ha van segédérintkező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Helyes válasz: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= teljesítménykapcsolás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Segédrelé = vezérlési logika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 = tekercs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13-14 = NO, 21-22 = NC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Biztonságos szerelés = helyes kiválasztás + terv szerinti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23. hét - Nyomógombok, kapcsolók és jelzőlámpák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Kezelő- és jelzőkészülékek felépítése, kiválasztása és szerelése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