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5B8F2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766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Kapocslécek,</a:t>
            </a:r>
            <a:br/>
            <a:r>
              <a:t>DIN-sínes szerelvények</a:t>
            </a:r>
            <a:br/>
            <a:r>
              <a:t>és vezetékezés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101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7F6"/>
                </a:solidFill>
                <a:latin typeface="Aptos"/>
              </a:defRPr>
            </a:pPr>
            <a:r>
              <a:t>11. évfolyam • Villamos szerelések • 73-75. 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078992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480" y="1335024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2039112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23408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039112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34086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039112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3408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3410711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4078224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4251960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5487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559552"/>
            <a:ext cx="3246120" cy="566928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33288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KAPOCS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5559552"/>
            <a:ext cx="3246120" cy="566928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5733288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5559552"/>
            <a:ext cx="3246120" cy="566928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5733288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RENDEZETT VEZETÉK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Mit tanulunk ezen a héten?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működő kapcsolásból ipari minőségű szerelés lesz.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Kapocslécek és sorkapcsok szerepe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DIN-sínes szerelés logikája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Vezetékelőkészítés és érvéghüvelyezés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Vezeték- és kapocsjelölés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Rendezett kábelcsatornás vezetékezés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Kötésellenőrzés és hibakeresési szemlélet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Kapocsléc és sorkapocs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rajz és a valós szekrény találkozási pontja.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Vezetékek rendezett csatlakoztatása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Toldás, elosztás és mérési pont kialakítása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Áttekinthetőbb karbantartás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Gyorsabb hibakeresés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93852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77C9"/>
                </a:solidFill>
                <a:latin typeface="Aptos"/>
              </a:defRPr>
            </a:pPr>
            <a:r>
              <a:t>Átmenő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vezeték továbbvezetése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98648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300837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8754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083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védővezető csatlakoztatás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68496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35B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407822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5B8F2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782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nullavezető rendezése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038344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D9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514807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400"/>
                </a:solidFill>
                <a:latin typeface="Aptos"/>
              </a:defRPr>
            </a:pPr>
            <a:r>
              <a:t>Leválasztó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148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mérési és bontási pont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Kapocsszámozás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Jelölés nélkül nincs ipari áttekinthetőség.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kapocsszám összeköti a rajzot és a valós bekötést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vezetékek útja visszakereshető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Csökken a téves javítás esélye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későbbi bővítés is egyszerűbb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DIN-sín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Egységes rögzítés, rendezett elrendezés.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35 mm-es sín: ipari szekrények alapja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Kismegszakító, relé, mágneskapcsoló, tápegység, sorkapocs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Fontos a stabil rögzítés és a hozzáférhetőség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mechanikai rend a villamos biztonság része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Kábelcsatorna és nyomvonal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vezetékek útja legyen logikus és javítható.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vezeték ne feszüljön és ne törjön meg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Ne takarja el a kapcsokat és jelöléseket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csatornában legyen tartalék hely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rendezett nyomvonal hibakereséskor időt takarít meg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93852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8754"/>
                </a:solidFill>
                <a:latin typeface="Aptos"/>
              </a:defRPr>
            </a:pPr>
            <a:r>
              <a:t>Jó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rövid, követhető, jelölt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98648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D9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300837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400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083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feszes, keresztezett, jelöletlen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68496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407822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  <a:latin typeface="Aptos"/>
              </a:defRPr>
            </a:pPr>
            <a:r>
              <a:t>Veszély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782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kilógó csupasz rész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Vezetékelőkészítés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jó kötés a vezető végén kezdődik.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Mérés és méretre vágás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Megfelelő blankolási hossz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Sodrott vezetőnél érvéghüvely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vezető teljesen üljön be a kapocsba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Meghúzás után húzópróba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D9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93852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400"/>
                </a:solidFill>
                <a:latin typeface="Aptos"/>
              </a:defRPr>
            </a:pPr>
            <a:r>
              <a:t>Túl rövid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bizonytalan érintkezés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98648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300837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  <a:latin typeface="Aptos"/>
              </a:defRPr>
            </a:pPr>
            <a:r>
              <a:t>Túl hosszú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083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érintésveszély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68496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407822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8754"/>
                </a:solidFill>
                <a:latin typeface="Aptos"/>
              </a:defRPr>
            </a:pPr>
            <a:r>
              <a:t>Megfelelő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782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stabil és védett kötés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Vezetékjelölés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jelölés nem dísz, hanem hibakeresési eszköz.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Legyen tartós és olvasható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Egyezzen a kapcsolási rajzzal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Következetes számozási rendszer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Különösen fontos vezérlővezetékeknél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Szerelési minőség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Mitől lesz ipari szintű a munka?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104241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Stabil DIN-sínes rögzítés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Áttekinthető sorkapocssor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Rendezett kábelcsatornás vezetés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Azonosítható vezetékek és kapcsok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Mechanikailag stabil kötések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Rajzzal egyező kivitelezés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X1 sorkapocssor és vezetékezési minta készítése.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Készíts elrendezési tervet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Rögzíts készülékeket DIN-sínre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Állíts össze X1 kapocssort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Készíts vezetékeket helyes blankolással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Vezesd a vezetékeket kábelcsatornában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Ellenőrizz húzópróbával és folytonosságméréssel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Ezeket kerüld el a műhelyben.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Jelöletlen sorkapcsok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Túl hosszú csupasz vezetővég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Hiányzó érvéghüvely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Feszes vagy megtört vezeték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Laza kapocskötés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A rajztól eltérő bekötés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D9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93852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40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jelölési hiba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98648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300837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083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kötési hiba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68496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407822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77C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782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nyomvonalhiba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038344"/>
            <a:ext cx="4343400" cy="804672"/>
          </a:xfrm>
          <a:prstGeom prst="roundRect">
            <a:avLst/>
          </a:prstGeom>
          <a:solidFill>
            <a:srgbClr val="EAF5FD"/>
          </a:solidFill>
          <a:ln>
            <a:solidFill>
              <a:srgbClr val="607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514807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758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148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Aptos"/>
              </a:defRPr>
            </a:pPr>
            <a:r>
              <a:t>dokumentációs hiba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Mi a szakmailag helyes döntés?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104241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Egy vezérlőszekrény működik, de a vezetékek nincsenek jelölve, több vezeték feszes, és a sorkapcsok nincsenek számozva.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Elfogadható ipari munkának?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Helyes válasz: nem.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Indok: a működés önmagában kevés; a szerelésnek ellenőrizhetőnek, javíthatónak és dokumentáltnak kell lennie.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A rendezett vezetékezés szakmai tartalom.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5669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Kapocsléc = rendezett csatlakozás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DIN-sín = stabil rögzítési rendszer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Kábelcsatorna = követhető vezetékút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Vezetékjelölés = gyors hibakeresés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Kötésellenőrzés = biztonság és minőség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55648"/>
            <a:ext cx="4526280" cy="4160520"/>
          </a:xfrm>
          <a:prstGeom prst="roundRect">
            <a:avLst/>
          </a:prstGeom>
          <a:solidFill>
            <a:srgbClr val="F8FBFE"/>
          </a:solidFill>
          <a:ln>
            <a:solidFill>
              <a:srgbClr val="CD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2011680"/>
            <a:ext cx="4069080" cy="301752"/>
          </a:xfrm>
          <a:prstGeom prst="rect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715768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QF1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15768"/>
            <a:ext cx="960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15768"/>
            <a:ext cx="777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D35"/>
                </a:solidFill>
                <a:latin typeface="Aptos"/>
              </a:defRPr>
            </a:pPr>
            <a:r>
              <a:t>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754879"/>
            <a:ext cx="393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928616"/>
            <a:ext cx="3931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7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431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77C9"/>
                </a:solidFill>
                <a:latin typeface="Aptos"/>
              </a:defRPr>
            </a:pPr>
            <a:r>
              <a:t>X1 sorkapocssor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77C9"/>
                </a:solidFill>
                <a:latin typeface="Aptos"/>
              </a:defRPr>
            </a:pPr>
            <a:r>
              <a:t>IAP • VILLAMOS SZERELÉSEK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1D35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58A"/>
                </a:solidFill>
                <a:latin typeface="Aptos"/>
              </a:defRPr>
            </a:pPr>
            <a:r>
              <a:t>26. hét - Ipari áramkörök ellenőrzése, mérés és hibakeresés.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291072"/>
            <a:ext cx="11045952" cy="0"/>
          </a:xfrm>
          <a:prstGeom prst="line">
            <a:avLst/>
          </a:prstGeom>
          <a:ln w="12700">
            <a:solidFill>
              <a:srgbClr val="CD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00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58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104241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Folytonosságvizsgálat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Szigetelési és kötésellenőrzési alapok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Vezérlőáramköri hibakeresés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  <a:latin typeface="Aptos"/>
              </a:defRPr>
            </a:pPr>
            <a:r>
              <a:t>Rajz alapján történő mérési sorrend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