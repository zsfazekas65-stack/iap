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25.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Kapocslécek, DIN-sínes szerelvények és vezetékezés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Tanulási célok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Sorkapcsok • DIN-sín • vezetékelőkészítés • jelölés • ellenőrzés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Kapocslécek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Átmenő, PE, többszintes és leválasztó kapcsok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DIN-sínes rendszer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35 mm-es sín, végbak, végfal, átkötő, jelölő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Vezetékelőkészítés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Blankolási hossz, érvéghüvely, krimpelés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Vezetékjelölés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Azonosítás mindkét végen, kapcsolat a rajzzal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Kábelcsatorna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Rendezett, feszülésmentes és hozzáférhető nyomvonal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Szerelési sorrend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Elrendezés → rögzítés → előkészítés → jelölés → bekötés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X1 kapocsléc példa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+24 V • 0 V • START • STOP • KM1 • 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Tipikus hibák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Laza kapocs • kilógó réz • rossz jelölés • zsúfolt csatorna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Ellenőrzés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Vizuális vizsgálat • mechanikai ellenőrzés • folytonosság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IAP heti kihívás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Finomsodratú 0,75 mm² vezeték: megfelelő blankolás és a kapocs előírása szerinti érvéghüvely/krimpelés.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Összefoglalás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Működő + áttekinthető + dokumentált + karbantartható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7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71D35"/>
                </a:solidFill>
                <a:latin typeface="Aptos Display"/>
              </a:defRPr>
            </a:pPr>
            <a:r>
              <a:t>Következő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7324D"/>
                </a:solidFill>
                <a:latin typeface="Aptos"/>
              </a:defRPr>
            </a:pPr>
            <a:r>
              <a:t>Mágneskapcsolós motorindító áramkör – START–STOP, öntartás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0758A"/>
                </a:solidFill>
              </a:defRPr>
            </a:pPr>
            <a:r>
              <a:t>IAP • Villamos szerelések • 25. hét •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