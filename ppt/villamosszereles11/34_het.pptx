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34. hét - Komplex ipari szerelési 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100-102.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RAJZ  →  VEZETÉKEZÉS  →  MÉRÉS  →  HIBAKERESÉS  →  ÁTADÁS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977639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23B5D"/>
                </a:solidFill>
                <a:latin typeface="Liberation Sans"/>
              </a:defRPr>
            </a:pPr>
            <a:r>
              <a:t>Egy komplett START-STOP öntartó vezérlés szakmai felépítése.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A rendszer fő elemei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S0 •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59152"/>
            <a:ext cx="220370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NC érintkező - biztonságos leállítás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S1 •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359152"/>
            <a:ext cx="220370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NO érintkező - indítás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K1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59152"/>
            <a:ext cx="220370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Tekercs + NO öntartó segédérintkező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95-96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359152"/>
            <a:ext cx="220370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Túlterhelés-védelem NC segédérintkező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Az öntartás működése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1. Alaphelyzet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59152"/>
            <a:ext cx="220370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STOP és 95-96 zárt; START nyitott.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2.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359152"/>
            <a:ext cx="220370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K1 A1-A2 feszültséget kap.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3. K1 meghúz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59152"/>
            <a:ext cx="220370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K1 13-14 zár és áthidalja START-ot.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1460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4. STOP / hiba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359152"/>
            <a:ext cx="220370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Az áramút megszakad, K1 elejt.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Kapocsjelölések - a rajz nyelve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423160" cy="21488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47672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A1-A2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59152"/>
            <a:ext cx="211226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K1 tekercs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23160" cy="21488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947672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13-14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359152"/>
            <a:ext cx="211226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NO segédérintkező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23160" cy="21488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95-96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59152"/>
            <a:ext cx="211226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NC védelmi érintkező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828800"/>
            <a:ext cx="2423160" cy="21488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7" y="1947672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X1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7" y="2359152"/>
            <a:ext cx="211226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Sorkapocssor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A jelölésnek a rajzon, a készüléken és a dokumentációban ugyanazt kell jelentenie.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Szerelési munkasorrend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05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Rajz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7190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305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Elrendezés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305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Jelölés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6002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7190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1305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Vezetékezés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576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764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879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Szemrevételezés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6576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37764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41879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Folytonosság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576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7764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1879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Próba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657600"/>
            <a:ext cx="24688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3776472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187952"/>
            <a:ext cx="21579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Dokumentáció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Hibakeresés: K1 nem húz meg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3832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30552"/>
            <a:ext cx="307238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Vezérlőfeszültség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3832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30552"/>
            <a:ext cx="307238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STOP kör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3832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30552"/>
            <a:ext cx="307238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95-96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11880"/>
            <a:ext cx="33832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3075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42232"/>
            <a:ext cx="307238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START ág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11880"/>
            <a:ext cx="33832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73075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142232"/>
            <a:ext cx="307238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K1 A1-A2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11880"/>
            <a:ext cx="33832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73075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142232"/>
            <a:ext cx="307238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Tekercs / mechanika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Mérésből következtetés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1907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Nincs feszültség A1-A2-n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hiba K1 előtt van az áramútban.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1907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Névleges feszültség A1-A2-n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3055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Vizsgáld K1 tekercsét és mechanikáját.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867911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START-ra meghúz, elengedve elejt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27939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Az öntartó ágat vizsgáld.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49039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867911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95-96 nyitott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27939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védelem leoldott vagy az érintkezőköre hibás.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Műhelyfeladat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3756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4767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A. Építsd meg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59152"/>
            <a:ext cx="302666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START-STOP + K1 öntartás + 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28800"/>
            <a:ext cx="333756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7" y="194767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B. Ellenőrizd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7" y="2359152"/>
            <a:ext cx="302666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Kötések, folytonosság, jelölések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828800"/>
            <a:ext cx="333756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7" y="194767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C. Keresd meg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359152"/>
            <a:ext cx="302666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Oktató által beépített rejtett hiba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B5D"/>
                </a:solidFill>
                <a:latin typeface="Liberation Sans"/>
              </a:defRPr>
            </a:pPr>
            <a:r>
              <a:t>K1 csak addig marad meghúzva, amíg a START gombot nyomva tartod.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017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Liberation Sans"/>
              </a:defRPr>
            </a:pPr>
            <a:r>
              <a:t>Hol keresed először a hibát?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690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K1 ÖNTARTÓ ÁG • 13-14 • VEZETÉKEZÉS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Összefoglalás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Értsd, mit kell csinálnia a körnek.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Szerelés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Legyen rendezett és azonosítható.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Mérés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Minden mérésből vonj le következtetést.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7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Átadás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7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Működés + biztonság + dokumentáció.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Liberation Sans"/>
              </a:defRPr>
            </a:pPr>
            <a:r>
              <a:t>Következő hét: 35. hét - Mérés, ellenőrzés és dokumentálás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