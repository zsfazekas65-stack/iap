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32. hét - Karbantartás és javítás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2606D"/>
                </a:solidFill>
                <a:latin typeface="Liberation Sans"/>
              </a:rPr>
              <a:t>94-96. óra | A megbízhatóságot nem a hiba után kezdjük építeni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514600" cy="292608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02536"/>
            <a:ext cx="218541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MEGFIGYELÉS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Hibajelek felismerése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74519"/>
            <a:ext cx="2514600" cy="292608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002536"/>
            <a:ext cx="218541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KARBANTARTÁS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Meghibásodás megelőzése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74519"/>
            <a:ext cx="2514600" cy="292608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02536"/>
            <a:ext cx="218541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JAVÍTÁS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A hiba okának megszüntetése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874519"/>
            <a:ext cx="2514600" cy="292608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00032" y="2002536"/>
            <a:ext cx="2185416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ELLENŐRZÉS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Biztonság + működés + dokumentáció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Karbantartás ≠ javítás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4937760" cy="338328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65376"/>
            <a:ext cx="4608576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KARBANTARTÁS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Tervszerű tevékenység az üzembiztonság fenntartására.
Cél: a meghibásodás valószínűségének csökkentése.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4937760" cy="338328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65376"/>
            <a:ext cx="4608576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JAVÍTÁS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Már kialakult hiba megszüntetése.
Cél: a biztonságos és megfelelő működés helyreállítása.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Három karbantartási stratégia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83280" cy="338328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865376"/>
            <a:ext cx="3054096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HIBAJAVÍTÓ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A meghibásodás után avatkozunk be.
+ egyszerű
– váratlan leállás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338328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65376"/>
            <a:ext cx="3054096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MEGELŐZŐ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Idő vagy üzemóra alapján tervszerű ellenőrzés.
+ kiszámítható
– lehet felesleges beavatkozás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737360"/>
            <a:ext cx="3383280" cy="338328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65376"/>
            <a:ext cx="3054096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ÁLLAPOTFÜGGŐ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Mért vagy megfigyelt állapot alapján.
+ célzott
– mérési és értékelési igény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Mit árul el a berendezés állapota?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Elszíneződés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Melegedés vagy rossz kötés jele lehet.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1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Égett szag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Szigetelés- vagy készülékkárosodás gyanúja.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Szokatlan zaj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Mechanikai vagy elektromágneses probléma.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Gyakori leoldás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Túlterhelés, zárlat vagy más hálózati hiba jele lehet.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A laza kötés hibafolyamata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286000"/>
            <a:ext cx="1920240" cy="137160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2542032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47A1"/>
                </a:solidFill>
                <a:latin typeface="Liberation Sans"/>
              </a:rPr>
              <a:t>Laza / hibás kötés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286000"/>
            <a:ext cx="1920240" cy="137160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542032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47A1"/>
                </a:solidFill>
                <a:latin typeface="Liberation Sans"/>
              </a:rPr>
              <a:t>Növekvő átmeneti ellenállás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79" y="2286000"/>
            <a:ext cx="1920240" cy="137160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19" y="2542032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47A1"/>
                </a:solidFill>
                <a:latin typeface="Liberation Sans"/>
              </a:rPr>
              <a:t>Melegedés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9" y="2286000"/>
            <a:ext cx="1920240" cy="137160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542032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47A1"/>
                </a:solidFill>
                <a:latin typeface="Liberation Sans"/>
              </a:rPr>
              <a:t>Elszíneződés / szigeteléskárosodás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19" y="2286000"/>
            <a:ext cx="1920240" cy="137160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59" y="2542032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47A1"/>
                </a:solidFill>
                <a:latin typeface="Liberation Sans"/>
              </a:rPr>
              <a:t>Meghibásodás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Javítási munkafolyamat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1600200"/>
            <a:ext cx="2560320" cy="1600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728216"/>
            <a:ext cx="223113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1.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Azonosítás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2112" y="1600200"/>
            <a:ext cx="2560320" cy="1600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46704" y="1728216"/>
            <a:ext cx="223113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2.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Biztonság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8192" y="1600200"/>
            <a:ext cx="2560320" cy="1600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728216"/>
            <a:ext cx="223113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3.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Behatárolás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34272" y="1600200"/>
            <a:ext cx="2560320" cy="1600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98864" y="1728216"/>
            <a:ext cx="223113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4.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Javítás / csere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3749039"/>
            <a:ext cx="2560320" cy="1600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3877055"/>
            <a:ext cx="223113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5.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Ellenőrzés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82112" y="3749039"/>
            <a:ext cx="2560320" cy="1600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4" y="3877055"/>
            <a:ext cx="223113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6.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Mérés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3749039"/>
            <a:ext cx="2560320" cy="1600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3877055"/>
            <a:ext cx="223113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7.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Működéspróba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4272" y="3749039"/>
            <a:ext cx="2560320" cy="1600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3877055"/>
            <a:ext cx="223113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8.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Dokumentálás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Cserealkatrész: nem elég, hogy befér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Névleges adatok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Feszültség, áram, teljesítmény.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1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Funkció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NO/NC, pólusszám, tekercsfeszültség, karakterisztika.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Képesség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Kapcsolási / megszakítási jellemzők.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Gyártói előírás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Kompatibilitás és szerelési követelmények.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Javítás után még nincs kész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2743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56816"/>
            <a:ext cx="3054096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1. SZERELÉSI ELLENŐRZÉS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Kötések, jelölések, rögzítés, burkolatok.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2743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956816"/>
            <a:ext cx="3054096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2. MÉRÉS + MŰKÖDÉSPRÓBA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A szükséges biztonsági és funkcionális ellenőrzések.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828800"/>
            <a:ext cx="3383280" cy="2743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956816"/>
            <a:ext cx="3054096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3. DOKUMENTÁCIÓ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Mi volt a hiba? Mit javítottunk? Mi lett az eredmény?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Műhelyfeladat - karbantartási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30175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56816"/>
            <a:ext cx="2139696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1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Szemrevételezés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828800"/>
            <a:ext cx="2468880" cy="30175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1" y="1956816"/>
            <a:ext cx="2139696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2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Ellenőrzőlista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828800"/>
            <a:ext cx="2468880" cy="30175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1" y="1956816"/>
            <a:ext cx="2139696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3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Hibajelek besorolása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828800"/>
            <a:ext cx="2468880" cy="30175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872" y="1956816"/>
            <a:ext cx="2139696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4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Javítási terv + utóellenőrzés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IAP heti kihívás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10332720" cy="19202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819656"/>
            <a:ext cx="10003536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HELYZET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Egy mágneskapcsoló főkapcsa elszíneződött, a környezetében hőnyom látható. Elég csak meghúzni a csavart?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4023360"/>
            <a:ext cx="8046720" cy="132588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1992" y="4151376"/>
            <a:ext cx="771753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VÁLASZ: NEM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A kiváltó okot, a kapcsot, vezetéket, készüléket és a terhelési körülményeket is vizsgálni kell.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2606D"/>
                </a:solidFill>
                <a:latin typeface="Liberation Sans"/>
              </a:rP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47A1"/>
                </a:solidFill>
                <a:latin typeface="Liberation Sans"/>
              </a:rPr>
              <a:t>Összefoglalás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2606D"/>
                </a:solidFill>
                <a:latin typeface="Liberation Sans"/>
              </a:rPr>
              <a:t>A jó karbantartás megelőz; a jó javítás bizonyíthatóan helyreállít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Figyeld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A hibajeleket még leállás előtt.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1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Tervezd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A rendszeres ellenőrzéseket.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Javítsd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A hiba okát, ne csak a tünetet.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1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7A1"/>
                </a:solidFill>
                <a:latin typeface="Liberation Sans"/>
              </a:rPr>
              <a:t>Igazold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102A43"/>
                </a:solidFill>
                <a:latin typeface="Liberation Sans"/>
              </a:rPr>
              <a:t>Méréssel, működéspróbával és dokumentációval.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580644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D47A1"/>
                </a:solidFill>
                <a:latin typeface="Liberation Sans"/>
              </a:rPr>
              <a:t>Következő hét: 33. hét - Komplex lakásvillamossági feladat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