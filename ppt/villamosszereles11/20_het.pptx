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0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66928"/>
            <a:ext cx="1005840" cy="3474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  <a:latin typeface="Aptos"/>
              </a:defRPr>
            </a:pPr>
            <a:r>
              <a:t>20.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Lépcsőházi automata</a:t>
            </a:r>
            <a:br/>
            <a:r>
              <a:t>és impulzusrelé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923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2E4F4"/>
                </a:solidFill>
                <a:latin typeface="Aptos"/>
              </a:defRPr>
            </a:pPr>
            <a:r>
              <a:t>Több kezelési hely - egyszerű nyomógombos vezérlés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069080"/>
            <a:ext cx="658368" cy="658368"/>
          </a:xfrm>
          <a:prstGeom prst="ellipse">
            <a:avLst/>
          </a:prstGeom>
          <a:solidFill>
            <a:srgbClr val="093059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A5F5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64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nyomógomb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72768" y="4398264"/>
            <a:ext cx="1307592" cy="0"/>
          </a:xfrm>
          <a:prstGeom prst="line">
            <a:avLst/>
          </a:prstGeom>
          <a:ln w="254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154680" y="4069080"/>
            <a:ext cx="658368" cy="658368"/>
          </a:xfrm>
          <a:prstGeom prst="ellipse">
            <a:avLst/>
          </a:prstGeom>
          <a:solidFill>
            <a:srgbClr val="093059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416052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A5F5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864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nyomógomb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13048" y="4398264"/>
            <a:ext cx="1307592" cy="0"/>
          </a:xfrm>
          <a:prstGeom prst="line">
            <a:avLst/>
          </a:prstGeom>
          <a:ln w="254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394960" y="4069080"/>
            <a:ext cx="658368" cy="658368"/>
          </a:xfrm>
          <a:prstGeom prst="ellipse">
            <a:avLst/>
          </a:prstGeom>
          <a:solidFill>
            <a:srgbClr val="093059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416052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A5F5"/>
                </a:solidFill>
                <a:latin typeface="Aptos"/>
              </a:defRPr>
            </a:pPr>
            <a:r>
              <a:t>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864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nyomógomb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53328" y="4398264"/>
            <a:ext cx="1307592" cy="0"/>
          </a:xfrm>
          <a:prstGeom prst="line">
            <a:avLst/>
          </a:prstGeom>
          <a:ln w="254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635240" y="4069080"/>
            <a:ext cx="658368" cy="658368"/>
          </a:xfrm>
          <a:prstGeom prst="ellipse">
            <a:avLst/>
          </a:prstGeom>
          <a:solidFill>
            <a:srgbClr val="093059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416052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A5F5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864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relé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93608" y="4398264"/>
            <a:ext cx="1307592" cy="0"/>
          </a:xfrm>
          <a:prstGeom prst="line">
            <a:avLst/>
          </a:prstGeom>
          <a:ln w="254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875520" y="4069080"/>
            <a:ext cx="658368" cy="658368"/>
          </a:xfrm>
          <a:prstGeom prst="ellipse">
            <a:avLst/>
          </a:prstGeom>
          <a:solidFill>
            <a:srgbClr val="093059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4160520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A5F5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864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lámpa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58-60. óra  •  vezérlőkör  •  időzítés  •  impulzus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TANULÁSI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Mit kell tudnod a hét végére?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nyomógombos vezérlés logikáját, nem csupán a kapocsszámokat.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Nyomógomb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Megérted a pillanatműködés szerepét.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Automata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Érted az időzített kikapcsolást.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Impulzusrelé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Érted az impulzusonkénti állapotváltást.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Elkülöníted a vezérlő- és teljesítménykört.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KIINDULÓPONT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Miért jobb sok helyen a nyomógomb?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keresztkapcsolás működik, de sok kezelési pontnál gyorsan bonyolódik.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Kevesebb vezeték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nyomógombok párhuzamosan kapcsolhatók.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Azonos kezelők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Minden kezelési helyen ugyanolyan nyomógomb lehet.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Központi funkció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kapcsolási logikát egy készülék végzi.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Bővíthetőség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Új nyomógomb egyszerűbben hozzáadható.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LÉPCSŐHÁZI AUTOMATA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Nyomás - bekapcsolás - idő - kikapcsolás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készülék a világítást a beállított idő után automatikusan lekapcsolja.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Nyomógomb impulzust 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kimeneti érintkező zár.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beállított idő fut.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világítás automatikusan kikapcsol.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IMPULZUSRELÉ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Minden impulzusra állapotváltás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Nincs kötelező automatikus kikapcsolás: a következő impulzus váltja vissza az állapotot.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1. impulzus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KI → 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2. impulzus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BE → 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3. impulzus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KI → 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Előny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Sok nyomógomb, egyszerű vezérlés.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Automata vagy impulzusrelé?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feladat dönti el, melyik készülék célszerű.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Lépcsőházi automata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Időzített automatikus kikapcsolás.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Impulzusrelé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Impulzusonkénti tartós állapotváltás.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Közös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Több párhuzamos nyomógomb.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Használati igény és energiatakarékosság.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ÁRAMKÖRI GONDOLKODÁS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Vezérlőkör és teljesítménykör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nyomógomb nem közvetlenül a lámpát kapcsolja.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Vezérlőkör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Nyomógombok → készülék vezérlőbemenete.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Készülék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vezérlőjelből kapcsolási műveletet hoz létre.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Teljesítménykör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Kimeneti érintkező → lámpa fázisvezetője.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N és 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világítási áramkör szabályai szerint.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Kapocsjelölés nélkül nincs bekötés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különböző gyártók kapocsjelölése eltérhet, ezért a készülék rajza elsődleges.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Feszültségmentesítés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Gyártói rajz ellenőrzése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Kötések és vezetőszerepek ellenőrzése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Műszeres ellenőrzés, majd engedélyezett próba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Tipikus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működési tünetből következtess a hibás részre.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Nem indul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Vezérlőjel vagy tápellátás hiánya.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Nem kapcsol 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Időbeállítás / automata bekötés hibája.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Egy gomb nem működik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Nyomógomb vagy párhuzamos ág hibája.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Villog / bizonytalan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Laza kötés vagy hibás érintkezés.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Három nyomógomb - egy világítás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Építsd meg először lépcsőházi automatával, majd hasonlítsd össze impulzusrelével.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Terv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Vezérlő- és teljesítménykör rajza.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Három nyomógomb párhuzamosan.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Folytonosság és vezetőszerepek.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Próba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Minden kezelési hely és idő/állapot vizsgálata.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Melyik készüléket választod?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Egy lépcsőházi lámpának 90 másodperc után magától ki kell kapcsolnia.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Keresztkapcsoló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Impulzusrelé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Lépcsőházi automata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Miért?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Mert időzített automatikus kikapcsolás szükséges.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Négy mondatban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működési cél alapján válassz kapcsolási megoldást.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Nyomógomb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Pillanatnyi vezérlőjelet 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Automata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Időzítve kikapcsol.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Impulzusrelé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Minden impulzusra állapotot vált.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Sok kezelési hely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Párhuzamos nyomógombokkal egyszerűen bővíthető.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21. hét - Összetett világítási áramkörök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következő lépés a kapcsolások rendszerszintű szerelése és hibakeresése.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-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1908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- Villamos szerelések - 20. hét - 13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Kapcsolási rajz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Összetettebb áramkör értelmezése.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Rendezett, dokumentált kivitelezés.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Mérési pontok és szakaszolás.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Tervezés → kivitelezés → ellenőrzés.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