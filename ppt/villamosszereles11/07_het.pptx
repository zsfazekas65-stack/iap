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28EDA"/>
                </a:solidFill>
                <a:latin typeface="Aptos Display"/>
              </a:defRPr>
            </a:pPr>
            <a:r>
              <a:t>IAP • INTEGRÁLT AUTOMATIKA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SORKAPCSOK ÉS</a:t>
            </a:r>
            <a:br/>
            <a:r>
              <a:t>VEZETÉKKÖTÉSEK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07. hét • Csavaros és rugós csatlakozások</a:t>
            </a:r>
          </a:p>
        </p:txBody>
      </p:sp>
      <p:sp>
        <p:nvSpPr>
          <p:cNvPr id="5" name="Hexagon 4"/>
          <p:cNvSpPr/>
          <p:nvPr/>
        </p:nvSpPr>
        <p:spPr>
          <a:xfrm>
            <a:off x="8412480" y="1828800"/>
            <a:ext cx="960120" cy="960120"/>
          </a:xfrm>
          <a:prstGeom prst="hexagon">
            <a:avLst/>
          </a:prstGeom>
          <a:solidFill>
            <a:srgbClr val="F59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99339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↻</a:t>
            </a:r>
          </a:p>
        </p:txBody>
      </p:sp>
      <p:sp>
        <p:nvSpPr>
          <p:cNvPr id="7" name="Hexagon 6"/>
          <p:cNvSpPr/>
          <p:nvPr/>
        </p:nvSpPr>
        <p:spPr>
          <a:xfrm>
            <a:off x="9235440" y="2560320"/>
            <a:ext cx="960120" cy="960120"/>
          </a:xfrm>
          <a:prstGeom prst="hexagon">
            <a:avLst/>
          </a:prstGeom>
          <a:solidFill>
            <a:srgbClr val="128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27249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≡</a:t>
            </a:r>
          </a:p>
        </p:txBody>
      </p:sp>
      <p:sp>
        <p:nvSpPr>
          <p:cNvPr id="9" name="Hexagon 8"/>
          <p:cNvSpPr/>
          <p:nvPr/>
        </p:nvSpPr>
        <p:spPr>
          <a:xfrm>
            <a:off x="10058400" y="3291840"/>
            <a:ext cx="960120" cy="960120"/>
          </a:xfrm>
          <a:prstGeom prst="hexagon">
            <a:avLst/>
          </a:prstGeom>
          <a:solidFill>
            <a:srgbClr val="31A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345643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217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ptos"/>
              </a:defRPr>
            </a:pPr>
            <a:r>
              <a:t>19–21. óra • 3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Miért kritikus pont a kötés?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A vezeték lehet jó – a rossz kötés mégis hibát okoz.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Átmeneti ellenállás → melegedés → üzemzavar.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Cél: kis ellenállás + stabil mechanika + érintésvédelem.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HETI TÉRKÉP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hét 3 tanórája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1 • Kötőelemek felismerése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2 • Csavaros és rugós kötések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3 • Gyakorlat és minőségellenőrzés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Négy gyakori kötőelem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Csavaros sorkapocs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Rugós sorkapocs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Érvéghüvely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5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90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Saru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csavaros kötés lényege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A vezető teljes felülettel legyen a szorító alatt.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Laza kötés: melegedés.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Túlzott meghúzás: vezető- vagy kapocssérülés.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rugós kötés lényege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Állandó szorítóerő.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Gyors szerelés.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A blankolási hossz pontos betartása kulcsfontosságú.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Sodrott vezető: rendezetten a kapocsba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Nincs kilógó elemi szál.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Megfelelő érvéghüvely.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A krimpelés után ellenőrzés következik.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A jó kötés ellenőrzési sorrendje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1 • Szemrevételezés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2 • Vezető helyzete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3 • Óvatos húzópróba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5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90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4 • Szükség esetén villamos mérés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Hat tipikus 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Laza csavar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Rossz blankolási hossz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Kilógó elemi szál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Rossz hüvelyméret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5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Sérült sorkapocs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5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Ellenőrzés hiánya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Gyakorlat: 4 kötés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Tömör vezető + csavaros kapocs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Sodrott vezető + csavaros kapocs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Tömör vezető + rugós kapocs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5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90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Sodrott vezető + rugós kapocs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Minőségellenőrző 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Nincs szabad csupasz rész.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A vezető stabil.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5176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A szigetelés nem került a kontaktus alá.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9260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A kötőelem sértetlen.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5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2F4B"/>
                </a:solidFill>
                <a:latin typeface="Aptos Display"/>
              </a:defRPr>
            </a:pPr>
            <a:r>
              <a:t>A munkaterület rendezett.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Egy csavaros kötés terhelés közben melegszik.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Mi lehet az oka?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Mit ellenőriznél először?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Szakmai döntés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HASZNÁLHATÓ: stabil, sérülésmentes, megfelelően blankolt.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ÚJRAKÉSZÍTENDŐ: laza, kilógó szálas, sérült vagy túlblankolt.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59722"/>
                </a:solidFill>
                <a:latin typeface="Aptos Display"/>
              </a:defRPr>
            </a:pPr>
            <a:r>
              <a:t>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2F4B"/>
                </a:solidFill>
                <a:latin typeface="Aptos Display"/>
              </a:defRPr>
            </a:pPr>
            <a:r>
              <a:t>4 kérdés – 4 válasz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37988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3798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Miért melegszik a laza kötés?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3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Miért fontos a blankolási hossz?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29000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63931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Mikor kell érvéghüvely?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59"/>
            <a:ext cx="10241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90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2F4B"/>
                </a:solidFill>
                <a:latin typeface="Aptos Display"/>
              </a:defRPr>
            </a:pPr>
            <a:r>
              <a:t>Mit jelent a kész kötés ellenőrzése?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28EDA"/>
                </a:solidFill>
                <a:latin typeface="Aptos Display"/>
              </a:defRPr>
            </a:pPr>
            <a:r>
              <a:t>07. HÉT • ZÁRÁS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A hét 4 mondata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A jó kötés villamosan és mechanikailag is stabil.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A blankolási hossz a kötőelemhez igazodik.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A sodrott vezető elemi szálait rendezetten kell befogni.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8EDA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 Display"/>
              </a:defRPr>
            </a:pPr>
            <a:r>
              <a:t>A kész kötést mindig ellenőrizzük.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BD3E2"/>
                </a:solidFill>
                <a:latin typeface="Aptos"/>
              </a:defRPr>
            </a:pPr>
            <a:r>
              <a:t>Következő hét: Kötődobozok, elágazások és egyszerű vezetékkötések kialakítása.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BBD3E2"/>
                </a:solidFill>
                <a:latin typeface="Aptos"/>
              </a:defRPr>
            </a:pPr>
            <a:r>
              <a:t>IAP • 11. évfolyam • Villamos szerelések • 07. hét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BD3E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