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</a:rPr>
              <a:t>IAP • INTEGRÁLT AUTOMATIKA PROGRAM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D47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EGYSZERŰ VILÁGÍTÁSI ÁRAMKÖR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58368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11. hét • 31–33. óra • Villamos szerelések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051560"/>
            <a:ext cx="1920240" cy="1920240"/>
          </a:xfrm>
          <a:prstGeom prst="arc">
            <a:avLst/>
          </a:prstGeom>
          <a:noFill/>
          <a:ln w="12700">
            <a:solidFill>
              <a:srgbClr val="1976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2907792"/>
            <a:ext cx="0" cy="86868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3703320"/>
            <a:ext cx="548640" cy="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3886200"/>
            <a:ext cx="365760" cy="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4050792"/>
            <a:ext cx="182880" cy="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47A1"/>
                </a:solidFill>
              </a:rPr>
              <a:t>A lámpa akkor jó,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47A1"/>
                </a:solidFill>
              </a:rPr>
              <a:t>ha működik ÉS biztonságos.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INDÍTÁS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Miért alapfeladat?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Egy lámpa kapcsolása egyszerűnek tűnik.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hiba sokáig rejtve maradhat.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Cél: helyes bekötés, stabil kötés, ellenőrzött próba.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0" y="1234440"/>
            <a:ext cx="914400" cy="640080"/>
          </a:xfrm>
          <a:prstGeom prst="chevron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11887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872" y="131673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0" y="11887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5712" y="131673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kapcsoló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652760" y="118872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25912" y="131673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lámpa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1444752"/>
            <a:ext cx="182880" cy="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405872" y="1444752"/>
            <a:ext cx="228600" cy="0"/>
          </a:xfrm>
          <a:prstGeom prst="line">
            <a:avLst/>
          </a:prstGeom>
          <a:noFill/>
          <a:ln w="12700">
            <a:solidFill>
              <a:srgbClr val="1976D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HETI TÉRKÉP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Három tanóra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316736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• Rajzértelmezés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31673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• Bekötés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188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131673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• Ellenőrzés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Kapcsoló: a fázist szakítja meg.</a:t>
            </a:r>
            <a:endParaRPr lang="en-US" sz="2500" dirty="0"/>
          </a:p>
          <a:p>
            <a:r>
              <a:rPr lang="en-US" sz="25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Kapcsolt fázis: a lámpához megy.</a:t>
            </a:r>
            <a:endParaRPr lang="en-US" sz="2500" dirty="0"/>
          </a:p>
          <a:p>
            <a:r>
              <a:rPr lang="en-US" sz="25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Próba csak ellenőrzés után.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TANÓRA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Az áramkör részei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0817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Fázisvezető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40817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Kapcsoló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40817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Lámpa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Fogyasztó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140817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0956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Nullavezető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31552" y="140817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2124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Védővezető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Minden vezetőnek szerepe van.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szín és jelölés nem dísz, hanem biztonsági információ.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ALAPSZABÁLY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Mit szakítunk meg?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47A1"/>
                </a:solidFill>
              </a:rPr>
              <a:t>A kapcsolóval a fázisvezetőt szakítjuk meg.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97280" y="22402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36829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HELYES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3317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</a:rPr>
              <a:t>L → kapcsoló → kapcsolt fázis → lámpa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338328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51129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HIBÁS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</a:rPr>
              <a:t>N megszakítása kapcsolóval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TANÓRA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Szerelési sorrend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1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Feszültségmentesítés</a:t>
            </a:r>
            <a:endParaRPr lang="en-US" sz="2100" dirty="0"/>
          </a:p>
          <a:p>
            <a:r>
              <a:rPr lang="en-US" sz="21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Rajz áttekintése</a:t>
            </a:r>
            <a:endParaRPr lang="en-US" sz="2100" dirty="0"/>
          </a:p>
          <a:p>
            <a:r>
              <a:rPr lang="en-US" sz="21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Vezetők azonosítása</a:t>
            </a:r>
            <a:endParaRPr lang="en-US" sz="2100" dirty="0"/>
          </a:p>
          <a:p>
            <a:r>
              <a:rPr lang="en-US" sz="21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Blankolás és bekötés</a:t>
            </a:r>
            <a:endParaRPr lang="en-US" sz="2100" dirty="0"/>
          </a:p>
          <a:p>
            <a:r>
              <a:rPr lang="en-US" sz="21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Mechanikai ellenőrzés</a:t>
            </a:r>
            <a:endParaRPr lang="en-US" sz="2100" dirty="0"/>
          </a:p>
          <a:p>
            <a:r>
              <a:rPr lang="en-US" sz="21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Villamos ellenőrzés és próba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75120" y="19659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47A1"/>
                </a:solidFill>
              </a:rPr>
              <a:t>A próba nem az első lépés,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D47A1"/>
                </a:solidFill>
              </a:rPr>
              <a:t>hanem az ellenőrzés után következik.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MŰHELYTITOK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 rendezett kötődoboz beszél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7607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Áttekinthető vezetékvezetés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Azonosítható vezetők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Nincs feszülő ér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Nincs kilógó csupasz rész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kötés húzópróbával ellenőrizhető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315200" y="1143000"/>
            <a:ext cx="310896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18745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99832" y="200253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0" y="18745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00253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64040" y="18745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7192" y="200253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TANÓRA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Gyakorlati feladat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621792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Egypólusú kapcsoló bekötése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Lámpatest vagy gyakorló fogyasztó csatlakoztatása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Kötődoboz rendezése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Ellenőrzés dokumentálása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8080" y="1188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1232" y="131673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Rajz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06840" y="11887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79992" y="131673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Bekötés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194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232257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Kontroll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ELLENŐRZÉS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Használható vagy újrakészítendő?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27101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HASZNÁLHATÓ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helyesen megszakítva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 kötések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Sérülésmentes szigetelés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Ellenőrzött próba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11430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2710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ÚJRAKÉSZÍTENDŐ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megszakítva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Laza kapocs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Kilógó rézér</a:t>
            </a:r>
            <a:endParaRPr lang="en-US" sz="2000" dirty="0"/>
          </a:p>
          <a:p>
            <a:r>
              <a:rPr lang="en-US" sz="20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 kihagyva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IAP HETI KIHÍVÁS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Működik, de hibás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</a:rPr>
              <a:t>A lámpa világít, de a kapcsoló a nullavezetőt szakítja meg.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47A1"/>
                </a:solidFill>
              </a:rPr>
              <a:t>Elfogadható?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977640" y="20574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0792" y="218541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63238"/>
                </a:solidFill>
              </a:rPr>
              <a:t>A működés nem bizonyítja, hogy a kapcsolás biztonságos és szakmailag helyes.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ELLENŐRZŐ KÉRDÉSEK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 gyors válasz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987552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Melyik vezetőt szakítjuk meg kapcsolóval?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a kapcsolt fázis szerepe?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Miért veszélyes a laza kapocs?</a:t>
            </a:r>
            <a:endParaRPr lang="en-US" sz="2300" dirty="0"/>
          </a:p>
          <a:p>
            <a:r>
              <a:rPr lang="en-US" sz="23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Miért nem elég, ha a lámpa világít?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HÉT • ZÁRÁS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 hét 4 mondata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IAP • 11. évfolyam • Villamos szerelések • 11. hét    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95097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kapcsolóval a fázisvezetőt szakítjuk meg.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kapcsolt fázis a lámpához halad.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laza kötés működési és biztonsági hiba.</a:t>
            </a:r>
            <a:endParaRPr lang="en-US" sz="2400" dirty="0"/>
          </a:p>
          <a:p>
            <a:r>
              <a:rPr lang="en-US" sz="24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Próba csak ellenőrzés után következhet.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</a:rPr>
              <a:t>Következő hét: Kötések, hibák és ellenőrzési rutinok egyszerű áramkörben.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Egyszerű világítási áramkör összeállítása és ellenőrzése</dc:title>
  <dc:subject>11. évfolyam - Villamos szerelések - 11. hét</dc:subject>
  <dc:creator>IAP</dc:creator>
  <cp:lastModifiedBy>IAP</cp:lastModifiedBy>
  <cp:revision>1</cp:revision>
  <dcterms:created xsi:type="dcterms:W3CDTF">2026-09-03T12:54:22Z</dcterms:created>
  <dcterms:modified xsi:type="dcterms:W3CDTF">2026-09-03T12:54:22Z</dcterms:modified>
</cp:coreProperties>
</file>