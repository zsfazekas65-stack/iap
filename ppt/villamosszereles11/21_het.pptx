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0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1005840" cy="347472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Aptos"/>
              </a:defRPr>
            </a:pPr>
            <a:r>
              <a:t>ÚJ TÉMAKÖR • 24 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Ipari szerelvények</a:t>
            </a:r>
            <a:br/>
            <a:r>
              <a:t>és kapcsolókészülékek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E1F3"/>
                </a:solidFill>
                <a:latin typeface="Aptos"/>
              </a:defRPr>
            </a:pPr>
            <a:r>
              <a:t>21. hét • 61–63. óra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10561320" cy="164592"/>
          </a:xfrm>
          <a:prstGeom prst="rect">
            <a:avLst/>
          </a:prstGeom>
          <a:solidFill>
            <a:srgbClr val="96A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3657600"/>
            <a:ext cx="1097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13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3059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6576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9136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3059"/>
                </a:solidFill>
                <a:latin typeface="Aptos"/>
              </a:defRPr>
            </a:pPr>
            <a:r>
              <a:t>KM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657600"/>
            <a:ext cx="1143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9136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3059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657600"/>
            <a:ext cx="1143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9136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3059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657600"/>
            <a:ext cx="1463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913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3059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389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kapcsolás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1389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mágneskapcsoló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51389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138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kezelő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138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sorkapocs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Felismerés → kiválasztás → szerelés → ellenőrzés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A készüléket ne csak felismerd – értsd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típus, az adattábla, a kapocs és a feladat együtt adja a helyes választ.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Felismerés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Azonosítod a leggyakoribb ipari szerelvényeket.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Funkció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Megmondod, mit kapcsol, vezérel, véd vagy jelez.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Kiválasztás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Névleges adatok és terhelés alapján gondolkodsz.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DIN-sínen rendezett, karbantartható elrendezést készítesz.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RENDSZEREZÉS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Öt alapvető készülékcsoport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Az ipari szekrényben minden elemnek világos feladata van.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Főkapcsoló, választókapcsoló, nyomógomb.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Elektromágneses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Mágneskapcsoló és segédrelé.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Védelmi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Motorvédő és túlterhelési relé.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Jelző / csatlakozó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Jelzőlámpa, hangjelző, sorkapocs.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KÉSZÜLÉKVÁLASZTÁS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Mit nézz meg vásárlás vagy beépítés előtt?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megfelelő készülék nem csak „elég nagy”: a feladathoz kell illeszkednie.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U /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Névleges feszültség és áram.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Motor, fűtés, világítás vagy vezérlés.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Érintkezők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Pólusszám, záró/bontó és segédérintkezők.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Környezet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Beépítés, IP, hőmérséklet, kapcsolási gyakoriság.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A készülék névjegye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Bekötés előtt az adatokat és a gyártói rajzot kell értelmezni.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Pontos készülékazonosítás.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Névleges adatok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Feszültség, áram, teljesítmény.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Tekercs / vezérlés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vezérlőfeszültség különösen fontos.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konkrét kapocsjelöléshez ez az elsődleges forrás.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KAPOCSJELÖLÉSEK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A rajz és a valós készülék találkozása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jelölés segít elkülöníteni a fő-, vezérlő- és segédáramkört.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Főáramkör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terhelés energiaútja.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Vezérlőkör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működtető jel útja.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Segédérintkező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Visszajelzés, öntartás, reteszelés.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Szabály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Ne emlékezetből: az adott készülék rajza alapján köss!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DIN-SÍN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A rendezett ipari szerelés gerince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mechanikai elrendezés már előkészíti a jó vezetékezést és hibakeresést.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Rögzítés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Biztos pattintás és stabil mechanikai helyzet.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Helyköz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Szerelhetőség és szükséges hőelvezetés.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Kábelút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Kábelcsatorna és rendezett vezetés.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kapcsok legyenek hozzáférhetők és azonosíthatók.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JÓ SZERELÉS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Működik – és később is érthető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Az ipari minőség egyik jele az áttekinthetőség.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Készülék- és vezetőazonosítás.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Kötés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Megfelelő csupaszítás, érvéghüvely és meghúzás.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Elrendezés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Logikus energia- és jelút.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valós bekötés egyezzen a rajzzal.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Feszültségmentesen szerelünk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szerelési sorrend fontosabb, mint a gyorsaság.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Áramkör azonosítása és leválasztás.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Visszakapcsolás elleni biztosítás.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Feszültségmentes állapot ellenőrzése.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Vizuális és műszeres ellenőrzés a próba előtt.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Építs fel egy mintasínt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mai cél még nem a teljes vezérlés, hanem a készülékek helyes felismerése és elrendezése.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Azonosíts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Legalább hat különböző szerelvényt.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Dokumentálj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Típus, funkció, névleges adat, kapocs.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Rendezz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Készíts DIN-sínes elrendezési tervet.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Ellenőrizz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Rögzítés, hozzáférés, helyköz, kábelút.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Mi a jó döntés?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Egy készülék alakra megfelelő, de a vezérlőtekercse 24 V AC, miközben a vezérlőkör 230 V AC.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Beépíthető, mert az érintkezők megfelelőek.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Beépíthető soros ellenállással.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Nem megfelelő – a tekercsfeszültségnek illeszkednie kell.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Kulcs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vezérlőfeszültség önálló kiválasztási adat.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Négy szakmai alapelv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Ezekre épül a következő hét mágneskapcsolós anyaga.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Funkció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Tudd, mire való a készülék.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Adat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Olvasd le a névleges jellemzőket.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Kapocs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gyártói rajz alapján azonosíts.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Legyen biztonságos, rendezett és karbantartható.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93059"/>
                </a:solidFill>
                <a:latin typeface="Aptos"/>
              </a:defRPr>
            </a:pPr>
            <a:r>
              <a:t>22. hét – Mágneskapcsolók és segédrelék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C7C"/>
                </a:solidFill>
                <a:latin typeface="Aptos"/>
              </a:defRPr>
            </a:pPr>
            <a:r>
              <a:t>A következő órán már az elektromágneses kapcsolókészülék működését és bekötését bontjuk ki.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27648"/>
            <a:ext cx="11000232" cy="0"/>
          </a:xfrm>
          <a:prstGeom prst="line">
            <a:avLst/>
          </a:prstGeom>
          <a:ln w="12700">
            <a:solidFill>
              <a:srgbClr val="BED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6C7C"/>
                </a:solidFill>
                <a:latin typeface="Aptos"/>
              </a:defRPr>
            </a:pPr>
            <a:r>
              <a:t>IAP –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19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C"/>
                </a:solidFill>
                <a:latin typeface="Aptos"/>
              </a:defRPr>
            </a:pPr>
            <a:r>
              <a:t>21. hét •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Elektromágneses működtetés.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84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Főérintkezők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665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Terhelés kapcsolása.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Segédérintkezők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Öntartás és visszajelzés.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E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895344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Mágneskapcsoló azonosítása és alapbekötése.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