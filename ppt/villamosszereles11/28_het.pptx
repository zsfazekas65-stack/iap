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28. hét – Áram-védőkapcsoló vizsgálata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82–84. óra • működéspróba • kioldási idő • műszeres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3566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4800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A védelem nem attól jó, hogy be van építve.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Azt is igazolni kell, hogy megfelelően működik. A TEST gomb és a műszeres vizsgálat egymást kiegészítő ellenőrzések.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08760"/>
            <a:ext cx="274320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0D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8288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D2640"/>
                </a:solidFill>
              </a:defRPr>
            </a:pPr>
            <a:r>
              <a:t>RCD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4231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0D2640"/>
                </a:solidFill>
              </a:defRPr>
            </a:pPr>
            <a:r>
              <a:t>40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8346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0D2640"/>
                </a:solidFill>
              </a:defRPr>
            </a:pPr>
            <a:r>
              <a:t>IΔn 30 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657600"/>
            <a:ext cx="1280160" cy="5943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7673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Mit figyel az ÁVK?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Az áramok egyensúlyát az aktív vezetőkben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3566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Hibamentes állapot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 befolyó és visszatérő áram kiegyenlíti egymást. A különbségi áram közel nulla.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73152" cy="356616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27632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Hibaáram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Az áram egy része más úton – például PE vagy föld felé – záródik. Különbségi áram keletkezik.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73152" cy="3566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27632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Lekapcsolás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Ha a különbségi áram eléri a készülék működési tartományát, az ÁVK megszakítja az áramkört.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A három adat, amit ismerni kell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73152" cy="3200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29718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In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 készülék névleges árama. Nem azonos a hibaáram-érzékenységgel.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73152" cy="3200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19072"/>
            <a:ext cx="29718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IΔn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Névleges kioldó hibaáram. Gyakori kiegészítő védelemnél: 30 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544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554480"/>
            <a:ext cx="73152" cy="3200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719072"/>
            <a:ext cx="29718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tΔ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Kioldási idő. A műszeres ellenőrzés egyik kulcsadata.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TEST gomb ≠ teljes műszeres vizsgálat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0292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3840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73351"/>
            <a:ext cx="46177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TEST gomb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Belső próbaáramot hoz létre. Gyorsan ellenőrzi, hogy az ÁVK képes-e működni és lekapcsolni. Rendszeres működéspróbára való.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50292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73152" cy="384048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73351"/>
            <a:ext cx="46177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RCD-vizsgáló műszer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Meghatározott vizsgálati feltételekkel ellenőrzi a működést, és mérhetővé teszi például a kioldási időt, illetve a választott eljárástól függően további jellemzőket.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Mérési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Feszültség alatt végzett vizsgálat – fegyelmezett munkamenet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73152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1  ÁVK azonosítása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309359" y="13716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371600"/>
            <a:ext cx="73152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53619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2  Névleges adatok leolvasása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77240" y="25146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14600"/>
            <a:ext cx="73152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7919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3  Fogyasztók és következmények felmérése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6309359" y="25146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2514600"/>
            <a:ext cx="73152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67919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4  TEST működéspróba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777240" y="36576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657600"/>
            <a:ext cx="73152" cy="82296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5  Műszer és mérési mód kiválasztása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6309359" y="36576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657600"/>
            <a:ext cx="73152" cy="82296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822191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6  Mérés felügyelettel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77240" y="48006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800600"/>
            <a:ext cx="73152" cy="82296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6519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7  Eredmény dokumentálása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6309359" y="48006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4800600"/>
            <a:ext cx="73152" cy="82296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96519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8  Visszaállítás és üzemi ellenőrzés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Biztonság: a mérés lekapcsolást okozhat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3152" cy="356616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Előtte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Tudd, mi van az áramkörön. Egy váratlan lekapcsolás gépet, informatikai rendszert vagy technológiai folyamatot is érinthet.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73152" cy="356616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Közben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Csak megfelelő mérőműszerrel, ép vezetékekkel és oktatói/szakmai felügyelettel dolgozz.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463040"/>
            <a:ext cx="73152" cy="3566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27632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Utána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Állítsd vissza az ellátást, ellenőrizd az üzemszerű működést és dokumentáld a mérési eredményt.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Mit jelent a mérési eredmény?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73152" cy="3474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4617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Nem csak: „lekapcsolt”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 szakmai értékeléshez számít a készülék típusa, IΔn értéke, a választott mérési mód, a mért kioldási idő és a hálózati környezet.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73152" cy="3474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19072"/>
            <a:ext cx="4617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Dokumentálható eredmény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Azonosító • típus • In • IΔn • mérési mód • mért idő/áram • minősítés • dátum • mérőműszer.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Tipikus hibák és hibakeresési irányok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73152" cy="160020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617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N–PE kapcsolat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Az ÁVK utáni hibás összekötés nem kívánt működést okozhat.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73152" cy="160020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617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Szivárgóáram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Több fogyasztó üzemi szivárgóárama összeadódhat.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429000"/>
            <a:ext cx="73152" cy="1600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4617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Rossz típus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 hálózat és fogyasztók jellegéhez nem megfelelő ÁVK.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42900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429000"/>
            <a:ext cx="73152" cy="1600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593592"/>
            <a:ext cx="4617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Mérési hiba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Rossz mérési pont, beállítás vagy csatlakoztatás.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Műhelymunka – 4 állomás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3383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103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1. Azonosítás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Adattábla, típus, In, IΔn.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73152" cy="3383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810512"/>
            <a:ext cx="2103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2. TEST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Működéspróba és visszaállítás.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73152" cy="3383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810512"/>
            <a:ext cx="2103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3. Műszeres mérés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Mérési mód kiválasztása, mérés felügyelettel.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1645920"/>
            <a:ext cx="73152" cy="3383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810512"/>
            <a:ext cx="2103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4. Jegyzőkönyv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Eredmény rögzítése és szakmai minősítés.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463040"/>
            <a:ext cx="10149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463040"/>
            <a:ext cx="73152" cy="3566160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627632"/>
            <a:ext cx="97383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Állítás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Ha a TEST gomb megnyomására az ÁVK lekapcsol, akkor további műszeres ellenőrzésre soha nincs szükség.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572000"/>
            <a:ext cx="4297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BE2D2D"/>
                </a:solidFill>
              </a:defRPr>
            </a:pPr>
            <a:r>
              <a:t>NEM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D2640"/>
                </a:solidFill>
                <a:latin typeface="Aptos Display"/>
              </a:defRPr>
            </a:pPr>
            <a:r>
              <a:t>Összefoglalás • 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IAP • Villamos szerelések • 11. évfolyam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2920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374903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4617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Amit vigyél magaddal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• Az ÁVK különbségi áramot érzékel.</a:t>
            </a:r>
            <a:br/>
            <a:r>
              <a:t>• A TEST gomb fontos működéspróba.</a:t>
            </a:r>
            <a:br/>
            <a:r>
              <a:t>• A műszeres mérés dokumentálható adatot ad.</a:t>
            </a:r>
            <a:br/>
            <a:r>
              <a:t>• A mérés lekapcsolást okozhat.</a:t>
            </a:r>
            <a:br/>
            <a:r>
              <a:t>• Az eredményt körülményekkel együtt kell értékelni.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02920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73152" cy="374903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81912"/>
            <a:ext cx="4617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D2640"/>
                </a:solidFill>
                <a:latin typeface="Aptos Display"/>
              </a:defRPr>
            </a:pPr>
            <a:r>
              <a:t>29. hét</a:t>
            </a:r>
          </a:p>
          <a:p>
            <a:pPr>
              <a:spcBef>
                <a:spcPts val="700"/>
              </a:spcBef>
              <a:defRPr sz="1200">
                <a:solidFill>
                  <a:srgbClr val="5C6C7D"/>
                </a:solidFill>
                <a:latin typeface="Aptos"/>
              </a:defRPr>
            </a:pPr>
            <a:r>
              <a:t>Kapcsolási rajzok olvasása</a:t>
            </a:r>
            <a:br/>
            <a:br/>
            <a:r>
              <a:t>A mérés és ellenőrzés után a dokumentáció értelmezése kerül előtérbe: rajzjelek, vezeték- és készülékazonosítás, kapcsolatok követése.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