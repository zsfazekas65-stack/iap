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31. hét - Hibakeresési módszerek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Liberation Sans"/>
              </a:rPr>
              <a:t>91-93. óra | Ne találgass: mérj, következtess, szűkíts!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2514600" cy="29260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48256"/>
            <a:ext cx="21854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TÜNET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Mit tapasztalunk?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514600" cy="29260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048256"/>
            <a:ext cx="21854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RAJZ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Hogyan kellene működnie?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2514600" cy="29260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48256"/>
            <a:ext cx="21854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MÉRÉS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Hol szakad meg a működési lánc?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920240"/>
            <a:ext cx="2514600" cy="29260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2048256"/>
            <a:ext cx="21854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OK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Mi okozza bizonyíthatóan a hibát?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Tünet ≠ hibaok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4937760" cy="32918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65376"/>
            <a:ext cx="4608576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TÜNET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„A motor nem indul.”
Ez csak a megfigyelt jelenség.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937760" cy="32918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65376"/>
            <a:ext cx="4608576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LEHETSÉGES OKOK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Nincs tápfeszültség • STOP-kör szakadt • K1 tekercs hibás • motorvédelem leoldott • motorhiba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A hibakeresés logikai lánca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331720"/>
            <a:ext cx="123444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633472"/>
            <a:ext cx="1143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Tünet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2331720"/>
            <a:ext cx="123444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2633472"/>
            <a:ext cx="1143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Információ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331720"/>
            <a:ext cx="123444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633472"/>
            <a:ext cx="1143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Biztonság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331720"/>
            <a:ext cx="123444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633472"/>
            <a:ext cx="1143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Rajz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331720"/>
            <a:ext cx="123444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633472"/>
            <a:ext cx="1143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Mérés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331720"/>
            <a:ext cx="123444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633472"/>
            <a:ext cx="1143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Behatárolás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331720"/>
            <a:ext cx="123444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633472"/>
            <a:ext cx="1143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Javítás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0" y="2331720"/>
            <a:ext cx="123444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61320" y="2633472"/>
            <a:ext cx="1143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Ellenőrzés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Öt használható hibakeresési módszer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728216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Szemrevételezés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Laza kötés, égésnyom, sérülés, kioldás.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728216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Áramút-követés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táplálástól a fogyasztóig követjük a láncot.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1600200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728216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Szakaszolás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Funkcionális egységekre bontjuk a rendszert.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49039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877055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Felezés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jelút közepén mérünk, majd a hibás félben folytatjuk.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49039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877055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Összehasonlítás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Működő áramkör vagy ismert érték a referencia.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Mérési pontok: START-STOP vezérlés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2743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56816"/>
            <a:ext cx="218541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1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Van vezérlőfeszültség?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14600" cy="2743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956816"/>
            <a:ext cx="218541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2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Átjut a STOP érintkezőn?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2514600" cy="2743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956816"/>
            <a:ext cx="218541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3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Működik a START / öntartó ág?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828800"/>
            <a:ext cx="2514600" cy="2743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1956816"/>
            <a:ext cx="218541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4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Megjelenik A1-A2 között?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Felezéses módszer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Liberation Sans"/>
              </a:rPr>
              <a:t>Minél hosszabb a jelút, annál nagyobb lehet a nyereség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00400" cy="25603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56816"/>
            <a:ext cx="287121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1. MÉRÉS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Mérj a működési lánc közepe táján.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25603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956816"/>
            <a:ext cx="287121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DÖNTÉS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Ha jó: a hiba utána van. Ha rossz: előtte van.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200400" cy="25603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956816"/>
            <a:ext cx="287121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ISMÉTLÉS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hibás félben ismét felezd a keresési tartományt.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A mérésből következtetés legyen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743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56816"/>
            <a:ext cx="305409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MÉRÉS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A1-A2 = névleges vezérlőfeszültség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828800"/>
            <a:ext cx="3383280" cy="2743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956816"/>
            <a:ext cx="305409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KÖVETKEZTETÉS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vezérlési út eljuttatja a feszültséget K1-hez.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3383280" cy="2743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956816"/>
            <a:ext cx="305409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KÖVETKEZŐ LÉPÉS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K1 tekercs, csatlakozás és mechanika vizsgálata.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Tipikus hibakeresési zsákutcák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Találomra csere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Nem bizonyítja a hiba okát.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1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Rajz nélkül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Kimaradhat egy feltétel vagy reteszelés.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Több változtatás egyszerre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Nem tudható, mi oldotta meg a hibát.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Nincs jegyzet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Ugyanazokat a méréseket újra elvégezzük.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Műhelyfeladat - rejtett hiba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1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Tünet pontos leírása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1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2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Rajz és lehetséges okok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3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Mérési pontok kijelölése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872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4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Mérés → következtetés → szűkítés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IAP heti kihívás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32720" cy="18288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65376"/>
            <a:ext cx="1000353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HELYZET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K1 nem húz meg, de A1-A2 között a névleges vezérlőfeszültség mérhető. Hol keresed tovább a hibát?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3977639"/>
            <a:ext cx="704088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24912" y="4105655"/>
            <a:ext cx="671169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MEGOLDÁS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K1 tekercse, csatlakozása vagy a mágneskapcsoló mechanikája vizsgálandó.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Liberation Sans"/>
              </a:rPr>
              <a:t>A jó hibakereső nem találgat - bizonyít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Rajz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Tudd, hogyan kellene működnie.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1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Mérés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Minden mérés adjon új információt.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Logika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Szűkítsd a hibás szakaszt.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Dokumentáció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Rögzítsd az okot és a javítást.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806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D47A1"/>
                </a:solidFill>
                <a:latin typeface="Liberation Sans"/>
              </a:rPr>
              <a:t>Következő hét: 32. hét - Karbantartás és javítás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