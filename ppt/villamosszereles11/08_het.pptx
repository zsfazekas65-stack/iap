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B5A"/>
                </a:solidFill>
                <a:latin typeface="Aptos Display"/>
              </a:defRPr>
            </a:pPr>
            <a:r>
              <a:t>8. hét - Kötődobozok, elágazások és egyszerű vezetékkötések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3B5A"/>
                </a:solidFill>
              </a:defRPr>
            </a:pPr>
            <a:r>
              <a:t>Kötések nem maradhatnak védelem, rend és ellenőrzés nélkül.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886200"/>
            <a:ext cx="8503920" cy="105156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Heti cél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biztonságos elágazás kialakítása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kész kötés ellenőrzése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Heti térkép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22-24. óra - doboz, elágazás,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320040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1. tanóra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doboz szerepe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dobozfajták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kiválasztás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320040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2. tanóra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vezetékvezetés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blankolás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kötőelem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429000" cy="320040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3. tanóra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elágazás készítése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mechanikai próba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zárás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Történelmi nyitó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A kötés védett helye: a kötődoboz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Mi változott?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 hálózatokban egyre több elágazási pont jelent meg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 kötéseket védeni és később ellenőrizni kellett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 kötődoboz a láthatatlanul fontos szerelési pont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Miért kell kötődoboz?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Védelem, rendezés, hozzáférhetőség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A doboz feladata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mechanikai védelem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véletlen érintés elleni védelem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rendezett elágazási pont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hozzáférhetőség hiba esetén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Dobozfajták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A feladat határozza meg a választást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7472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Kötődoboz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vezetékek elágaztatása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fedéllel zárható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ellenőrizhető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7472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Szerelvénydoboz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kapcsoló vagy dugalj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rögzítési pont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vezetékfogadás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47472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Nedves tér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IP-védettség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tömszelence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környezeti hatások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Egyszerű elágazás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Bejövő vezető → kötés → elmenő vezetők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Szakmai sorrend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tervezd meg a vezetők útját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azonosítsd a bejövő és elmenő vezetőket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válassz megfelelő kötőelemet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csak ellenőrzés után zárd a dobozt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Vezeték előkészítése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Blankolás, jelölés, kötőelem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A kötés előkészítése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megfelelő keresztmetszet és vezetőtípus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gyártói blankolási hossz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nincs kilógó elemi szál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 szigetelés nem kerül kontaktfelület alá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Ellenőrzési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Nem a fedél az ellenőrzés helyettese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Ellenőrzési lánc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szemrevételezés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vezetők azonosítása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mechanikai próba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fedél zárhatósága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nincs feszülés, nincs sérülés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A legtöbb hiba szemmel is felismerhető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Piros lámpás hibák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hiányzó fedél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hozzáférhetetlen kötés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túl kevés hely a dobozban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nem megfelelő IP-védettség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jelöletlen vezetők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Kötődobozos elágazás feszültségmentes gyakorló áramkörön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Tanulói munka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kötődobozos elágazás kialakítása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vezetők rendezése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kötések ellenőrzése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oktatói jóváhagyás nélkül nincs feszültség alá helyezés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5 gyors kérdés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241280" cy="384048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Válaszolj szakmai kifejezésekkel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Mi a kötődoboz feladata?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Miért fontos a hozzáférhetőség?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Miért veszélyes a rossz blankolás?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Mit ellenőrzünk zárás előtt?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Mikor kell fokozott IP-védettség?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B5A"/>
                </a:solidFill>
                <a:latin typeface="Aptos Display"/>
              </a:defRPr>
            </a:pPr>
            <a:r>
              <a:t>Zárás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3746"/>
                </a:solidFill>
                <a:latin typeface="Aptos"/>
              </a:defRPr>
            </a:pPr>
            <a:r>
              <a:t>A hét 4 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E78"/>
                </a:solidFill>
              </a:defRPr>
            </a:pPr>
            <a:r>
              <a:t>IAP • 11. évfolyam • Villamos szerelések • 08. hét                                   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3474720"/>
          </a:xfrm>
          <a:prstGeom prst="roundRect">
            <a:avLst/>
          </a:prstGeom>
          <a:solidFill>
            <a:srgbClr val="EAF4FB"/>
          </a:solidFill>
          <a:ln>
            <a:solidFill>
              <a:srgbClr val="1E8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600">
                <a:solidFill>
                  <a:srgbClr val="143B5A"/>
                </a:solidFill>
              </a:defRPr>
            </a:pPr>
            <a:r>
              <a:t>A hét 4 mondata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 kötésnek védett helyen kell lennie.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Az elágazás legyen rendezett és ellenőrizhető.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A fedél nem takarhat el hibás kötést.</a:t>
            </a:r>
          </a:p>
          <a:p>
            <a:pPr>
              <a:defRPr sz="1300">
                <a:solidFill>
                  <a:srgbClr val="273746"/>
                </a:solidFill>
              </a:defRPr>
            </a:pPr>
            <a:r>
              <a:t>• Következő hét: kapcsolók és dugaljak szerelési alapjai.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