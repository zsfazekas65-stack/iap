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9. hét • Kapcsolók és dugaljak biztonságos szerelése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25–27. óra • 1. témakör: Villamos biztonságtechnika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VILLAMOS BIZTONSÁGTECHNIKA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6492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61A30"/>
                </a:solidFill>
                <a:latin typeface="Aptos"/>
              </a:defRPr>
            </a:pPr>
            <a:r>
              <a:t>Kapcsolók és dugaljak</a:t>
            </a:r>
            <a:br/>
            <a:r>
              <a:t>biztonságos szerelése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40480" cy="182880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8836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Heti cél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2304288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szerelvények helyes bekötésének, PE-vezető kezelésének és feszültségmentes munkasorrendjének alkalmazása.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840480"/>
            <a:ext cx="3840480" cy="137160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39867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2A5F5"/>
                </a:solidFill>
                <a:latin typeface="Aptos"/>
              </a:defRPr>
            </a:pPr>
            <a:r>
              <a:t>3 tanóra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44074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Elmélet • bemutatás • alkalmazás • ellenőrzés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9. hét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A biztonságos szerelés sorrendje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25–27. óra • 1. témakör: Villamos biztonságtechnika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1. Azonosítás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Munkaterület és áramkör azonosítása. Ne a feliratból indulj ki: ellenőrizd a valós állapotot.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62828"/>
                </a:solidFill>
                <a:latin typeface="Aptos"/>
              </a:defRPr>
            </a:pPr>
            <a:r>
              <a:t>2. Feszültségmentesítés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Leválasztás, visszakapcsolás elleni biztosítás, feszültségmentes állapot ellenőrzése.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Aptos"/>
              </a:defRPr>
            </a:pPr>
            <a:r>
              <a:t>3. Szerelés és ellenőrzés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Vezetők azonosítása, kötés, mechanikai rögzítés, szemrevételezés, majd csak ezután visszakapcsolás.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9.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Kapcsoló bekötése – mit kell felismerni?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25–27. óra • 1. témakör: Villamos biztonságtechnika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7C00"/>
                </a:solidFill>
                <a:latin typeface="Aptos"/>
              </a:defRPr>
            </a:pPr>
            <a:r>
              <a:t>Fázisvezető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kapcsoló a fázisvezetőt szakítsa meg. A kapcsolt vezető a fogyasztó felé halad.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Kapcsok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vezető megfelelő hosszban legyen blankolva; kilógó réz és laza kötés nem megengedett.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Aptos"/>
              </a:defRPr>
            </a:pPr>
            <a:r>
              <a:t>Mechanikai állapot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szerelvény ne feszüljön, a vezeték ne sérüljön, a dobozban maradjon rendezett tartalék.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9.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Dugalj – három vezető, három feladat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25–27. óra • 1. témakör: Villamos biztonságtechnika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62828"/>
                </a:solidFill>
                <a:latin typeface="Aptos"/>
              </a:defRPr>
            </a:pPr>
            <a:r>
              <a:t>L – fázis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feszültséget biztosító aktív vezető. Munkavégzéskor veszélyforrás.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N – nullavezető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Üzemi áramot vezethet; nem azonos a védővezetővel.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Aptos"/>
              </a:defRPr>
            </a:pPr>
            <a:r>
              <a:t>PE – védővezető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Védelmi célú vezető. Folytonossága alapvető biztonsági követelmény.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9.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Tipikus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25–27. óra • 1. témakör: Villamos biztonságtechnika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62828"/>
                </a:solidFill>
                <a:latin typeface="Aptos"/>
              </a:defRPr>
            </a:pPr>
            <a:r>
              <a:t>Kilógó rézszál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Érintési vagy zárlati veszélyt okozhat. A blankolási hossz legyen megfelelő.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7C00"/>
                </a:solidFill>
                <a:latin typeface="Aptos"/>
              </a:defRPr>
            </a:pPr>
            <a:r>
              <a:t>Laza kapocs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Melegedést, ívképződést és későbbi meghibásodást okozhat.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62828"/>
                </a:solidFill>
                <a:latin typeface="Aptos"/>
              </a:defRPr>
            </a:pPr>
            <a:r>
              <a:t>PE hibás bekötése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védelmi funkció megszűnhet. A PE-t nem használjuk üzemi vezetőként.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9.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Műhelyellenőrzés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25–27. óra • 1. témakör: Villamos biztonságtechnika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Szemrevételezés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Színjelölés, blankolás, kapcsok, vezetékvezetés, szerelvény rögzítése.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feladathoz előírt módon folytonosság és villamos állapot ellenőrzése.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2A5F5"/>
                </a:solidFill>
                <a:latin typeface="Aptos"/>
              </a:defRPr>
            </a:pPr>
            <a:r>
              <a:t>Dokumentálás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hibát ne csak javítsd: nevezd meg az okot és a javítás módját.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9.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⚡ IAP heti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25–27. óra • 1. témakör: Villamos biztonságtechnika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55063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Helyzet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10424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Egy dugaljban az L és N megfelelőnek tűnik, de a PE vezető nincs bekötve. A készülék ettől még működik. Átadható-e a szerelés? Indokold szakmailag, és írd le az ellenőrzési sorrendet.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9. hét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