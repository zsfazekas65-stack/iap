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Aptos"/>
              </a:defRPr>
            </a:pPr>
            <a:r>
              <a:t>KOMPLETT IPARI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>
                <a:solidFill>
                  <a:srgbClr val="DE9136"/>
                </a:solidFill>
                <a:latin typeface="Aptos"/>
              </a:defRPr>
            </a:pPr>
            <a:r>
              <a:t>MÉRŐLÁNC TERVEZÉSE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459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42AAD2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031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56032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F8F68"/>
                </a:solidFill>
                <a:latin typeface="Aptos"/>
              </a:defRPr>
            </a:pPr>
            <a:r>
              <a:t>KONDICIONÁLÁS → ADC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15468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611880"/>
            <a:ext cx="3520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 → HMI → BEAVATKOZÁS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Hogyan lesz az érzékelő jeléből automatikus beavatkozás?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folyamatadat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folyamatmódosítás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teljes mérőlánc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Az egyes elemek rendszerré állnak össze.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KONDICIONÁLÁS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illesztés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ADC +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HMI + AKTUÁTOR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kezelés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jel útja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Kazános példa.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ERŐSÍTŐ + SZŰRŐ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 + PID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FREKIVÁLTÓ + SZIVATTYÚ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beavatkozás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Jelkondicionálás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nyers jel előkészítése.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ERŐSÍTÉS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jelszint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SZŰRÉS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LINEÁRIZÁLÁS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pontosság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LEVÁLASZTÁS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biztonság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PLC és HMI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Feldolgozás, kezelés és naplózás.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adat + vezérlés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megjelenítés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BEÁLLÍTÁS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kezelői értékek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NAPLÓ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események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0–100 °C ↔ 0–10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PLC 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7,5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SKÁLÁZÁS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10 °C/V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HŐMÉRSÉKLET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75 °C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 / csoportmunka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Komplett mérőlánc tervezése.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BLOKKVÁZLAT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jelút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ESZKÖZVÁLASZTÁS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indoklás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BEMUTATÁS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rendszerműködés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jó rendszer hibakereshető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MÉRÉSI PONTOK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hozzáférhetők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egyértelmű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gyorsabb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Mesterfeladat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Ipari tartály hőmérsékletének felügyelete.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SZABÁLYOZÁS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BLOKKVÁZLAT + INDOKLÁS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teljes rendszer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36. hét: IAP záróprojekt.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RENDSZERTERVEZÉS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teljes lánc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DOKUMENTÁCIÓ + MÉRÉSI TERV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mérnöki munka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PROJEKTBEMUTATÓ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lezárás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