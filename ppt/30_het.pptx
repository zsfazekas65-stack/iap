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MŰSZERERŐSÍTŐK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600" b="1">
                <a:solidFill>
                  <a:srgbClr val="DE9136"/>
                </a:solidFill>
                <a:latin typeface="Aptos"/>
              </a:defRPr>
            </a:pPr>
            <a:r>
              <a:t>INSTRUMENTATION AMPLIFIER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10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828800"/>
            <a:ext cx="1371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→ INA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82880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3F8F68"/>
                </a:solidFill>
                <a:latin typeface="Aptos"/>
              </a:defRPr>
            </a:pPr>
            <a:r>
              <a:t>10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42AAD2"/>
                </a:solidFill>
                <a:latin typeface="Aptos"/>
              </a:defRPr>
            </a:pPr>
            <a:r>
              <a:t>CMRR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8862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KÖZÖS ZAJ Elnyomás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10 mV-os érzékelőjel erősítése zavarok nélkül.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KÖRNYEZETI ZAJ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MŰSZERERŐSÍTŐ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megoldás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klasszikus műszererősítő három erősítőfokozatra épül.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PUFFER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bemeneti 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PUFFER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bemeneti 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DIFFERENCIA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jelkülönbség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CMRR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Common Mode Rejection Ratio.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KÖZÖS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mindkét bemeneten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ELNYOMÁS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hatékonyság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 CMRR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jobb mérés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Precíziós kisjelű mérőrendszerek.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MÉRLEG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Wheatstone-híd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orvostechnika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NYOMÁS / ERŐ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INA126, INA128 vagy AD620.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differenciális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erősített 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KÖZÖS ZAJ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hatás vizsgálata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8 mV → 8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0,008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8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= 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büszkeség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Gábor Dénes és a pontos jelfeldolgozás.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NOBEL-DÍJ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magyar fizikus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kiemelt szerep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mérőlánc pontossága nem csak az érzékelőn múlik.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forrása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ELEKTRONIKA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TELJES LÁNC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 rendszer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12 mV Wheatstone-híd → 0–10 V mérőlánc.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HÍD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12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MŰSZERERŐSÍTŐ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0–10 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31. hét: aktív és precíziós egyenirányítók.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PRECÍZIÓS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jelek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CSÚCSÉRTÉK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detektor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