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400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FESZÜLTSÉG-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STABILIZÁTOROK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6858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300" b="1">
                <a:solidFill>
                  <a:srgbClr val="DE9136"/>
                </a:solidFill>
                <a:latin typeface="Aptos"/>
              </a:defRPr>
            </a:pPr>
            <a:r>
              <a:t>INTEGRÁLT ANALÓG ÁRAMKÖRÖK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12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8288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→ 7805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F8F68"/>
                </a:solidFill>
                <a:latin typeface="Aptos"/>
              </a:defRPr>
            </a:pPr>
            <a:r>
              <a:t>5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6324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2AAD2"/>
                </a:solidFill>
                <a:latin typeface="Aptos"/>
              </a:defRPr>
            </a:pPr>
            <a:r>
              <a:t>P=(Ub-Uk)·I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2,1 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Integrált analóg áramkörök és lineáris stabilizátorok.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 félvezető lapka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folyamatos jelek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STABILIZÁTOR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állandó kimenet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Analóg IC-k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Több aktív és passzív elem egy tokban.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műveleti erősítő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feszültségforrás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STABILIZÁTOR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tápegység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Stabilizátor családok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Három fontos típus.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78xx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pozitív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79xx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negatív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LM317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állítható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működés lényege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bemenet változhat, a kimenet közel állandó.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változó 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STABILIZÁTOR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közel állandó Uk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Kapcsolási szempontok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megbízható működés feltételei.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Ub 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elegendő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DISSZIPÁCIÓ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P=(Ub-Uk)·I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hűtőborda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PUFFER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gyártói ajánlás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12 V -&gt; 5 V 7805 kapcsolás.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ÉPÍTÉS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7805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 és 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több áramérték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MELEGEDÉS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disszipáció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Ub=12 V • Uk=5 V • I=0,3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7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0,3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2,1 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kell hűteni?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veszteségi teljesítmény hővé alakul.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2,1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jelentős hő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HŰTŐBORDA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hőelvezetés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MEGBÍZHATÓSÁG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védelem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stabilizátor a megbízható tápegység alapja.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7805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fix +5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LM317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állítható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hőterhelés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