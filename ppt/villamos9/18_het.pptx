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587" y="2230784"/>
            <a:ext cx="2028825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754659"/>
            <a:ext cx="84010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Miért vonzza a mágnes a vasat?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0912" y="3531840"/>
            <a:ext cx="5210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Bevezetés a mágnesesség és az elektromágnesesség világába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4284315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Villamos alapismeretek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24187"/>
            <a:ext cx="5429250" cy="1543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3357562"/>
            <a:ext cx="47148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1" u="none">
                <a:solidFill>
                  <a:srgbClr val="F8FAFC"/>
                </a:solidFill>
                <a:latin typeface="Plus Jakarta Sans"/>
              </a:rPr>
              <a:t> „A természet törvényei láthatatlanok, de a hatásuk minden működő gépben jelen van.”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033837"/>
            <a:ext cx="1038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8BDF8"/>
                </a:solidFill>
                <a:latin typeface="Inter SemiBold"/>
              </a:rPr>
              <a:t>IAA Útravaló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3024187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A hét célja: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Ismerkedés a mágnesesség alapjelenségeivel és a villamos gépek alapjaival.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709987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Felismerni a mágneses anyagokat és pólusokat.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4138612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Egyszerű kísérletek végzése és összefüggések keresése.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4800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7338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162425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iránytűje és célkitűzései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76701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Életút: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Könyvkötőinasból vált a világ egyik legnagyobb kísérleti fizikusává.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45281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Felfedezés: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Az elektromágneses indukció jelensége, a modern villamosenergia-termelés alapja.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138612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Örökség: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Villanymotorok, transzformátorok és generátorok működési elveinek megalapozása.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082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476625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62425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szakma úttörői: Michael Faraday (1791–1867)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19325"/>
            <a:ext cx="3555950" cy="2466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219325"/>
            <a:ext cx="3555950" cy="2466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219325"/>
            <a:ext cx="3555950" cy="2466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972050"/>
            <a:ext cx="11239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38BDF8"/>
                </a:solidFill>
                <a:latin typeface="Inter"/>
              </a:rPr>
              <a:t>„A kíváncsiság sokszor fontosabb, mint az, hogy minden választ előre ismerj.”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124200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Indukció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505200"/>
            <a:ext cx="2965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Az elektromágneses indukció felfedezése, amely az áramtermelés alapja.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3225" y="3124200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Alkalmazások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505200"/>
            <a:ext cx="2965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modern villanymotorok és transzformátorok alapvető működési elvei.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124200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Példakép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925" y="3505200"/>
            <a:ext cx="29654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mérhetetlen kíváncsiság és a soha fel nem adó kitartás örökös mintája.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552700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55270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2552700"/>
            <a:ext cx="3905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Mit köszönhetünk Faradaynek?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3125" y="2724150"/>
            <a:ext cx="8239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Anyagok ismerete: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Képes leszel felismerni a ferromágneses és nem mágneses anyagokat.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25" y="3152775"/>
            <a:ext cx="8239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Mágnesek fajtái: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Meg tudod különböztetni a természetes és mesterséges mágneseket.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5" y="3581400"/>
            <a:ext cx="8239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Pólusok: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Megnevezed a mágnes északi és déli pólusát, megérted a vonzás/taszítás törvényét.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3125" y="4010025"/>
            <a:ext cx="8239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Gyakorlat: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Egyszerű mágneses kísérletek magabiztos elvégzése.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3125" y="4438650"/>
            <a:ext cx="8239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Kapcsolat: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Felismered a kapcsolatot a mágnesesség és a villamos berendezések között.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747962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17658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605212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033837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462462"/>
            <a:ext cx="1714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végére elérhető tudás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571750"/>
            <a:ext cx="11239500" cy="24479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571750"/>
          <a:ext cx="1122997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2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Tartalom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1.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A szakma úttörői: Michael Faraday. A mágneses anyagok bemutatása, egyszerű kísérletek.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2.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A mágnes pólusai. Vonzás és taszítás kísérleti vizsgálata rúdmágnesekkel és iránytűvel.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98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3.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Hol találkozunk mágnesekkel? Hangszóró, relé, villanymotor, generátor és transzformátor.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3176587"/>
            <a:ext cx="28074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88506" y="3176587"/>
            <a:ext cx="84224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1012" y="3786187"/>
            <a:ext cx="28074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88506" y="3786187"/>
            <a:ext cx="84224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012" y="4395787"/>
            <a:ext cx="28074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88506" y="4395787"/>
            <a:ext cx="842248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Heti óravázlat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371725"/>
            <a:ext cx="5429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Gyűjts össze legalább </a:t>
            </a:r>
            <a:r>
              <a:rPr sz="1500" b="1" i="0" u="none">
                <a:solidFill>
                  <a:srgbClr val="F8FAFC"/>
                </a:solidFill>
                <a:latin typeface="Inter"/>
              </a:rPr>
              <a:t>10 olyan eszközt</a:t>
            </a:r>
            <a:r>
              <a:rPr sz="1500" b="0" i="0" u="none">
                <a:solidFill>
                  <a:srgbClr val="F8FAFC"/>
                </a:solidFill>
                <a:latin typeface="Inter"/>
              </a:rPr>
              <a:t> otthon vagy az iskolában, amely mágnest tartalmaz vagy mágneses elven működik!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30765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419475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Vizsgáld meg a hűtőmágneseket, tolltartókat, konyhai eszközöket.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105275"/>
            <a:ext cx="5095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Nézd meg a számítógépek, hangszórók vagy elektromos játékok alkatrészeit.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791075"/>
            <a:ext cx="5095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Készíts rövid jegyzetet a gyűjtésedről a következő órára!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4432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29087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814887"/>
            <a:ext cx="14287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Mini projekt: Mágnesvadászat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266950"/>
            <a:ext cx="11239500" cy="305752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266950"/>
          <a:ext cx="11229974" cy="305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Fogalom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Jelentése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Mágnes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Mágneses teret létrehozó test.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Északi / Déli pólus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A mágnes két ellentétes pólusa.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Ferromágneses anyag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Erősen mágnesezhető anyag (pl. vas, nikkel, kobalt).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Mágneses tér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A mágnes hatásterülete, ahol a erőhatás érvényesül.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2871787"/>
            <a:ext cx="39304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1414" y="2871787"/>
            <a:ext cx="72995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1012" y="3481387"/>
            <a:ext cx="39304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11414" y="3481387"/>
            <a:ext cx="72995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1012" y="4090987"/>
            <a:ext cx="39304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1414" y="4090987"/>
            <a:ext cx="72995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1012" y="4700587"/>
            <a:ext cx="39304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1414" y="4700587"/>
            <a:ext cx="72995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Szakmai szókincs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62225"/>
            <a:ext cx="5429250" cy="2466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0812"/>
            <a:ext cx="5429250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467100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Valós életből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848100"/>
            <a:ext cx="4838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Egy relé vagy mágneskapcsoló működésének alapja az elektromágnes. A következő hetekben ezt az elvet fogjuk részletesen megismerni.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595687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Mester tanácsa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976687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F8FAFC"/>
                </a:solidFill>
                <a:latin typeface="Inter"/>
              </a:rPr>
              <a:t>„Minden nagy felfedezés egy egyszerű kérdéssel kezdődik: Miért?”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895600"/>
            <a:ext cx="25717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24187"/>
            <a:ext cx="42862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valós életből &amp; Mester tanácsa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962" y="4071937"/>
            <a:ext cx="6696075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12" y="1824037"/>
            <a:ext cx="1781175" cy="33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80760" y="2347912"/>
            <a:ext cx="3830478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F8FAFC"/>
                </a:solidFill>
                <a:latin typeface="Plus Jakarta Sans"/>
              </a:rPr>
              <a:t>A hét záró gondolata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195637"/>
            <a:ext cx="7810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1" u="none">
                <a:solidFill>
                  <a:srgbClr val="CBD5E1"/>
                </a:solidFill>
                <a:latin typeface="Inter"/>
              </a:rPr>
              <a:t> „Faraday nemcsak a villamosság történetét írta át – megmutatta, hogy a kíváncsiság képes megváltoztatni a világot.”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3237" y="4271962"/>
            <a:ext cx="61055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8BDF8"/>
                </a:solidFill>
                <a:latin typeface="Inter SemiBold"/>
              </a:rPr>
              <a:t>Következő hét előzetese: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3237" y="4576762"/>
            <a:ext cx="61055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F8FAFC"/>
                </a:solidFill>
                <a:latin typeface="Inter"/>
              </a:rPr>
              <a:t>19. hét: Hogyan lesz az áramból mágnes? – Az elektromágnes felfedezése.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943225"/>
            <a:ext cx="112395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8766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87667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718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1625" y="3086100"/>
            <a:ext cx="101441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https://upload.wikimedia.org/wikipedia/commons/thumb/7/7e/Michael_Faraday_sitting_crop.jpg/960px-Michael_Faraday_sitting_crop.jpg?utm_source=en.wikipedia.org&amp;utm_campaign=index&amp;utm_content=thumbnail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505200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en.wikipedia.org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0290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4036218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https://i.ytimg.com/vi/EmhSjVcAlKE/hq720.jpg?sqp=-oaymwEhCK4FEIIDSFryq4qpAxMIARUAAAAAGAElAADIQj0AgKJD&amp;rs=AOn4CLBPNmHAz22JVBhCoeqT7w69y1aN2A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269581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567</Words>
  <Application>Microsoft Office PowerPoint</Application>
  <PresentationFormat>Szélesvásznú</PresentationFormat>
  <Paragraphs>66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Plus Jakarta Sans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2026-08-05T14:48:11Z</dcterms:modified>
  <cp:category/>
</cp:coreProperties>
</file>