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27820"/>
            <a:ext cx="11239500" cy="63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239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0EA5E9"/>
                </a:solidFill>
                <a:latin typeface="Plus Jakarta Sans SemiBold"/>
              </a:rPr>
              <a:t>Villamos alapismeretek | 9. évfolyam (15. hét)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076325"/>
            <a:ext cx="11715750" cy="61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Outfit"/>
              </a:rPr>
              <a:t>Mit mond a műszer?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880145"/>
            <a:ext cx="11239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Az első hibakeresések és mérések a gyakorlatban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518320"/>
            <a:ext cx="10725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IAA Útravaló: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„A műszer adatot mutat. A szakember következtet.”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190875"/>
            <a:ext cx="5429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E293B"/>
                </a:solidFill>
                <a:latin typeface="Plus Jakarta Sans SemiBold"/>
              </a:rPr>
              <a:t>A hét legfőbb célkitűzése: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3638550"/>
            <a:ext cx="5429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tanuló megtapasztalja, hogy a villamos hibák felismerésének alapja a megfigyelés, a logikus gondolkodás és a helyes mérési módszer. A műszer a döntéshez szolgáltat adatot.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9875" y="2943225"/>
            <a:ext cx="5095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Biztonságosan előkészíteni egy mérést.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9875" y="3371850"/>
            <a:ext cx="5095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Digitális multiméterrel feszültséget mérni.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9875" y="3800475"/>
            <a:ext cx="5095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Folytonosságvizsgálatot végezni.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4229100"/>
            <a:ext cx="5095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Egyszerű hibákat logikusan megkeresni.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5751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3861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81476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243387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A hét célja és tanulási kimenetei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43187"/>
            <a:ext cx="3587799" cy="2314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643187"/>
            <a:ext cx="3587799" cy="2314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643187"/>
            <a:ext cx="3587799" cy="2314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3509962"/>
            <a:ext cx="31471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1. Tanóra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890962"/>
            <a:ext cx="29972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Mérés előtt gondolkodunk. Hibakeresési sorrend: tápfeszültség, kapcsoló, vezeték, fogyasztó.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509962"/>
            <a:ext cx="31471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2. Tanóra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890962"/>
            <a:ext cx="29972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Digitális multiméter használata elem, tápegység és egyszerű áramkör mérésére. Becslés és mérés.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509962"/>
            <a:ext cx="31471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3.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890962"/>
            <a:ext cx="299724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Hibás áramkörök vizsgálata. A hiba felderítése, javítása és a javítás ellenőrzése.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99561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299561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995612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Heti óravázlat (3 tanóra)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366962"/>
            <a:ext cx="11239500" cy="286702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366962"/>
          <a:ext cx="11229974" cy="2867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78262"/>
                <a:gridCol w="7751712"/>
              </a:tblGrid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Outfit"/>
                        </a:rPr>
                        <a:t>Fogalom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Outfit"/>
                        </a:rPr>
                        <a:t>Jelentése / Magyarázata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Hibakeresés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hiba okának módszeres felderítése lépésről lépésre.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Folytonosságvizsgálat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Annak ellenőrzése, hogy egy vezető megszakítás nélküli-e.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Mérési pont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Az a hely az áramkörben, ahol a műszerrel mérést végzünk.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Dokumentálás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 mérési eredmények és megfigyelések pontos rögzítése.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1012" y="2933700"/>
            <a:ext cx="3478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59274" y="2933700"/>
            <a:ext cx="7751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1012" y="3505200"/>
            <a:ext cx="3478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59274" y="3505200"/>
            <a:ext cx="7751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1012" y="4076700"/>
            <a:ext cx="3478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59274" y="4076700"/>
            <a:ext cx="7751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012" y="4648200"/>
            <a:ext cx="34782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59274" y="4648200"/>
            <a:ext cx="7751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Szakmai szókincs: Alapfogalmak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43187"/>
            <a:ext cx="5429250" cy="2314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1775" y="3509962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Aranyszabály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1775" y="3890962"/>
            <a:ext cx="48387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„Ha egy lámpa nem világít, a szakember először megméri, hogy van-e feszültség, és csak ezután kezd alkatrészt cserélni.”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900362"/>
            <a:ext cx="50958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Ha egy lámpa nem világít, a laikus rögtön égőt cserél.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328987"/>
            <a:ext cx="5095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szakember először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megméri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, hogy van-e feszültség a foglalatban.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014787"/>
            <a:ext cx="5095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Ezzel időt, pénzt takarít meg, és elkerüli a felesleges alkatrészcseréket.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2995612"/>
            <a:ext cx="3048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14650"/>
            <a:ext cx="1428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3432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029075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Valós élet: Hogyan hibakeres a szakember?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57425"/>
            <a:ext cx="3587799" cy="3086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257425"/>
            <a:ext cx="3587799" cy="3086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57425"/>
            <a:ext cx="3587799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3124200"/>
            <a:ext cx="31471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1. Tévhit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505200"/>
            <a:ext cx="2997249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„A multiméter mindig megmondja, mi a hiba.”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Valóság: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A műszer csak számot mutat, a hibát neked kell logikusan kitalálnod.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124200"/>
            <a:ext cx="31471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2. Tévhit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449" y="3505200"/>
            <a:ext cx="2997249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„Előbb mérünk, aztán gondolkodunk.”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Valóság: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Mérés előtt mindig át kell gondolni, mit és miért mérünk (biztonság!).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124200"/>
            <a:ext cx="31471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Outfit"/>
              </a:rPr>
              <a:t>3. Tévhit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505200"/>
            <a:ext cx="2997249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„Ha nincs feszültség, biztos rossz a műszer.”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Valóság: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A hiba az áramkörben van, a műszer jó eséllyel pontosan mér.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60985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260985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0985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Tipikus tévhitek a méréstechnikában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9212" y="2910929"/>
            <a:ext cx="95535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EA5E9"/>
                </a:solidFill>
                <a:latin typeface="Plus Jakarta Sans SemiBold"/>
              </a:rPr>
              <a:t>SZAKMAI 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9212" y="3253829"/>
            <a:ext cx="9553575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2700" i="0" u="none">
                <a:solidFill>
                  <a:srgbClr val="0F172A"/>
                </a:solidFill>
                <a:latin typeface="Outfit"/>
              </a:rPr>
              <a:t>„Soha ne a műszert hibáztasd először. Előbb győződj meg róla, hogy jól kérdeztél tőle.”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212" y="4451895"/>
            <a:ext cx="72675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EA5E9"/>
                </a:solidFill>
                <a:latin typeface="Plus Jakarta Sans SemiBold"/>
              </a:rPr>
              <a:t>Minden mérés pontos előkészítést és megfelelő méréshatár-választást igényel!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A mester tanácsa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133725"/>
            <a:ext cx="5429250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47950"/>
            <a:ext cx="5429250" cy="2305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429000"/>
            <a:ext cx="50806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Outfit"/>
              </a:rPr>
              <a:t>A napló felépítése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657600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gyakorlati órán minden hibás áramkör vizsgálatáról naplót vezetünk a következő kérdések mentén: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5150" y="2943225"/>
            <a:ext cx="45053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Mit ellenőriztem? (vizuális szemrevételezés)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3371850"/>
            <a:ext cx="45053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Mit mértem? (pontos értékek)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5150" y="3800475"/>
            <a:ext cx="45053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Mit találtam? (a hiba helye)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4229100"/>
            <a:ext cx="45053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Milyen következtetésre jutottam?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95751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38613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814762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4243387"/>
            <a:ext cx="1714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Mini projekt: Hibakeresési napló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9212" y="476250"/>
            <a:ext cx="95535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EA5E9"/>
                </a:solidFill>
                <a:latin typeface="Plus Jakarta Sans SemiBold"/>
              </a:rPr>
              <a:t>A HÉT ZÁRÓ GONDOLATA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9212" y="819150"/>
            <a:ext cx="955357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2700" i="0" u="none">
                <a:solidFill>
                  <a:srgbClr val="0F172A"/>
                </a:solidFill>
                <a:latin typeface="Outfit"/>
              </a:rPr>
              <a:t>„A jó szakember nem a hibát keresi. A hiba okát keresi.”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3062" y="1537245"/>
            <a:ext cx="89058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EA5E9"/>
                </a:solidFill>
                <a:latin typeface="Plus Jakarta Sans SemiBold"/>
              </a:rPr>
              <a:t>Következő hét (16. hét előzetese): IAA Modulzáró projekt – Építsd meg! Mérd meg! Magyarázd el!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