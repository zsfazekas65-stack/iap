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" pitchFamily="2" charset="-18"/>
      <p:regular r:id="rId17"/>
    </p:embeddedFont>
    <p:embeddedFont>
      <p:font typeface="Roboto" panose="02000000000000000000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85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történik, ha megforgatjuk a motort?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Werner von Siemens és a generátor története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316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eszköze: Generátor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89670"/>
            <a:ext cx="110490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71750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Erőművek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289670"/>
            <a:ext cx="1104900" cy="1104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78298" y="257175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Szélturbinák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289670"/>
            <a:ext cx="1104900" cy="1104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60553" y="257175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Vízerőművek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289670"/>
            <a:ext cx="1104900" cy="1104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42807" y="257175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Dízel aggregátorok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076724"/>
            <a:ext cx="1104900" cy="11049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6119" y="4358804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Kerékpár-dinamó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298" y="3076724"/>
            <a:ext cx="1104900" cy="11049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578298" y="4358804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Autó generátora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7108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kérdése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708720" y="2786137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Hogyan lesz a mozgásból villamos energia?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626668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1808485"/>
            <a:ext cx="754112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3560043" y="1850975"/>
            <a:ext cx="10412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1816–1892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2080543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Werner von Siemens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74988" y="2665288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Német mérnök és feltaláló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1866-ban megalkotta az öngerjesztésű dinamót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Jelentősen növelte a villamosenergia-termelés hatékonyságát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42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köszönhetünk neki?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70720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617241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734145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18427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Öngerjesztésű dinamó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49078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öngerjesztésű dinamó továbbfejlesztését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470720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617241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1734145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218427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Gazdaságosság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49078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Gazdaságosabb villamosenergia-termelést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Ipari villamosítás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ipari villamosítás felgyorsulását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alapok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 generátorok fejlődésének alapjait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761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generátor működésének alapelve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1752674"/>
            <a:ext cx="3864769" cy="2293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2458" y="3421836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energia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631728" y="3421836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Elektromágneses indukció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401258" y="3514368"/>
            <a:ext cx="960688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Forgómozgás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24339" y="203403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energia útja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2397249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Mágnes, tekercs, forgómozgás és indukció kapcsolata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Mechanikai energiát villamos energiává alakít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energia nem eltűnik – csak átalakul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0591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vs. Generátor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714723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1719486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186124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16775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energia → Mechanikai energia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0881" y="2536329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arcTo wR="49619" hR="49619" stAng="0" swAng="5400000"/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500881" y="2536329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642640" y="267808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Generátor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298459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Mechanikai energia → Villamos energia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517404"/>
            <a:ext cx="4722763" cy="566961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718173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6816" y="3694584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Alapvetően ugyanaz a gép, csak fordított irányban működik.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Energiaátalakítási lánc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Fogyasztó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hálózat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Generátor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Turbina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energia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villamosenergia-termelés minden lépése szorosan kapcsolódik egymáshoz – a primer energiaforrástól egészen a végfelhasználóig.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34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Tipikus tévhitek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69988"/>
            <a:ext cx="2622724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30797"/>
            <a:ext cx="2224906" cy="4429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„A generátor energiát termel"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858765"/>
            <a:ext cx="2224906" cy="680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Valójában csak átalakítja a már meglévő mechanikai energiát villamos energiává.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169988"/>
            <a:ext cx="2622724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330797"/>
            <a:ext cx="2224906" cy="4429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„A motor és a generátor teljesen különböző gép"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858765"/>
            <a:ext cx="2224906" cy="680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Alapvetően ugyanaz a szerkezet – csupán az energiaáramlás iránya különbözik.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2169988"/>
            <a:ext cx="2622724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330797"/>
            <a:ext cx="2224906" cy="4429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„Csak erőművekben található generátor"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858765"/>
            <a:ext cx="2224906" cy="680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Kerékpár-dinamótól az autó generátoráig mindenhol jelen van a mindennapi életben.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7108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Mester tanácsa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708720" y="2786137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„Ha megérted az energia útját, megérted a villamosipar működését."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626668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</Words>
  <Application>Microsoft Office PowerPoint</Application>
  <PresentationFormat>Diavetítés a képernyőre (16:9 oldalarány)</PresentationFormat>
  <Paragraphs>65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Raleway</vt:lpstr>
      <vt:lpstr>Calibri</vt:lpstr>
      <vt:lpstr>Roboto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2026-08-05T19:14:30Z</dcterms:created>
  <dcterms:modified xsi:type="dcterms:W3CDTF">2026-08-05T19:16:42Z</dcterms:modified>
</cp:coreProperties>
</file>