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41141"/>
            <a:ext cx="11239500" cy="63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239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EA5E9"/>
                </a:solidFill>
                <a:latin typeface="Plus Jakarta Sans SemiBold"/>
              </a:rPr>
              <a:t>Villamos alapismeretek | 9. évfolyam (14. hét)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076325"/>
            <a:ext cx="11715750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Outfit"/>
              </a:rPr>
              <a:t>Miért fogyaszt többet a hősugárzó, mint egy LED-lámpa?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493466"/>
            <a:ext cx="11239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Villamos teljesítmény és energia a gyakorlatban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3131641"/>
            <a:ext cx="107251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IAA Útravaló: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„A jó szakember nemcsak beköt egy készüléket, hanem azt is tudja, hogyan használja gazdaságosan.”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3062287"/>
            <a:ext cx="5429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E293B"/>
                </a:solidFill>
                <a:latin typeface="Plus Jakarta Sans SemiBold"/>
              </a:rPr>
              <a:t>A hét legfőbb célkitűzése: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3509962"/>
            <a:ext cx="54292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tanuló megértse a villamos teljesítmény és a villamos energia fogalmát, valamint tudja értelmezni a villamos készülékek adattábláin szereplő legfontosabb adatokat a mindennapi munkája során.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9875" y="2943225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Megkülönböztetni a teljesítmény és az energia fogalmát.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9875" y="3371850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Leolvasni egy készülék adattábláját.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9875" y="3800475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Egyszerű teljesítmény- és energiafeladatokat megoldani.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4229100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Összehasonlítani különböző készülékek fogyasztását.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5751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38613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81476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243387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A hét célja és tanulási kimenetei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14600"/>
            <a:ext cx="3587799" cy="2571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514600"/>
            <a:ext cx="3587799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14600"/>
            <a:ext cx="3587799" cy="2571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3381375"/>
            <a:ext cx="31471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Outfit"/>
              </a:rPr>
              <a:t>1. Tanóra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762375"/>
            <a:ext cx="299724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watt fogalma és jelentősége. Háztartási és ipari készülékek teljesítményének összehasonlítása a gyakorlatban.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381375"/>
            <a:ext cx="31471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Outfit"/>
              </a:rPr>
              <a:t>2. Tanóra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762375"/>
            <a:ext cx="29972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kilowattóra (kWh) fogalma, valamint egyszerű villamos energiafogyasztási és költségszámítási feladatok.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381375"/>
            <a:ext cx="31471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Outfit"/>
              </a:rPr>
              <a:t>3. Tanóra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762375"/>
            <a:ext cx="29972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Készülékek adattábláinak vizsgálata, leolvasása és értelmezése valós eszközökön keresztül.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867025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49" y="2867025"/>
            <a:ext cx="25717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867025"/>
            <a:ext cx="3048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Heti óravázlat (3 tanóra)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250" y="2652712"/>
            <a:ext cx="11239500" cy="2295525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2652712"/>
          <a:ext cx="11229974" cy="2295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0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38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utfit"/>
                        </a:rPr>
                        <a:t>Fogalom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utfit"/>
                        </a:rPr>
                        <a:t>Jelentése / Magyarázata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Teljesítmény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Az energiafelhasználás sebessége (mennyi energiát alakít át a készülék időegység alatt).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Watt (W)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 villamos teljesítmény mértékegysége (Joule / másodperc).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88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Kilowatt (kW)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Nagyobb teljesítmények mértékegysége, pontosan 1000 watt.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81012" y="3219450"/>
            <a:ext cx="19197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00746" y="3219450"/>
            <a:ext cx="93102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1012" y="3790950"/>
            <a:ext cx="19197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00746" y="3790950"/>
            <a:ext cx="93102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1012" y="4362450"/>
            <a:ext cx="19197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00746" y="4362450"/>
            <a:ext cx="93102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Szakmai szókincs: Alapfogalmak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250" y="3581400"/>
            <a:ext cx="5429250" cy="2238375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3581400"/>
          <a:ext cx="5419724" cy="2238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utfit"/>
                        </a:rPr>
                        <a:t>Fogalom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utfit"/>
                        </a:rPr>
                        <a:t>Jelentése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Kilowattóra (kWh)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 villamos energia mértékegysége (1 kW teljesítmény 1 óra alatt).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Adattábla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 készülék legfontosabb műszaki adatait (feszültség, teljesítmény) tartalmazza.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81012" y="4148137"/>
            <a:ext cx="1596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77491" y="4148137"/>
            <a:ext cx="3823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625" y="1781175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teljesítmény mutatja, </a:t>
            </a:r>
            <a:r>
              <a:rPr sz="1350" b="0" i="1" u="none">
                <a:solidFill>
                  <a:srgbClr val="475569"/>
                </a:solidFill>
                <a:latin typeface="Plus Jakarta Sans"/>
              </a:rPr>
              <a:t>milyen gyorsan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fogyaszt a gép.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209800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energia mutatja, </a:t>
            </a:r>
            <a:r>
              <a:rPr sz="1350" b="0" i="1" u="none">
                <a:solidFill>
                  <a:srgbClr val="475569"/>
                </a:solidFill>
                <a:latin typeface="Plus Jakarta Sans"/>
              </a:rPr>
              <a:t>mennyi összes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munkát végez az idő függvényében.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895600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villanyszerelő mindig az adattáblából indul ki a hálózat tervezésekor!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012" y="4976812"/>
            <a:ext cx="1596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77491" y="4976812"/>
            <a:ext cx="3823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95462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24087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09887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Energia és a készülékek adattáblája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2647950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6250" y="3419475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6250" y="340995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6250" y="340995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6250" y="418147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6250" y="418147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908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71625" y="2797968"/>
            <a:ext cx="10144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https://en.pimg.jp/090/693/029/1/90693029.jpg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3031331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www.pixtastock.com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56235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1625" y="3569493"/>
            <a:ext cx="10144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https://brentwoodus.com/cdn/shop/files/portable-space-heater-fan-white_H-F302W_3_2000x.jpg?v=1683145323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1625" y="3802856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brentwoodus.com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33387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71625" y="4341018"/>
            <a:ext cx="10144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https://www.sparkydirect.com.au/assets/thumb/TTAGBLACK.webp?20251009090617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4574381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www.sparkydirect.com.au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358</Words>
  <Application>Microsoft Office PowerPoint</Application>
  <PresentationFormat>Szélesvásznú</PresentationFormat>
  <Paragraphs>44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9" baseType="lpstr">
      <vt:lpstr>Arial</vt:lpstr>
      <vt:lpstr>Calibri</vt:lpstr>
      <vt:lpstr>Outfit</vt:lpstr>
      <vt:lpstr>Plus Jakarta Sans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2026-08-05T15:04:46Z</dcterms:modified>
  <cp:category/>
</cp:coreProperties>
</file>