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" pitchFamily="2" charset="-18"/>
      <p:regular r:id="rId16"/>
    </p:embeddedFont>
    <p:embeddedFont>
      <p:font typeface="Roboto" panose="02000000000000000000" pitchFamily="2" charset="0"/>
      <p:regular r:id="rId17"/>
    </p:embeddedFont>
    <p:embeddedFont>
      <p:font typeface="Roboto Bold" panose="02000000000000000000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25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kapcsol egy relé?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elektromágnes első ipari alkalmazása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490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Joseph Henry – A szakma úttörője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813844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3009205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Amerikai tudós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417888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1797–1878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813844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3009205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Elektromágnesek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417888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 teljesítményű elektromágneseket fejlesztett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407098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6024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Örökség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01114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Hozzájárult a relé és a távíró fejlődéséhez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köszönhetünk Joseph Henrynek?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4042" y="2446040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47449" y="2440186"/>
            <a:ext cx="2719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Fejlett elektromágnesek alkalmazása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247449" y="3219748"/>
            <a:ext cx="2719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erős elektromágnesek ipari szintű felhasználásának megalapozása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3744" y="2446040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17151" y="2440186"/>
            <a:ext cx="27193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relés vezérlések fejlődése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817151" y="3219748"/>
            <a:ext cx="27193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elektromágneses kapcsolók rendszerszintű alkalmazása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4042" y="451088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47449" y="4505027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Távvezérlés és automatizálás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247449" y="4989314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első lépések a modern automatizálás felé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50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célja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73759"/>
            <a:ext cx="3496877" cy="2279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91554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52970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Működés megértése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938389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relé elektromágneses működési elvének elsajátítása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773759"/>
            <a:ext cx="3496877" cy="22791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91554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352970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Fő részek felismerése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938389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relé alkotóelemeinek azonosítása és szerepük megértése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773759"/>
            <a:ext cx="3496877" cy="22791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91554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3529707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Áramkörök megkülönböztetése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4233664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vezérlő- és teljesítményáramkör szétválasztása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4032" y="5087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relé felépítése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102346"/>
            <a:ext cx="3357082" cy="1820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316758"/>
            <a:ext cx="2826671" cy="2952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Tekercs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801045"/>
            <a:ext cx="2826671" cy="9072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elektromágnes tekercselése – áram hatására mágneses teret hoz létre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2102346"/>
            <a:ext cx="3357181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2316758"/>
            <a:ext cx="2826771" cy="2952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Vasmag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2801045"/>
            <a:ext cx="2826771" cy="6048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mágneses mező fókusza – erősíti az elektromágnes hatását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201" y="4111724"/>
            <a:ext cx="3357082" cy="1517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9205" y="4326136"/>
            <a:ext cx="2826671" cy="2952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Horgony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949205" y="4810423"/>
            <a:ext cx="2826671" cy="6048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Mozgó vasmag, amely működteti az érintkezőket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9290" y="4111724"/>
            <a:ext cx="3357181" cy="15179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5294" y="4326136"/>
            <a:ext cx="2826771" cy="2952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és NC érintkezők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495294" y="4810423"/>
            <a:ext cx="2826771" cy="6048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Nyitott és zárt kapcsolók – a vezérelt áramkör elemei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585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és NC érintkezők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1832670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1839020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202803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érintkező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2436713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Normally Open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Nyugalmi állapotban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nyitott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relé működésekor záródik, és áramot enged át a vezérelt körben.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3230563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323056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341957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NC érintkező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3828256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Normally Closed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Nyugalmi állapotban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zárt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relé működésekor kinyílik, és megszakítja az áramkört.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4841081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108773"/>
            <a:ext cx="236234" cy="189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75723" y="5077321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relé működésekor az érintkezők állapota megváltozik: a NO záródik, az NC kinyílik.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19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alkalmazások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0598"/>
            <a:ext cx="1473163" cy="147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1003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Autóipar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18720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Indítómotorok vezérlése – a relé védi az indítókapcsolót a nagy áramterheléstől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400598"/>
            <a:ext cx="1473163" cy="147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1100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Kazánok és fűtés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5187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Fűtési rendszerek automatikus vezérlése hőmérséklet-érzékelőkkel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400598"/>
            <a:ext cx="1473163" cy="147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1100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Kapunyitók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5187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Biztonsági rendszerek és automatikus kapuk elektromágneses vezérlése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400598"/>
            <a:ext cx="1473163" cy="1473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41100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PLC-kimenetek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5187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Ipari vezérlések – a PLC kis jelei nagy teljesítményű eszközöket kapcsolnak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Szakmai szókincs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294434"/>
            <a:ext cx="2175019" cy="3143151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28558" y="2489795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4526" y="2645668"/>
            <a:ext cx="255085" cy="2550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28558" y="3245842"/>
            <a:ext cx="1784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Relé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828558" y="3730129"/>
            <a:ext cx="17843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Elektromágnessel működtetett kapcsoló – kis vezérlőjellel nagy teljesítményt kapcsol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997227" y="2294434"/>
            <a:ext cx="2175118" cy="3143151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92584" y="2489795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8552" y="2645668"/>
            <a:ext cx="255085" cy="2550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92584" y="3245842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Tekercs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7192584" y="3730129"/>
            <a:ext cx="17844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elektromágnes tekercselése – áram hatására mágneses teret hoz létre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9361353" y="2294434"/>
            <a:ext cx="2175118" cy="3143151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556709" y="2489795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12677" y="2645668"/>
            <a:ext cx="255085" cy="2550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56709" y="3245842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Horgony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556709" y="3730129"/>
            <a:ext cx="17844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Mozgó vasmag az érintkezők működtetéséhez – a mágneses erő mozgatja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10816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Egy apró relé milliónyi gépet indított el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33982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relé az első valódi vezérlőelem, amely megnyitotta az utat a modern automatizálás előtt. A klasszikus villamosságból a vezérléstechnika világába vezet az út.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321</Words>
  <Application>Microsoft Office PowerPoint</Application>
  <PresentationFormat>Szélesvásznú</PresentationFormat>
  <Paragraphs>68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5" baseType="lpstr">
      <vt:lpstr>Raleway</vt:lpstr>
      <vt:lpstr>Roboto Bold</vt:lpstr>
      <vt:lpstr>Arial</vt:lpstr>
      <vt:lpstr>Roboto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2026-08-05T18:55:49Z</dcterms:created>
  <dcterms:modified xsi:type="dcterms:W3CDTF">2026-08-05T18:58:29Z</dcterms:modified>
</cp:coreProperties>
</file>