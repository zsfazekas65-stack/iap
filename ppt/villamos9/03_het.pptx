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025" y="2526952"/>
            <a:ext cx="1885950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00538" y="2965102"/>
            <a:ext cx="7390923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0F172A"/>
                </a:solidFill>
                <a:latin typeface="Montserrat"/>
              </a:rPr>
              <a:t>Mi a villamos energia?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76512" y="3826073"/>
            <a:ext cx="70389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Open Sans"/>
              </a:rPr>
              <a:t>Villamos alapismeretek • Órakeret: 3 tanóra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12" y="3039367"/>
            <a:ext cx="9553575" cy="16363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7362" y="3420367"/>
            <a:ext cx="873442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400" b="0" i="0" u="none">
                <a:solidFill>
                  <a:srgbClr val="1E40AF"/>
                </a:solidFill>
                <a:latin typeface="Montserrat SemiBold"/>
              </a:rPr>
              <a:t>„Amit megértesz, attól nem kell félned.”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7362" y="4037558"/>
            <a:ext cx="87344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1E40AF"/>
                </a:solidFill>
                <a:latin typeface="Open Sans"/>
              </a:rPr>
              <a:t>Fókuszban a villamos energia természetének megértése.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IAA Útravaló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86050"/>
            <a:ext cx="3555950" cy="2343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686050"/>
            <a:ext cx="3555950" cy="2343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650" y="2686050"/>
            <a:ext cx="3555950" cy="2343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3900" y="3543300"/>
            <a:ext cx="264033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Montserrat"/>
              </a:rPr>
              <a:t>Alapvető energiaforrás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895725"/>
            <a:ext cx="3060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Megértés, hogy a villamos energia a mindennapi életünk legfontosabb energiaforrása.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5600" y="3543300"/>
            <a:ext cx="150018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Montserrat"/>
              </a:rPr>
              <a:t>Felhasználás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5600" y="3895725"/>
            <a:ext cx="3060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Felismerni a legfontosabb felhasználási területeket a környezetünkben.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7300" y="3543300"/>
            <a:ext cx="175021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Montserrat"/>
              </a:rPr>
              <a:t>Az energia útja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7300" y="3895725"/>
            <a:ext cx="3060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Megérteni az energia útját az erőműtől egészen a fogyasztóig és a konnektorig.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000375"/>
            <a:ext cx="25717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5600" y="3000375"/>
            <a:ext cx="25717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300" y="3000375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A hét célja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9625" y="3000375"/>
            <a:ext cx="109061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Saját szavaival megfogalmazni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, mi is az a villamos energia.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625" y="3429000"/>
            <a:ext cx="109061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Konkrét példákat mondani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 villamos energia sokrétű felhasználására.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3857625"/>
            <a:ext cx="109061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Bemutatni az energia útját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az erőműtől a fogyasztóig.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4286250"/>
            <a:ext cx="109061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Átlátni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, hogy az előállítás és eljuttatás összetett mérnöki folyamat.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014662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43287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871912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300537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A hét végére a tanuló képes lesz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325" y="2395537"/>
            <a:ext cx="895350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75835" y="2833687"/>
            <a:ext cx="264033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1E3A8A"/>
                </a:solidFill>
                <a:latin typeface="Montserrat"/>
              </a:rPr>
              <a:t>Óravázlat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500" y="3843337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91050" y="4090987"/>
            <a:ext cx="30099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A 3. hét három tanórájának felépítése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6250" y="2333625"/>
            <a:ext cx="11239500" cy="30480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6250" y="2333625"/>
          <a:ext cx="112395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Tanóra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Tartalom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1. tanóra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Beszélgetés: Hol találkozunk villamos energiával? Mi az energia? Milyen energiafajtákat ismerünk? Szemléltetés: villamos fogyasztók gyűjtése a tanteremben.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2. tanóra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Honnan érkezik az energia? Erőművek, megújuló energiaforrások, átviteli hálózat, transzformátorállomások, fogyasztók. Közös folyamatábra készítése.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3. tanóra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Mini projekt: csoportokban plakát vagy folyamatábra készítése „Hogyan jut el a villamos energia a konnektorig?” címmel.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76250" y="2890837"/>
            <a:ext cx="2247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24150" y="2890837"/>
            <a:ext cx="8991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6250" y="3719512"/>
            <a:ext cx="2247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24150" y="3719512"/>
            <a:ext cx="8991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6250" y="4548187"/>
            <a:ext cx="2247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24150" y="4548187"/>
            <a:ext cx="8991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Óravázlat – Heti ütemezés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90750"/>
            <a:ext cx="542925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2190750"/>
            <a:ext cx="57007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3A8A"/>
                </a:solidFill>
                <a:latin typeface="Montserrat"/>
              </a:rPr>
              <a:t>Hálózat és Infrastruktúra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2524125"/>
            <a:ext cx="5429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Erőművektől a konnektorig: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 termeléstől az elosztásig hatalmas infrastruktúra biztosítja, hogy az áram mindig rendelkezésre álljon.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3152775"/>
            <a:ext cx="5429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Rendszerszemlélet: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 villanyszerelő nemcsak egy vezetéket lát, hanem az egész hálózatot, amelynek minden eleme létfontosságú.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90750"/>
            <a:ext cx="5429250" cy="3333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Az energia útja a hálózaton át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90750"/>
            <a:ext cx="542925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2190750"/>
            <a:ext cx="570071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1E3A8A"/>
                </a:solidFill>
                <a:latin typeface="Montserrat"/>
              </a:rPr>
              <a:t>Plakátkészítés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2524125"/>
            <a:ext cx="5429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Feladat: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Csoportokban plakát vagy szemléletes folyamatábra készítése </a:t>
            </a:r>
            <a:r>
              <a:rPr sz="1350" b="0" i="1" u="none">
                <a:solidFill>
                  <a:srgbClr val="334155"/>
                </a:solidFill>
                <a:latin typeface="Open Sans"/>
              </a:rPr>
              <a:t>„Hogyan jut el a villamos energia a konnektorig?”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címmel.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3152775"/>
            <a:ext cx="5429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Cél: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 kreatív együttműködés, a rendszerszemlélet elmélyítése és a tanultak vizuális megjelenítése.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90750"/>
            <a:ext cx="5429250" cy="3333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Mini projekt: Csoportmunka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909887"/>
            <a:ext cx="5429250" cy="1638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09887"/>
            <a:ext cx="5429250" cy="1895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3205162"/>
            <a:ext cx="508063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Montserrat"/>
              </a:rPr>
              <a:t>Kapcsolódás a szakmához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624262"/>
            <a:ext cx="4838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Miért kell ezt tudnia egy villanyszerelőnek? Mi történik, ha a láncolat megszakad? Kik biztosítják az ellátást?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205162"/>
            <a:ext cx="508063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Montserrat"/>
              </a:rPr>
              <a:t>Fénysebesség a vezetékben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624262"/>
            <a:ext cx="48387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Tudtad?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Amikor felkapcsolsz egy lámpát, az elektromos jel közel a fénysebességgel terjed, így a világítás szinte azonnal bekapcsol.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Szakmai kitekintés &amp; Érdekesség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57462"/>
            <a:ext cx="3555950" cy="2600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557462"/>
            <a:ext cx="3555950" cy="2600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650" y="2557462"/>
            <a:ext cx="3555950" cy="2600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3900" y="3414712"/>
            <a:ext cx="108013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Montserrat"/>
              </a:rPr>
              <a:t>Értékelés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767137"/>
            <a:ext cx="30606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A csoportmunka és a plakátok értékelése. Hangsúly a gondolkodáson és az együttműködésen.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5600" y="3414712"/>
            <a:ext cx="202025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Montserrat"/>
              </a:rPr>
              <a:t>Nincs még képlet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5600" y="3767137"/>
            <a:ext cx="3060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Ezen a héten még nem vezetünk be képleteket. A cél a rendszerszintű átlátás.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7300" y="3414712"/>
            <a:ext cx="165020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Montserrat"/>
              </a:rPr>
              <a:t>Következő hét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7300" y="3767137"/>
            <a:ext cx="30606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Jövő héten megismerjük a villamosság három alapfogalmát: feszültség, áramerősség, ellenállás.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871787"/>
            <a:ext cx="25717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5600" y="2871787"/>
            <a:ext cx="39052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300" y="2871787"/>
            <a:ext cx="3048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Értékelés és oktatói szemlélet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12" y="2826097"/>
            <a:ext cx="9553575" cy="20630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57362" y="3207097"/>
            <a:ext cx="8734425" cy="85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400" b="0" i="0" u="none">
                <a:solidFill>
                  <a:srgbClr val="166534"/>
                </a:solidFill>
                <a:latin typeface="Montserrat SemiBold"/>
              </a:rPr>
              <a:t>„A jó szakember nemcsak a vezetéket látja, hanem az egész rendszert.”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7362" y="4250977"/>
            <a:ext cx="87344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166534"/>
                </a:solidFill>
                <a:latin typeface="Open Sans"/>
              </a:rPr>
              <a:t>IAA Villamos Alapismeretek – 3. hét zárás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476250"/>
            <a:ext cx="11715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3A8A"/>
                </a:solidFill>
                <a:latin typeface="Montserrat"/>
              </a:rPr>
              <a:t>A hét záró gondolata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50" y="1019175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424</Words>
  <Application>Microsoft Office PowerPoint</Application>
  <PresentationFormat>Szélesvásznú</PresentationFormat>
  <Paragraphs>51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7" baseType="lpstr">
      <vt:lpstr>Arial</vt:lpstr>
      <vt:lpstr>Calibri</vt:lpstr>
      <vt:lpstr>Montserrat</vt:lpstr>
      <vt:lpstr>Montserrat SemiBold</vt:lpstr>
      <vt:lpstr>Open Sans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/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2026-07-25T05:44:48Z</dcterms:modified>
  <cp:category/>
</cp:coreProperties>
</file>