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IA</a:t>
            </a:r>
            <a:r>
              <a:rPr lang="hu-HU" dirty="0"/>
              <a:t>P</a:t>
            </a:r>
            <a:r>
              <a:rPr dirty="0"/>
              <a:t> – 9. évfolyam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4FC3F7"/>
                </a:solidFill>
              </a:defRPr>
            </a:pPr>
            <a:r>
              <a:rPr dirty="0"/>
              <a:t>7. hét: Gyakorló összefüggések – Az Ohm-törvény alkalmazása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05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8C00"/>
                </a:solidFill>
              </a:defRPr>
            </a:pPr>
            <a:r>
              <a:rPr dirty="0"/>
              <a:t>Villamos alapismeretek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🧭 IA</a:t>
            </a:r>
            <a:r>
              <a:rPr lang="hu-HU" dirty="0"/>
              <a:t>P</a:t>
            </a:r>
            <a:r>
              <a:rPr dirty="0"/>
              <a:t> Útravaló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„A gyakorlás nem ismétlés</a:t>
            </a:r>
            <a:r>
              <a:rPr lang="hu-HU" dirty="0"/>
              <a:t>, a</a:t>
            </a:r>
            <a:r>
              <a:rPr dirty="0"/>
              <a:t> gyakorlás magabiztossá tesz.”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🎯 A hét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Az Ohm-törvény alkalmazásának megerősítésekülönböző gyakorlati helyzetekben.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Felismerni a villamos mennyiségek kapcsolatát,</a:t>
            </a:r>
            <a:r>
              <a:rPr lang="hu-HU" dirty="0"/>
              <a:t> </a:t>
            </a:r>
            <a:r>
              <a:rPr dirty="0"/>
              <a:t>és magabiztosan megoldani egyszerű szakmai feladatokat.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📋 A hét végére képes leszel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Önállóan kiválasztani a megfelelő összefüggést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Egyszerű villamos számításokat hibamentesen elvégezni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Mérési eredményeket értelmezni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Számított és mért értékeket összehasonlítani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A megoldás menetét szakmailag indokolni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📚 Óravázlat – 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🧮 1. tanóra: Vegyes Ohm-törvény feladatok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Feszültség, áramerősség, ellenállás számítása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Páros feladatmegoldás, közös megbeszélés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🔬 2. tanóra: Számítás és mérés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Becslés → számítás → mérés → összehasonlítás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🛠️ 3. tanóra: Hibakereső kihívás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- Hibás számítások, rossz mértékegységek javítása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🧮 1. tanóra – Vegyes 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Feszültség számítása: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I = 2 A, R = 15 Ω → U = 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Áramerősség számítása: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U = 24 V, R = 8 Ω → I = 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Ellenállás számítása: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   U = 230 V, I = 2 A → R = 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🤝 Páros munka + közös megbeszélés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🔬 2. tanóra – Számítás és mérés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📋 A módszer lépései: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1️⃣ BECSLÉS – Mi várható?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2️⃣ SZÁMÍTÁS – Ohm-törvény alkalmazása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3️⃣ MÉRÉS – Multiméterrel ellenőrzés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4️⃣ ÖSSZEHASONLÍTÁS – Eredmények elemzése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5️⃣ KÖVETKEZTETÉS – Mit tanultunk?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🛠️ 3. tanóra – Hibakereső kihívás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🔍 Csoportmunka: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Hibás számítások felismerése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Rossz mértékegységek javítása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Pontatlan mérési eredmények korrekciója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💡 Cél: A hibák felismerése és javítása!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🤔 Mini gyakorlat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„Melyik megoldás a helyes?”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Több megoldás közül kell kiválasztani a helyeset</a:t>
            </a:r>
            <a:r>
              <a:rPr lang="hu-HU" dirty="0"/>
              <a:t>, </a:t>
            </a:r>
            <a:r>
              <a:rPr dirty="0"/>
              <a:t>majd szakmailag megindokolni a döntést.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🧠 Nem elég a jó eredmény – indokolni is tudni kell!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👨‍🔧 Kapcsolódás a szakmához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Miért kell egy villanyszerelőnek felismernie: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a hibás számításokat?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a pontatlan mérések okait?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⚡ Mert egy rossz számítás vagy mérés</a:t>
            </a:r>
            <a:r>
              <a:rPr lang="hu-HU" dirty="0"/>
              <a:t> </a:t>
            </a:r>
            <a:r>
              <a:rPr dirty="0"/>
              <a:t>életveszélyes helyzetet is okozhat!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💡 Érdekesség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Tudtad?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A legtöbb villamos hiba</a:t>
            </a:r>
            <a:r>
              <a:rPr lang="hu-HU" dirty="0"/>
              <a:t> </a:t>
            </a:r>
            <a:r>
              <a:rPr dirty="0"/>
              <a:t>NEM bonyolult meghibásodásból,</a:t>
            </a:r>
            <a:r>
              <a:rPr lang="hu-HU" dirty="0"/>
              <a:t> </a:t>
            </a:r>
            <a:r>
              <a:rPr dirty="0"/>
              <a:t>hanem egy egyszerű alapelv</a:t>
            </a:r>
            <a:r>
              <a:rPr lang="hu-HU" dirty="0"/>
              <a:t> </a:t>
            </a:r>
            <a:r>
              <a:rPr dirty="0"/>
              <a:t>figyelmen kívül hagyásából adódik.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⚠️ Tipikus tévhitek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„Ha egyszer kiszámoltam, biztosan jó.”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„A műszer nem tévedhet.”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❌ „A számológép mindig megoldja a feladatot.”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A jó szakember mindent ELLENŐRIZ!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🛠️ Eszközlista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🔋 Elemek vagy kisfeszültségű tápegység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📟 Digitális multiméter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🔗 Mérővezetékek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💡 Ellenállások és LED-ek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📝 Gyakorló feladatlapok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📝 Értékelés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Mini gyakorlati felmérés: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1️⃣ Számítás elvégzése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2️⃣ Mérés elvégzése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3️⃣ Eredmények összehasonlítása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4️⃣ Rövid szóbeli indoklás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🔑 A megértés és az ellenőrzés a fontos!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🔚 Záró gondolat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„A jó szakember nem azért magabiztos,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mert mindent tud.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Azért magabiztos, mert tudja,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hogyan ellenőrizze a munkáját.”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📅 Következő hét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📌 Modulzáró gyakorlati hét!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Összefoglaljuk a 3–7. hét legfontosabb ismereteit: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Számítások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Mérések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✅ Egyszerű feladatok</a:t>
            </a:r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C8C8C8"/>
                </a:solidFill>
              </a:defRPr>
            </a:pPr>
            <a:r>
              <a:rPr dirty="0"/>
              <a:t>🎯 Minden eddigi tudásodat hasznosíthatod!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515</Words>
  <Application>Microsoft Office PowerPoint</Application>
  <PresentationFormat>Diavetítés a képernyőre (4:3 oldalarány)</PresentationFormat>
  <Paragraphs>105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IAP – 9. évfolyam</vt:lpstr>
      <vt:lpstr>🧭 IAP Útravaló</vt:lpstr>
      <vt:lpstr>🎯 A hét célja</vt:lpstr>
      <vt:lpstr>📋 A hét végére képes leszel</vt:lpstr>
      <vt:lpstr>📚 Óravázlat – Áttekintés</vt:lpstr>
      <vt:lpstr>🧮 1. tanóra – Vegyes feladatok</vt:lpstr>
      <vt:lpstr>🔬 2. tanóra – Számítás és mérés</vt:lpstr>
      <vt:lpstr>🛠️ 3. tanóra – Hibakereső kihívás</vt:lpstr>
      <vt:lpstr>🤔 Mini gyakorlat</vt:lpstr>
      <vt:lpstr>👨‍🔧 Kapcsolódás a szakmához</vt:lpstr>
      <vt:lpstr>💡 Érdekesség</vt:lpstr>
      <vt:lpstr>⚠️ Tipikus tévhitek</vt:lpstr>
      <vt:lpstr>🛠️ Eszközlista</vt:lpstr>
      <vt:lpstr>📝 Értékelés</vt:lpstr>
      <vt:lpstr>🔚 Záró gondolat</vt:lpstr>
      <vt:lpstr>📅 Következő hét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IAP – 9. évfolyam</dc:title>
  <dc:subject/>
  <dc:creator>Fazekas Zsolt</dc:creator>
  <cp:keywords/>
  <dc:description>generated using python-pptx</dc:description>
  <cp:lastModifiedBy>zsolt Fazekas</cp:lastModifiedBy>
  <cp:revision>3</cp:revision>
  <dcterms:created xsi:type="dcterms:W3CDTF">2013-01-27T09:14:16Z</dcterms:created>
  <dcterms:modified xsi:type="dcterms:W3CDTF">2026-08-04T11:19:51Z</dcterms:modified>
  <cp:category/>
</cp:coreProperties>
</file>