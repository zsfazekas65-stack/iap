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1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dirty="0"/>
              <a:t>IAA – 9. évfolyam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13. hét: Vegyes kapcsolások és szakmai döntések</a:t>
            </a:r>
          </a:p>
          <a:p>
            <a:r>
              <a:rPr dirty="0">
                <a:solidFill>
                  <a:schemeClr val="tx1"/>
                </a:solidFill>
              </a:rPr>
              <a:t>Melyik kapcsolást válasszam?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A hét célja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• Felismerni, hogy a feladathoz legjobban illeszkedő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kapcsolási módot kell kiválasztani.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Ismerni a soros, párhuzamos és vegyes kapcsolások szerepét.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Szakmai érvekkel alátámasztani a döntéseket.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Mit fogunk tudni a hét végére?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✓ Megkülönböztetni a soros, párhuzamos és vegyes kapcsolásokat.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Egyszerű vegyes áramkört összeállítani.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Kapcsolási rajz alapján felismerni a kapcsolás típusát.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Megindokolni a választott kapcsolási módot.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Egyszerű hibákat felismerni és kijavítani.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Gyakorlati példák elemzése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🔹 Karácsonyfa-füzér → Soros (olcsó, de egy hiba mindent leállít)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🔹 Lakás világítása → Párhuzamos (független működés)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🔹 Vészleállító kör → Soros (biztonsági okokból)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🔹 LED-es jelzőáramkör → Vegyes (optimális megoldás)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💬 Beszélgessünk arról, melyik kapcsolási mód miért megfelelő!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A három kapcsolási mód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1️⃣ SOROS KAPCSOLÁS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Egyetlen áramút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Feszültség megoszlik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Egy hiba → minden leáll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2️⃣ PÁRHUZAMOS KAPCSOLÁS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Több ág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Feszültség azonos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Egy hiba → csak az az ág áll le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3️⃣ VEGYES KAPCSOLÁS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Soros és párhuzamos kombinációja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A feladatnak megfelelően tervezve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Szakmai szókincs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Vegyes kapcsolás: Soros és párhuzamos együtt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Ág: Az áramkör önálló része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Tervezés: Az áramkör kialakításának folyamata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Hibakeresés: A hiba okának megállapítása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Kapcsolási mód: Az elemek összekapcsolásának formája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Gyakorlat: Vegyes áramkör összeállítása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Eszközök: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Elem vagy tápegység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LED-ek és ellenállások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Kapcsolók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Vezetékek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Multiméter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 csoportmunkában: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1. Építsetek vegyes áramkört!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2. Rajzoljátok le a kapcsolási rajzot!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3. Nevezzétek meg a részeket!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4. Végezzetek alapvető méréseket!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Hibakereső kihívás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🔍 Vizsgáld meg a hibás kapcsolási rajzokat és bekötéseket!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Feladatok: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1. Ismerd fel a hibát!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2. Javítsd ki!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3. Indokold meg a javítást!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💡 Tipp: Egy hibás kötés az egész áramkört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     működésképtelenné teheti!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Mini projekt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🏠 Tervezz meg egy garázs egyszerű világítási áramkörét!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Feladatok: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1. Válaszd ki a megfelelő kapcsolási módot!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2. Készíts kapcsolási rajzot!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3. Indokold meg a választásodat!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📝 Szempontok: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Biztonság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Üzembiztonság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Karbantarthatóság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Kapcsolódás a szakmához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🏗️ Valós villamos tervrajzok bemutatása és megbeszélése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🔑 A helyes kapcsolási mód kiválasztása befolyásolja: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Biztonságot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Üzembiztonságot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• Karbantarthatóságot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💬 Beszélgessünk arról, hogyan terveznek a villanyszerelők!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Tipikus tévhitek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❌ A párhuzamos kapcsolás mindig jobb.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A soros kapcsolást ma már nem használják.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❌ Minden áramkör ugyanúgy épül fel.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✅ Valójában: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Minden kapcsolásnak megvan a helye és szerepe.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 soros kapcsolásnak is vannak előnyei (pl. olcsóság).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• A feladat határozza meg a kapcsolás módját.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Érdekesség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💡 Tudtad?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Az ipari vezérlőszekrényekben a soros és a párhuzamos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kapcsolások gyakran együtt jelennek meg,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mert így biztosítható a megfelelő működés és a biztonság.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🔧 Példa: Egy vészleállító gomb sorosan van bekötve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     a biztonság érdekében, de a jelzőlámpák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     párhuzamosan működnek.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Értékelés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A tanuló: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Felismeri a kapcsolási módot.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Megépíti az áramkört.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Elkészíti a kapcsolási rajzot.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Megindokolja a választását.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✓ Felismer egy előkészített hibát.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/>
              <a:t>Záró gondolat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ctr">
              <a:defRPr sz="2800"/>
            </a:pPr>
            <a:r>
              <a:rPr dirty="0"/>
              <a:t>„A szakmai tudás nem abból látszik,</a:t>
            </a:r>
          </a:p>
          <a:p>
            <a:pPr algn="ctr">
              <a:defRPr sz="2800"/>
            </a:pPr>
            <a:r>
              <a:rPr dirty="0"/>
              <a:t>hogy ismered a lehetőségeket,</a:t>
            </a:r>
          </a:p>
          <a:p>
            <a:pPr algn="ctr">
              <a:defRPr sz="2800"/>
            </a:pPr>
            <a:r>
              <a:rPr dirty="0"/>
              <a:t>hanem abból, hogy a megfelelőt választod.”</a:t>
            </a:r>
          </a:p>
          <a:p>
            <a:endParaRPr dirty="0"/>
          </a:p>
          <a:p>
            <a:pPr algn="ctr">
              <a:defRPr sz="2000"/>
            </a:pPr>
            <a:r>
              <a:rPr dirty="0"/>
              <a:t>— Ismeretlen szerző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Következő hét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14. hét: Villamos teljesítmény és energia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⚡ Mennyi energiát fogyaszt egy berendezés?</a:t>
            </a:r>
          </a:p>
          <a:p>
            <a:pPr>
              <a:spcAft>
                <a:spcPts val="600"/>
              </a:spcAft>
              <a:defRPr sz="2000"/>
            </a:pPr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A gyakorlatban: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Teljesítmény számítása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Energiafogyasztás mérése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   - Fogyasztás optimalizálása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622</Words>
  <Application>Microsoft Office PowerPoint</Application>
  <PresentationFormat>Diavetítés a képernyőre (4:3 oldalarány)</PresentationFormat>
  <Paragraphs>140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IAA – 9. évfolyam</vt:lpstr>
      <vt:lpstr>A hét célja</vt:lpstr>
      <vt:lpstr>Mit fogunk tudni a hét végére?</vt:lpstr>
      <vt:lpstr>Gyakorlati példák elemzése</vt:lpstr>
      <vt:lpstr>A három kapcsolási mód</vt:lpstr>
      <vt:lpstr>Szakmai szókincs</vt:lpstr>
      <vt:lpstr>Gyakorlat: Vegyes áramkör összeállítása</vt:lpstr>
      <vt:lpstr>Hibakereső kihívás</vt:lpstr>
      <vt:lpstr>Mini projekt</vt:lpstr>
      <vt:lpstr>Kapcsolódás a szakmához</vt:lpstr>
      <vt:lpstr>Tipikus tévhitek</vt:lpstr>
      <vt:lpstr>Érdekesség</vt:lpstr>
      <vt:lpstr>Értékelés</vt:lpstr>
      <vt:lpstr>Záró gondolat</vt:lpstr>
      <vt:lpstr>Következő hét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IAA – 9. évfolyam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2026-08-04T11:26:24Z</dcterms:modified>
  <cp:category/>
</cp:coreProperties>
</file>