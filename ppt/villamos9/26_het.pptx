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aleway" pitchFamily="2" charset="-18"/>
      <p:regular r:id="rId16"/>
    </p:embeddedFont>
    <p:embeddedFont>
      <p:font typeface="Raleway Light" pitchFamily="2" charset="-18"/>
      <p:regular r:id="rId17"/>
      <p:italic r:id="rId18"/>
    </p:embeddedFont>
    <p:embeddedFont>
      <p:font typeface="Roboto" panose="02000000000000000000" pitchFamily="2" charset="0"/>
      <p:regular r:id="rId19"/>
      <p:italic r:id="rId20"/>
    </p:embeddedFont>
    <p:embeddedFont>
      <p:font typeface="Roboto Bold" panose="02000000000000000000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83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nem ráz meg mindig az áram?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villamos biztonság első lépései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1690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világ nagy kérdése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3003649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Miért tudunk biztonságosan használni egy villamos berendezést, miközben a hálózati feszültség életveszélyes is lehet?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791023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03373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az alapkérdés vezet minket végig a villamos biztonság megértésének útján. A válasz a tervezésben, a védelemben és a helyes használatban rejlik.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606848"/>
            <a:ext cx="128375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663502"/>
            <a:ext cx="16665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IAA GONDOLAT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969591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Kandó Kálmán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63584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megbízható villamos rendszerek mérnöke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120132"/>
            <a:ext cx="6903269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Munkássága megmutatta, hogy a nagy teljesítményű villamos rendszerek csak akkor lehetnek sikeresek, ha megbízhatóak és biztonságosak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 szemlélet ma is alapelv minden villamos berendezés tervezésénél és üzemeltetésénél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916662" y="4778573"/>
            <a:ext cx="72293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jó villamos berendezés nemcsak működik – biztonságosan működik."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633201" y="4608513"/>
            <a:ext cx="25399" cy="642541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6205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villamos áram veszélyei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233360" y="1148556"/>
            <a:ext cx="6296860" cy="1208881"/>
          </a:xfrm>
          <a:prstGeom prst="roundRect">
            <a:avLst>
              <a:gd name="adj" fmla="val 45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71966" y="1287165"/>
            <a:ext cx="396865" cy="3968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1104" y="1396305"/>
            <a:ext cx="178589" cy="1785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1966" y="1776611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Áramütés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71966" y="2038846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Közvetlen veszély az emberre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233360" y="2450009"/>
            <a:ext cx="6296860" cy="1208881"/>
          </a:xfrm>
          <a:prstGeom prst="roundRect">
            <a:avLst>
              <a:gd name="adj" fmla="val 45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71966" y="2588617"/>
            <a:ext cx="396865" cy="3968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104" y="2697758"/>
            <a:ext cx="178589" cy="1785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1966" y="3078063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Túlterhelés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71966" y="3340298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megengedettnél nagyobb áram folyik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233360" y="3751461"/>
            <a:ext cx="6296860" cy="1208881"/>
          </a:xfrm>
          <a:prstGeom prst="roundRect">
            <a:avLst>
              <a:gd name="adj" fmla="val 45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71966" y="3890070"/>
            <a:ext cx="396865" cy="3968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1104" y="3999210"/>
            <a:ext cx="178589" cy="1785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71966" y="4379516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Zárlat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71966" y="4641751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 ellenállású összeköttetés különböző potenciálok között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233360" y="5052913"/>
            <a:ext cx="6296860" cy="1208881"/>
          </a:xfrm>
          <a:prstGeom prst="roundRect">
            <a:avLst>
              <a:gd name="adj" fmla="val 45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71966" y="5191522"/>
            <a:ext cx="396865" cy="3968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1104" y="5300663"/>
            <a:ext cx="178589" cy="1785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71966" y="5680968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Tűzveszély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371966" y="5943203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Túlmelegedés és tüzet okozhat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358900"/>
            <a:ext cx="132007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46605" y="1415554"/>
            <a:ext cx="17028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HÉT ESZKÖZE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72164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Kismegszakító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4633201" y="252491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4091" y="256034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247449" y="2589808"/>
            <a:ext cx="271922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Automatikus túláramvédelmi készülék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47449" y="3664645"/>
            <a:ext cx="2719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Védi a hálózatot és az embereket egyaránt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02903" y="252491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3793" y="256034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817151" y="2589808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Feliratok vizsgálata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817151" y="3074095"/>
            <a:ext cx="27193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Pl. B16, C16 – a típus és névleges áram jelölése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633201" y="46475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4091" y="468292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247449" y="4712395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Kapcsolókar és névleges áram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5247449" y="5196681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Összehasonlítás az olvadóbiztosítóval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10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Túláramvédelem alapjai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89746"/>
            <a:ext cx="3496877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1041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Kismegszakító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51284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Automatikus, újrahasználható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túláramvédelmi készülék. Kioldás után visszakapcsolható, nem kell cserélni.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889746"/>
            <a:ext cx="3496877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31041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Olvadóbiztosító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51284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Egyszer használható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túláramvédelem. Megolvad és megszakítja az áramkört – utána cserélni kell.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889746"/>
            <a:ext cx="3496877" cy="20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31041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Érintésvédelem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51284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áramütés elleni védelem összessége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magában foglalja a szigetelést, a földelést és a védőkapcsolókat.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908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történne védelem nélkül?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164953"/>
            <a:ext cx="945035" cy="1134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7402" y="235396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Túlterhelés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367402" y="2762647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vezetékek veszélyesen túlmelegednek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299023"/>
            <a:ext cx="945035" cy="1134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67402" y="348803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Zárlat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367402" y="3896717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Hatalmas áram folyik az áramkörben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433094"/>
            <a:ext cx="945035" cy="1134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67402" y="462210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Tűz és áramütés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367402" y="5030788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Emberéleteket és vagyont veszélyeztet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728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villanyszerelő feladata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2460625"/>
            <a:ext cx="66198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legjobb javítás az, amelyet a megfelelő védelemnek köszönhetően soha nem kell elvégezni."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 Mester tanácsa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90564"/>
            <a:ext cx="25399" cy="1247378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772319"/>
            <a:ext cx="3504219" cy="35043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70187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997748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514300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Biztonságos hálózat kialakítása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1475" y="555168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Szabványoknak megfelelő villamos hálózat tervezése és kivitelezése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347359" y="470187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47359" y="4997748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9"/>
          <p:cNvSpPr/>
          <p:nvPr/>
        </p:nvSpPr>
        <p:spPr>
          <a:xfrm>
            <a:off x="4347359" y="514300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Védelem ellenőrzése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347359" y="555168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megfelelő védelmi eszközök meglétének és működésének vizsgálata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33244" y="470187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33244" y="4997748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3"/>
          <p:cNvSpPr/>
          <p:nvPr/>
        </p:nvSpPr>
        <p:spPr>
          <a:xfrm>
            <a:off x="8033244" y="514300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Emberélet és vagyon védelme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033244" y="555168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szakszerű munka eredménye: biztonság minden körülmények között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69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gondolata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1019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„A biztonság nem lassítja a munkát –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661475" y="3714849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lehetővé teszi, hogy holnap is dolgozhass."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356682" y="562868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Villamos biztonság – 9. évfolyam, 26. hét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342</Words>
  <Application>Microsoft Office PowerPoint</Application>
  <PresentationFormat>Szélesvásznú</PresentationFormat>
  <Paragraphs>70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6" baseType="lpstr">
      <vt:lpstr>Calibri</vt:lpstr>
      <vt:lpstr>Roboto</vt:lpstr>
      <vt:lpstr>Raleway</vt:lpstr>
      <vt:lpstr>Arial</vt:lpstr>
      <vt:lpstr>Roboto Bold</vt:lpstr>
      <vt:lpstr>Raleway Light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2</cp:revision>
  <dcterms:created xsi:type="dcterms:W3CDTF">2026-08-08T14:11:29Z</dcterms:created>
  <dcterms:modified xsi:type="dcterms:W3CDTF">2026-08-08T14:15:09Z</dcterms:modified>
</cp:coreProperties>
</file>