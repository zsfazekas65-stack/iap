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1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/>
            </a:pPr>
            <a:r>
              <a:rPr dirty="0"/>
              <a:t>IA</a:t>
            </a:r>
            <a:r>
              <a:rPr lang="hu-HU" dirty="0"/>
              <a:t>P</a:t>
            </a:r>
            <a:r>
              <a:rPr dirty="0"/>
              <a:t>– 9. évfolyam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</a:rPr>
              <a:t>11. hét: Soros kapcsolás</a:t>
            </a:r>
          </a:p>
          <a:p>
            <a:r>
              <a:rPr dirty="0">
                <a:solidFill>
                  <a:schemeClr val="tx1"/>
                </a:solidFill>
              </a:rPr>
              <a:t>Mi történik, ha több fogyasztót kötünk össze?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A hét célja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• Megismerni a soros kapcsolás felépítését és működését.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Egyszerű soros áramkör összeállítása, megfigyelése.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Alapvető jellemzők megfogalmazása.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Mit fogunk tudni a hét végére?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✓ Felismerni a soros kapcsolást.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✓ Összeállítani egy egyszerű soros áramkört.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✓ Elmagyarázni, mi történik, ha az egyik fogyasztó megszakad.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✓ Felismerni, hogy minden elem hatással van a többire.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✓ Kapcsolási rajzot készíteni.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Szemléltetés: 1 izzó vs. 2 sorba kapcsolt izzó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🔦 Egy izzó: normál fényerő.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🔦🔦 Két sorba kapcsolt izzó: mindkettő halványabban világít.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⚠️ Megszakítás: ha az egyik izzó kiég, a másik is kialszik.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💡 Következtetés: egyetlen áramút, közös az áram.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A soros kapcsolás fogalma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„Az alkatrészek egymás után kapcsolódnak egyetlen áramútban.”</a:t>
            </a:r>
          </a:p>
          <a:p>
            <a:pPr>
              <a:spcAft>
                <a:spcPts val="600"/>
              </a:spcAft>
              <a:defRPr sz="2000"/>
            </a:pP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• Ugyanaz az áram folyik minden elemen.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A feszültség megoszlik a fogyasztók között.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Egy hiba az egész áramkört megállítja.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Szakmai szókincs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Soros kapcsolás: Alkotórészek egyetlen áramútban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Áramút: Az elektromos áram útja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Megszakadás: Az áramkör folytonosságának megszűnése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Feszültségesés: Feszültség megoszlása az elemeken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Fogyasztó: Villamos energiát használó eszköz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Gyakorlat: Soros áramkör összeállítása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Eszközök: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Elem vagy tápegység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Kapcsoló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2 LED vagy izzó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Vezetékek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Multiméter</a:t>
            </a:r>
          </a:p>
          <a:p>
            <a:pPr>
              <a:spcAft>
                <a:spcPts val="600"/>
              </a:spcAft>
              <a:defRPr sz="2000"/>
            </a:pP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Feladat: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1. Mérd meg a tápegység feszültségét!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2. Mérd meg az egyes fogyasztókon eső feszültséget!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3. Beszéljétek meg az eredményeket!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Hibakeresés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Gyakori hibák: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❌ Megszakadt vezeték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❌ Kiégett izzó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❌ Hibás kötés</a:t>
            </a:r>
          </a:p>
          <a:p>
            <a:pPr>
              <a:spcAft>
                <a:spcPts val="600"/>
              </a:spcAft>
              <a:defRPr sz="2000"/>
            </a:pP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Feladat: Ismerd fel a hibát, és javítsd ki!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Mini projekt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1. Rajzold le a megépített soros áramkört szabványos rajzjelekkel!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2. Három mondatban ismertesd a működését!</a:t>
            </a:r>
          </a:p>
          <a:p>
            <a:pPr>
              <a:spcAft>
                <a:spcPts val="600"/>
              </a:spcAft>
              <a:defRPr sz="2000"/>
            </a:pP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📝 Használd a következő jeleket: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 - Elem: ─││─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 - Izzó: ⏺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 - Kapcsoló: ─/─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Hol találkozhatunk a soros kapcsolással?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🔹 Jelzőáramkörök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🔹 Egyszerű biztonsági láncok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🔹 Régi karácsonyfaizzó-füzérek</a:t>
            </a:r>
          </a:p>
          <a:p>
            <a:pPr>
              <a:spcAft>
                <a:spcPts val="600"/>
              </a:spcAft>
              <a:defRPr sz="2000"/>
            </a:pP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💡 Érdekesség: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„Egyetlen kiégett izzó miatt az egész füzér kialudhatott.”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Tipikus tévhitek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❌ Minden fogyasztó ugyanakkora feszültséget kap.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❌ Ha egy fogyasztó meghibásodik, a többi tovább működik.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❌ A soros kapcsolás minden feladatra megfelelő.</a:t>
            </a:r>
          </a:p>
          <a:p>
            <a:pPr>
              <a:spcAft>
                <a:spcPts val="600"/>
              </a:spcAft>
              <a:defRPr sz="2000"/>
            </a:pP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✅ Valójában: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A feszültség megoszlik a fogyasztókon.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Egy hiba mindent leállít.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Csak speciális esetekben használjuk.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Értékelés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A tanuló: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✓ Megépíti a soros kapcsolást.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✓ Elkészíti a kapcsolási rajzot.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✓ Megméri a feszültségeket.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✓ Ismerteti a működést.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dirty="0"/>
              <a:t>Záró gondolat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ctr">
              <a:defRPr sz="2800"/>
            </a:pPr>
            <a:r>
              <a:rPr dirty="0"/>
              <a:t>— Ismeretlen szerző</a:t>
            </a:r>
          </a:p>
          <a:p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Következő hét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12. hét: Párhuzamos kapcsolás</a:t>
            </a:r>
          </a:p>
          <a:p>
            <a:pPr>
              <a:spcAft>
                <a:spcPts val="600"/>
              </a:spcAft>
              <a:defRPr sz="2000"/>
            </a:pP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🔍 Miért világít a másik izzó akkor is,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 ha az egyiket kikapcsoljuk?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463</Words>
  <Application>Microsoft Office PowerPoint</Application>
  <PresentationFormat>Diavetítés a képernyőre (4:3 oldalarány)</PresentationFormat>
  <Paragraphs>99</Paragraphs>
  <Slides>14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IAP– 9. évfolyam</vt:lpstr>
      <vt:lpstr>A hét célja</vt:lpstr>
      <vt:lpstr>Mit fogunk tudni a hét végére?</vt:lpstr>
      <vt:lpstr>Szemléltetés: 1 izzó vs. 2 sorba kapcsolt izzó</vt:lpstr>
      <vt:lpstr>A soros kapcsolás fogalma</vt:lpstr>
      <vt:lpstr>Szakmai szókincs</vt:lpstr>
      <vt:lpstr>Gyakorlat: Soros áramkör összeállítása</vt:lpstr>
      <vt:lpstr>Hibakeresés</vt:lpstr>
      <vt:lpstr>Mini projekt</vt:lpstr>
      <vt:lpstr>Hol találkozhatunk a soros kapcsolással?</vt:lpstr>
      <vt:lpstr>Tipikus tévhitek</vt:lpstr>
      <vt:lpstr>Értékelés</vt:lpstr>
      <vt:lpstr>Záró gondolat</vt:lpstr>
      <vt:lpstr>Következő hét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IAP– 9. évfolyam</dc:title>
  <dc:subject/>
  <dc:creator>Fazekas Zsolt</dc:creator>
  <cp:keywords/>
  <dc:description>generated using python-pptx</dc:description>
  <cp:lastModifiedBy>zsolt Fazekas</cp:lastModifiedBy>
  <cp:revision>2</cp:revision>
  <dcterms:created xsi:type="dcterms:W3CDTF">2013-01-27T09:14:16Z</dcterms:created>
  <dcterms:modified xsi:type="dcterms:W3CDTF">2026-08-04T10:05:57Z</dcterms:modified>
  <cp:category/>
</cp:coreProperties>
</file>