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villamosság három alapfogalma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Feszültség • Áramerősség • Ellenállás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 évfolyam • Villamos alapismeretek • 2. fejlődési szakasz • 4.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1103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célok</a:t>
            </a:r>
            <a:endParaRPr lang="en-US" sz="3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71290"/>
            <a:ext cx="6296860" cy="9219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6163" y="1449784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Alapfogalmak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6163" y="1779588"/>
            <a:ext cx="586368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Megnevezni a három alapvető villamos mennyiséget és mértékegységüket.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27771"/>
            <a:ext cx="6296860" cy="9219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6163" y="2506266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Megértés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6163" y="2836069"/>
            <a:ext cx="586368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Egyszerű, hétköznapi példákkal elmagyarázni jelentésüket.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84252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6163" y="3562747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Összefüggések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6163" y="3892550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Felismerni, hogy a feszültség, az áramerősség és az ellenállás egymással összefügg.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675882"/>
            <a:ext cx="6296860" cy="92194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6163" y="4854377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Előkészítés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16163" y="5184180"/>
            <a:ext cx="586368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Előkészíteni az Ohm-törvény későbbi megértését.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00685" y="5900440"/>
            <a:ext cx="666723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jó szakember nem a képleteket tanulja meg, hanem a jelenségeket érti meg."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61475" y="5749131"/>
            <a:ext cx="19050" cy="537766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2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Történelmi kitekintés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02892"/>
            <a:ext cx="762378" cy="76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502892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Alessandro Volta (1745–1827)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206849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Olasz fizikus; a Volta-oszlop az első jól használható elektrokémiai áramforrás. A feszültség mértékegysége: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volt (V)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502892"/>
            <a:ext cx="762378" cy="762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502892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André-Marie Ampère (1775–1836)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206849"/>
            <a:ext cx="24668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Francia fizikus; az elektromos áram mágneses hatását vizsgálta, az elektrodinamika megalapozója. Az áramerősség mértékegysége: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amper (A)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502892"/>
            <a:ext cx="762378" cy="7623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502892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Georg Simon Ohm (1789–1854)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206849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Német fizikus; a feszültség és az áram kapcsolatát vizsgálta (1827). Az ellenállás mértékegysége: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ohm (Ω)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53703"/>
            <a:ext cx="3518308" cy="35183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5661" y="761504"/>
            <a:ext cx="1397362" cy="273645"/>
          </a:xfrm>
          <a:prstGeom prst="roundRect">
            <a:avLst>
              <a:gd name="adj" fmla="val 22121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33707" y="815479"/>
            <a:ext cx="1790854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ALAPFOGALOM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625661" y="1103809"/>
            <a:ext cx="691081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feszültség fogalma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4625661" y="1838523"/>
            <a:ext cx="6910810" cy="215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Jele: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Mértékegysége: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volt (V)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Azt fejezi ki, mekkora energiakülönbség jut egységnyi elektromos töltésre két pont között.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Egyszerűen: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feszültség az a villamos „hajtóerő", amely képes az elektromos töltéseket mozgásba hozni.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Hasonlat: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vízszintkülönbség – minél nagyobb, annál nagyobb a mozgatás lehetősége.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25661" y="4184055"/>
            <a:ext cx="6910810" cy="680343"/>
          </a:xfrm>
          <a:prstGeom prst="roundRect">
            <a:avLst>
              <a:gd name="adj" fmla="val 11122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38" y="4439841"/>
            <a:ext cx="225122" cy="1800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938" y="4383484"/>
            <a:ext cx="675504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Feszültségkülönbség → töltések mozgása → elektromos áram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61475" y="5250755"/>
            <a:ext cx="2588453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7902" y="5437188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V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847902" y="5821660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421572" y="5250755"/>
            <a:ext cx="2588453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08000" y="5437188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V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608000" y="5821660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81670" y="5250755"/>
            <a:ext cx="2588453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68097" y="5437188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V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6368097" y="5821660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Akkumulátor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941767" y="5250755"/>
            <a:ext cx="2588453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28194" y="5437188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 V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9128194" y="5821660"/>
            <a:ext cx="221559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47291"/>
            <a:ext cx="146582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603945"/>
            <a:ext cx="18485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ALAPFOGALOM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9100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áramerősség fogalma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1954213"/>
            <a:ext cx="2917851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Mértékegysége: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amper (A)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Azt mutatja meg, hogy egy vezető keresztmetszetén adott idő alatt mennyi elektromos töltés halad át.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Egyszerűen: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 áramerősség azt mutatja meg, milyen intenzív a töltések áramlása a vezetőben.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1954213"/>
            <a:ext cx="2917851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Matematikailag: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 = Q / t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(ahol Q az áthaladó töltés, t az idő)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A = 1 másodperc alatt 1 coulomb töltés halad át a vezető keresztmetszetén.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046833" y="3848993"/>
            <a:ext cx="2917851" cy="2249091"/>
          </a:xfrm>
          <a:prstGeom prst="roundRect">
            <a:avLst>
              <a:gd name="adj" fmla="val 3530"/>
            </a:avLst>
          </a:prstGeom>
          <a:solidFill>
            <a:srgbClr val="E1E1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840" y="4135735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081" y="4066282"/>
            <a:ext cx="211459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Fontos: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Feszültség (U) → a töltések mozgását létrehozza • Áramerősség (I) → a kialakult töltésáramlás nagyságát jellemzi.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7295"/>
            <a:ext cx="1397362" cy="273645"/>
          </a:xfrm>
          <a:prstGeom prst="roundRect">
            <a:avLst>
              <a:gd name="adj" fmla="val 2212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791270"/>
            <a:ext cx="1790854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ALAPFOGALOM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79599"/>
            <a:ext cx="691081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ellenállás fogalma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14314"/>
            <a:ext cx="6910810" cy="243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Jele: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Mértékegysége: 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ohm (Ω)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Azt fejezi ki, hogy egy anyag vagy áramköri elem mennyire akadályozza az elektromos áram kialakulását.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Egyszerűen: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Megmutatja, mennyire nehéz az elektromos töltéseknek áthaladni egy adott vezetőn vagy fogyasztón.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ellenállást befolyásolja: a vezető anyaga, hossza, keresztmetszete és hőmérséklete.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4441329"/>
            <a:ext cx="6910810" cy="961827"/>
          </a:xfrm>
          <a:prstGeom prst="roundRect">
            <a:avLst>
              <a:gd name="adj" fmla="val 7867"/>
            </a:avLst>
          </a:prstGeom>
          <a:solidFill>
            <a:srgbClr val="E1E1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52" y="4697115"/>
            <a:ext cx="225122" cy="1800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6752" y="4640759"/>
            <a:ext cx="614545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Összefüggés: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Azonos feszültségnél: kisebb ellenállás → nagyobb áramerősség; nagyobb ellenállás → kisebb áramerősség.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5596334"/>
            <a:ext cx="69108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Gyakorlati példa: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LED elé kapcsolt előtétellenállás korlátozza a LED-en átfolyó áramot.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163" y="1669752"/>
            <a:ext cx="3518308" cy="35183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566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Ohm-törvény képletpiramisa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918346" y="1608931"/>
            <a:ext cx="1122145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feszültség hajt, az áram folyik, az ellenállás korlátoz."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434306"/>
            <a:ext cx="19050" cy="61049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69852"/>
            <a:ext cx="6918350" cy="2886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8727" y="2602899"/>
            <a:ext cx="1573033" cy="19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18727" y="2855465"/>
            <a:ext cx="2696440" cy="149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= I · 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18836" y="3542373"/>
            <a:ext cx="1573033" cy="19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Áramerősség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8836" y="3794939"/>
            <a:ext cx="2696440" cy="149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= U / 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8836" y="4511451"/>
            <a:ext cx="1573033" cy="19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Ellenállás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18836" y="4764016"/>
            <a:ext cx="2696440" cy="149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= U / 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1475" y="5531445"/>
            <a:ext cx="69183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Takard le azt a mennyiséget, amit keresel – a piramisban megmaradó jelek megmutatják a szükséges műveletet.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4074" y="2394049"/>
          <a:ext cx="9143771" cy="914400"/>
        </p:xfrm>
        <a:graphic>
          <a:graphicData uri="http://schemas.openxmlformats.org/drawingml/2006/table">
            <a:tbl>
              <a:tblPr/>
              <a:tblGrid>
                <a:gridCol w="883099"/>
                <a:gridCol w="883099"/>
                <a:gridCol w="883099"/>
                <a:gridCol w="883099"/>
              </a:tblGrid>
              <a:tr h="1246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Keresett mennyiség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Képlet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Jel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Mértékegység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7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Feszültség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 = I · 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 (volt)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888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Áramerősség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 = U / 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 (amper)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Ellenállás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 = U / I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Ω (ohm)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09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 gyakorlat – Párosítás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57509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tanulók kártyák segítségével párosítsák a villamos mennyiségeket, mértékegységeket és gyakorlati példákat: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392561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398911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66156" y="0"/>
                </a:moveTo>
                <a:lnTo>
                  <a:pt x="3142080" y="0"/>
                </a:lnTo>
                <a:lnTo>
                  <a:pt x="3142080" y="1089124"/>
                </a:lnTo>
                <a:lnTo>
                  <a:pt x="0" y="1089124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Text 5"/>
          <p:cNvSpPr/>
          <p:nvPr/>
        </p:nvSpPr>
        <p:spPr>
          <a:xfrm>
            <a:off x="5428717" y="2587923"/>
            <a:ext cx="2480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 – volt (V)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2996605"/>
            <a:ext cx="24806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230 V-os hálózat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381790" y="2398911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39891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2" name="Text 9"/>
          <p:cNvSpPr/>
          <p:nvPr/>
        </p:nvSpPr>
        <p:spPr>
          <a:xfrm>
            <a:off x="8854258" y="2587923"/>
            <a:ext cx="24806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– amper (A)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854258" y="2996605"/>
            <a:ext cx="24806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LED-en átfolyó áram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239710" y="3488035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3488035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6" name="Text 13"/>
          <p:cNvSpPr/>
          <p:nvPr/>
        </p:nvSpPr>
        <p:spPr>
          <a:xfrm>
            <a:off x="5428717" y="3677047"/>
            <a:ext cx="56226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 – ohm (Ω)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428717" y="4085729"/>
            <a:ext cx="56226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előtétellenállás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233360" y="4796135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E1E1E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5063827"/>
            <a:ext cx="236234" cy="1890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47608" y="5032375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IAP Kihívás: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Egy 12 V-os áramkörben egy fogyasztón 2 A áram folyik. A képletpiramis segítségével határozd meg az ellenállását! Ezután mondd el saját szavaiddal, mit jelent a kapott érték.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8145556" y="2707184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624" y="2825254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29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összefoglaló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6158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2226469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(U)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2635151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töltések mozgását létrehozó villamos különbséget jellemzi.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3915" y="216158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8163" y="2226469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Áramerősség (I)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828163" y="2635151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egységnyi idő alatt áthaladó töltés mennyiségét jellemzi.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61801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723" y="368290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Ellenállás (R)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4091583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Akadályozza, illetve korlátozza az áram kialakulását.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3915" y="361801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8163" y="368290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Együtt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828163" y="4091583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három mennyiség együtt határozza meg az áramkör működését.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90904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76738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14528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Következő hét: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három alapfogalom összekapcsolása és az Ohm-törvény tudatos alkalmazása.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7840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Önellenőrző kérdések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22587"/>
            <a:ext cx="2917851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nevezünk feszültségnek?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feszültség jele és mértékegysége?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jelent az áramerősség?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az áramerősség jele és mértékegysége?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az ellenállás szerepe?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122587"/>
            <a:ext cx="2917851" cy="359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az ellenállás jele és mértékegysége?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Mondj példát feszültségforrásra!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használunk előtétellenállást egy LED-nél?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mutat az Ohm-törvény képletpiramisa?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történik az áramerősséggel, ha azonos feszültség mellett nő az ellenállás?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2026-09-18T17:44:33Z</dcterms:created>
  <dcterms:modified xsi:type="dcterms:W3CDTF">2026-09-18T17:44:33Z</dcterms:modified>
</cp:coreProperties>
</file>