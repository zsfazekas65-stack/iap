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5" y="2568922"/>
            <a:ext cx="18859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40480" y="3007072"/>
            <a:ext cx="8311038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Montserrat"/>
              </a:rPr>
              <a:t>Az Ohm-törvény felfedezése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8362" y="3784252"/>
            <a:ext cx="79152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Villamos alapismeretek • 2. Fejlődési szakasz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3052762"/>
            <a:ext cx="9553575" cy="1609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7362" y="3433762"/>
            <a:ext cx="87344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1E40AF"/>
                </a:solidFill>
                <a:latin typeface="Montserrat SemiBold"/>
              </a:rPr>
              <a:t>„A képlet nem cél, hanem egy jelenség leírása.”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7362" y="4024312"/>
            <a:ext cx="8734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E40AF"/>
                </a:solidFill>
                <a:latin typeface="Open Sans"/>
              </a:rPr>
              <a:t>Fókuszban az Ohm-törvény fizikai jelentésének megértése.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IAA Útravaló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6050"/>
            <a:ext cx="355595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86050"/>
            <a:ext cx="355595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686050"/>
            <a:ext cx="3555950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543300"/>
            <a:ext cx="174021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Fizikai jelentés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895725"/>
            <a:ext cx="30606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Megérteni az Ohm-törvény fizikai hátterét és mélyebb jelentését.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543300"/>
            <a:ext cx="177022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Összefüggések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895725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Felismerni a feszültség, az áramerősség és az ellenállás kapcsolatát.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300" y="3543300"/>
            <a:ext cx="134016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Alkalmazás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300" y="3895725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Egyszerű példákon keresztül sikeresen alkalmazni a törvényt a gyakorlatban.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000375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300037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0" y="3000375"/>
            <a:ext cx="25717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célja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625" y="3000375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Saját szavaival elmagyarázni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az Ohm-törvény lényegét.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3429000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Felismerni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három villamos mennyiség szoros kapcsolatát.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857625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Egyszerű feladatokban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sikeresen alkalmazni az Ohm-törvényt.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286250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Értelmezni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képlet gyakorlati jelentőségét.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1466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432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87191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30053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végére a tanuló képes lesz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2395537"/>
            <a:ext cx="8953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75835" y="2833687"/>
            <a:ext cx="264033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3A8A"/>
                </a:solidFill>
                <a:latin typeface="Montserrat"/>
              </a:rPr>
              <a:t>Óravázlat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843337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52950" y="4090987"/>
            <a:ext cx="308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Az 5. hét három tanórájának felépítése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333625"/>
            <a:ext cx="11239500" cy="3048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333625"/>
          <a:ext cx="112395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Tartalom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1.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Jelenség megfigyelése: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Mi történik, ha ugyanazt a fogyasztót különböző feszültségforrásokra kapcsoljuk? Beszélgetés, következtetések.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2.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Az Ohm-törvény bevezetése: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U = R × I. A képlet jelentése, a három mennyiség kapcsolata. Egyszerű számpéldák és az Ohm-háromszög.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3.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Mini gyakorlat: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 Egyszerű számítások, közös feladatmegoldás csoportokban, az összefüggések gyakorlati alkalmazása.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76250" y="289083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24150" y="2890837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719512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24150" y="3719512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454818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24150" y="4548187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Óravázlat – Heti ütemezés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90750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Csoportos feladatok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2412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Feladat: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tanulók kis csoportokban három egyszerű feladatot oldanak meg, majd közösen megbeszélik az eredményeket.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15277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Cél: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számítási rutin megszerzése, az Ohm-háromszög magabiztos használata és a kölcsönös segítségnyújtás.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0750"/>
            <a:ext cx="404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Mini gyakorlat és feladatmegoldás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90750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Miért fontos a villanyszerelőnek?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24125"/>
            <a:ext cx="5429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Hibakeresés és méretezés: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villanyszerelő nap mint nap használja az Ohm-törvényt hibakereséskor, alkatrészek méretezésekor és mérések értékelésekor.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409950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Tudtad?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Georg Simon Ohm német fizikus 1827-ben írta le ezt az összefüggést, amely ma is a villamosságtan alappillére.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Szakmai alkalmazás &amp; Történelem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81300"/>
            <a:ext cx="5429250" cy="2152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81300"/>
            <a:ext cx="5429250" cy="1638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076575"/>
            <a:ext cx="5080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Tipikus tévhitek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495675"/>
            <a:ext cx="4838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• Az Ohm-törvény csak iskolai feladatokhoz kell.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A képletet elég bemagolni.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• Mindig ugyanazt kell számolni.</a:t>
            </a:r>
            <a:r>
              <a:t>
</a:t>
            </a:r>
            <a:r>
              <a:rPr sz="1350" b="0" i="1" u="none">
                <a:solidFill>
                  <a:srgbClr val="334155"/>
                </a:solidFill>
                <a:latin typeface="Open Sans"/>
              </a:rPr>
              <a:t>Ezeket közös példákkal oszlatjuk el!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076575"/>
            <a:ext cx="5080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Értékelési szempontok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495675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Rövid szóbeli ellenőrzés és néhány egyszerű számítás. A hangsúly a megértésen van, nem a számolás gyorsaságán.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Tipikus tévhitek &amp; Értékelés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57462"/>
            <a:ext cx="3555950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57462"/>
            <a:ext cx="3555950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557462"/>
            <a:ext cx="3555950" cy="2600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414712"/>
            <a:ext cx="233029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Oktatói megjegyzés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767137"/>
            <a:ext cx="30606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jelenségből induljunk ki, és csak utána vezessük be a képletet. A tanulók először értsék meg az összefüggést!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414712"/>
            <a:ext cx="165020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Következő hét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767137"/>
            <a:ext cx="30606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Egyszerű áramkörökön alkalmazzuk az Ohm-törvényt, és elkezdjük a villamos mérések gyakorlati értelmezését.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300" y="3414712"/>
            <a:ext cx="3700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Cél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300" y="3767137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képlet magabiztos, logikus használata a mindennapi szakmai gyakorlatban.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71787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871787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0" y="2871787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Oktatói irányelvek &amp; Jövő hét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2852737"/>
            <a:ext cx="9553575" cy="2009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7362" y="3233737"/>
            <a:ext cx="87344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166534"/>
                </a:solidFill>
                <a:latin typeface="Montserrat SemiBold"/>
              </a:rPr>
              <a:t>„A jó szakember először megérti az összefüggést, és csak utána használja a képletet.”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7362" y="4224337"/>
            <a:ext cx="8734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66534"/>
                </a:solidFill>
                <a:latin typeface="Open Sans"/>
              </a:rPr>
              <a:t>IAA Villamos Alapismeretek – 5. hét zárás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záró gondolata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81325" y="3090862"/>
            <a:ext cx="62293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981325" y="3852862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81325" y="3852862"/>
            <a:ext cx="62293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325" y="32337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6700" y="3240881"/>
            <a:ext cx="51339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http://googleusercontent.com/image_collection/image_retrieval/11612069235109043163_0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6700" y="3474243"/>
            <a:ext cx="5133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pen Sans"/>
              </a:rPr>
              <a:t>googleusercontent.com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325" y="400526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6700" y="4012406"/>
            <a:ext cx="51339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Open Sans"/>
              </a:rPr>
              <a:t>http://googleusercontent.com/image_collection/image_retrieval/8632175178066606961_0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6700" y="4245768"/>
            <a:ext cx="5133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Open Sans"/>
              </a:rPr>
              <a:t>googleusercontent.com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457</Words>
  <Application>Microsoft Office PowerPoint</Application>
  <PresentationFormat>Szélesvásznú</PresentationFormat>
  <Paragraphs>56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8" baseType="lpstr">
      <vt:lpstr>Arial</vt:lpstr>
      <vt:lpstr>Calibri</vt:lpstr>
      <vt:lpstr>Montserrat</vt:lpstr>
      <vt:lpstr>Montserrat SemiBold</vt:lpstr>
      <vt:lpstr>Open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2026-07-25T05:49:22Z</dcterms:modified>
  <cp:category/>
</cp:coreProperties>
</file>