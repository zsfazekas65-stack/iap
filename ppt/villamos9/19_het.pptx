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</a:defRPr>
            </a:pPr>
            <a:r>
              <a:t>IAA – 9. ÉVFOLYAM • 19. HÉT</a:t>
            </a:r>
          </a:p>
          <a:p>
            <a:pPr>
              <a:spcAft>
                <a:spcPts val="800"/>
              </a:spcAft>
              <a:defRPr sz="4000" b="1">
                <a:solidFill>
                  <a:srgbClr val="F1F5F9"/>
                </a:solidFill>
              </a:defRPr>
            </a:pPr>
            <a:r>
              <a:t>Hogyan lesz az áramból mágnes?</a:t>
            </a:r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</a:defRPr>
            </a:pPr>
            <a:r>
              <a:t>Az elektromágnes felfedezése (Villamos alapismeretek)</a:t>
            </a:r>
          </a:p>
          <a:p>
            <a:pPr>
              <a:defRPr sz="1600" i="1">
                <a:solidFill>
                  <a:srgbClr val="F59E0B"/>
                </a:solidFill>
              </a:defRPr>
            </a:pPr>
            <a:r>
              <a:t>„Ha áram folyik, mágneses tér is keletkezik.”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FEJLŐDÉSI SZAKASZ: 4. MÁGNESESSÉG ÉS ELEKTROMÁGNESESSÉG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A szakma úttörői: Hans Christian Ørsted (1777–1851)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A történelmi felfedezés</a:t>
            </a:r>
          </a:p>
          <a:p>
            <a:pPr>
              <a:spcAft>
                <a:spcPts val="2000"/>
              </a:spcAft>
              <a:defRPr sz="1500">
                <a:solidFill>
                  <a:srgbClr val="475569"/>
                </a:solidFill>
              </a:defRPr>
            </a:pPr>
            <a:r>
              <a:t>1820-ban Hans Christian Ørsted felfedezte, hogy az elektromos árammal átjárt vezető eltéríti az iránytűt. Ezzel bizonyította, hogy az elektromos áram mágneses teret hoz létre.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IAA gondolat:</a:t>
            </a:r>
          </a:p>
          <a:p>
            <a:pPr>
              <a:defRPr sz="1300" i="1">
                <a:solidFill>
                  <a:srgbClr val="0F172A"/>
                </a:solidFill>
              </a:defRPr>
            </a:pPr>
            <a:r>
              <a:t>„A legnagyobb felfedezések egy jól megfigyelt apró jelenséggel kezdődnek.”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600"/>
              </a:spcAft>
              <a:defRPr sz="1800" b="1">
                <a:solidFill>
                  <a:srgbClr val="0F172A"/>
                </a:solidFill>
              </a:defRPr>
            </a:pPr>
            <a:r>
              <a:t>Miért fontos számunkra?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</a:defRPr>
            </a:pPr>
            <a:r>
              <a:t>•  Az elektromágnes működésének alapját fedezte fel.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</a:defRPr>
            </a:pPr>
            <a:r>
              <a:t>•  Munkája nélkül nem léteznének relék, villanymotorok és generátorok.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</a:defRPr>
            </a:pPr>
            <a:r>
              <a:t>•  Megnyitotta az utat az elektromágnesesség kutatása előtt.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TANULÁSI CÉLOK ÉS ÜTEMEZÉS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A hét célja és tanítási programja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A hét végére elért eredmények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</a:defRPr>
            </a:pPr>
            <a:r>
              <a:t>✓  Elmagyarázni az elektromágnes működését.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</a:defRPr>
            </a:pPr>
            <a:r>
              <a:t>✓  Egyszerű elektromágnest készíteni.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</a:defRPr>
            </a:pPr>
            <a:r>
              <a:t>✓  Felismerni az elektromágnes gyakorlati alkalmazásait.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</a:defRPr>
            </a:pPr>
            <a:r>
              <a:t>✓  Kapcsolatot teremteni az elektromágnes és a relé működése között.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Óravázlat (3 tanóra keretben)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1. tanóra: 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Ørsted története, az első elektromágnes bemutatása vasszeggel, huzallal és elemmel.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2. tanóra: 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Elektromágnes készítése csoportmunkában. Menetszám, vasmag és tápfeszültség vizsgálata.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3. tanóra: 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Alkalmazások: relé, mágneskapcsoló, csengő, emelőmágnes, villanymotor.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SZAKMAI ALAPOK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Fogalomtár és Gyakorlati Alkalmazás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Elektromágnes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Áram hatására létrejövő mágnes.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44368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Tekercs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Felcsévélt vezeték.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59935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Vasmag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Az elektromágnes hatását erősítő anyag.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75503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Gerjesztés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Az elektromágnes működéséhez szükséges áram.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Valós élet &amp; Érdekességek</a:t>
            </a:r>
          </a:p>
          <a:p>
            <a:pPr>
              <a:defRPr sz="1400" b="1">
                <a:solidFill>
                  <a:srgbClr val="0EA5E9"/>
                </a:solidFill>
              </a:defRPr>
            </a:pPr>
            <a:r>
              <a:t>Mágneskapcsolók és relék: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</a:defRPr>
            </a:pPr>
            <a:r>
              <a:t>Egy mágneskapcsoló minden bekapcsolásakor egy elektromágnes húzza meg az érintkezőket az ipari automatizálásban.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Érdekesség – Emelőmágnesek: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 több tonnás elektromágneses daruk ugyanazon az elven működnek, mint a tanórán elkészített egyszerű vasmagos tekercs.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GYAKORLAT ÉS ÖSSZEGZÉS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Mini Projekt, Tévhitek és Záró Gondolatok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Mini Projekt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„Ki emel többet?”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Készíts elektromágnest, majd hasonlítsd össze a különböző kiviteleket a felemelt gemkapcsok száma alapján.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Tipikus Tévhitek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 Az elektromágnes mindig mágnes marad (áram nélkül is).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 Vasmag nélkül nem működhet elektromágnes.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 Csak nagy feszültséggel készíthető erős elektromágnes.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Mester Tanácsa</a:t>
            </a:r>
          </a:p>
          <a:p>
            <a:pPr>
              <a:spcAft>
                <a:spcPts val="1600"/>
              </a:spcAft>
              <a:defRPr sz="1300" i="1">
                <a:solidFill>
                  <a:srgbClr val="0F172A"/>
                </a:solidFill>
              </a:defRPr>
            </a:pPr>
            <a:r>
              <a:t>„A jó szakember nemcsak használja az eszközt, hanem érti a működésének alapelvét is.”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Következő hét előzetese: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20. hét: Mitől lesz erősebb egy elektromágnes? – Tekercs, vasmag és gerjesztés.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398</Words>
  <Application>Microsoft Office PowerPoint</Application>
  <PresentationFormat>Szélesvásznú</PresentationFormat>
  <Paragraphs>56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2026-08-05T14:56:57Z</dcterms:modified>
  <cp:category/>
</cp:coreProperties>
</file>