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F2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0F2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0F2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0F2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0F2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0F2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0F2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0F2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0F2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0F2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0F2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IAP – 9. évfolyam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00450"/>
            <a:ext cx="6400800" cy="1752600"/>
          </a:xfrm>
        </p:spPr>
        <p:txBody>
          <a:bodyPr/>
          <a:lstStyle/>
          <a:p>
            <a:pPr>
              <a:defRPr sz="2800">
                <a:solidFill>
                  <a:srgbClr val="4FC3F7"/>
                </a:solidFill>
              </a:defRPr>
            </a:pPr>
            <a:r>
              <a:rPr dirty="0"/>
              <a:t>8. hét: IAP Kihívás hét – Az első szakmai </a:t>
            </a:r>
            <a:r>
              <a:rPr dirty="0" err="1"/>
              <a:t>mérföldkő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4714875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8C00"/>
                </a:solidFill>
              </a:defRPr>
            </a:pPr>
            <a:r>
              <a:rPr dirty="0"/>
              <a:t>Villamos alapismeretek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🧭 IAP Útravaló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„A tudás </a:t>
            </a:r>
            <a:r>
              <a:rPr dirty="0" err="1"/>
              <a:t>értékét</a:t>
            </a:r>
            <a:r>
              <a:rPr dirty="0"/>
              <a:t> nem az </a:t>
            </a:r>
            <a:r>
              <a:rPr dirty="0" err="1"/>
              <a:t>mutatja</a:t>
            </a:r>
            <a:r>
              <a:rPr dirty="0"/>
              <a:t> </a:t>
            </a:r>
            <a:r>
              <a:rPr dirty="0" err="1"/>
              <a:t>meg,amit</a:t>
            </a:r>
            <a:r>
              <a:rPr dirty="0"/>
              <a:t> </a:t>
            </a:r>
            <a:r>
              <a:rPr dirty="0" err="1"/>
              <a:t>megtanultál</a:t>
            </a:r>
            <a:r>
              <a:rPr dirty="0"/>
              <a:t>, hanem </a:t>
            </a:r>
            <a:r>
              <a:rPr dirty="0" err="1"/>
              <a:t>amit</a:t>
            </a: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önállóan meg </a:t>
            </a:r>
            <a:r>
              <a:rPr dirty="0" err="1"/>
              <a:t>tudsz</a:t>
            </a:r>
            <a:r>
              <a:rPr dirty="0"/>
              <a:t> </a:t>
            </a:r>
            <a:r>
              <a:rPr dirty="0" err="1"/>
              <a:t>oldani</a:t>
            </a:r>
            <a:r>
              <a:rPr dirty="0"/>
              <a:t>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🎯 A hét célja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Önállóan alkalmazni az eddig megszerzett ismereteket!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Megmutatni, hogy képes vagy: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✅ Gondolkodni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✅ Számolni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✅ Mérni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✅ Egyszerű villamos feladatokat megoldani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📋 A hét végére képes leszel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✅ Felismerni az alapvető villamos mennyiségeket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✅ Alkalmazni az Ohm-törvényt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✅ Egyszerű méréseket végezni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✅ Értelmezni egy egyszerű kapcsolási rajzot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✅ Alapvető hibákat felismerni és kijavítani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✅ Önállóan dolgozni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📚 Óravázlat – Áttekintés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📝 1. tanóra: Tudáspróba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   - Moodle kvíz (10 kérdés)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   - Azonnali visszajelzés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🔧 2. tanóra: Gyakorlati kihívás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   - Mérés, számítás, magyarázat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🔍 3. tanóra: Hibakereső állomások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   - 5 különböző feladatállomás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📝 1. tanóra – Tudáspróba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🔹 Villamos energia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🔹 Feszültség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🔹 Áramerősség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🔹 Ellenállás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🔹 Ohm-törvény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💻 Moodle kvíz – 10 kérdés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✅ Azonnali visszajelzés minden kérdésre!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🔧 2. tanóra – Gyakorlati kihívás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📌 Feladatok: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1️⃣ Elem feszültségének mérése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2️⃣ Egyszerű Ohm-törvényes számítás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3️⃣ Mértékegységek helyes kiválasztása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4️⃣ Eredmények magyarázata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🔑 Az önálló munkavégzés a cél!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🔍 3. tanóra – Hibakereső állomások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🔄 5 állomás – mindegyik más feladat: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1️⃣ Számítási hibák javítása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2️⃣ Mérési hibák felismerése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3️⃣ Kapcsolási rajz értelmezése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4️⃣ Hibás megoldás javítása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5️⃣ Villamos biztonsági kérdések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🤝 Csoportmunka – mindenki mindent kipróbál!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🔍 Hibakereső állomások – Részletesen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📌 1. Számítási hibák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   - Hibás képlethasználat felismerése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📌 2. Mérési hibák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   - Rossz mérési tartomány észlelése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📌 3. Kapcsolási rajz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   - Alkatrészek felismerése, áram útja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📌 4. Hibás megoldás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   - Szakmai hiba kijavítása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📌 5. Villamos biztonság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   - Védelmi szabályok alkalmazása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📝 Mini projekt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„Mit tanultam az első nyolc hétben?”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📄 Egyoldalas összefoglaló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   saját szavaiddal!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✍️ A legfontosabb ismeretek: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   - Feszültség, áramerősség, ellenállás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   - Ohm-törvény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   - Mérések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   - Kapcsolási rajzok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👨‍🔧 Kapcsolódás a szakmához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 err="1"/>
              <a:t>Hol</a:t>
            </a:r>
            <a:r>
              <a:rPr dirty="0"/>
              <a:t> és </a:t>
            </a:r>
            <a:r>
              <a:rPr dirty="0" err="1"/>
              <a:t>hogyan</a:t>
            </a:r>
            <a:r>
              <a:rPr dirty="0"/>
              <a:t> </a:t>
            </a:r>
            <a:r>
              <a:rPr dirty="0" err="1"/>
              <a:t>alkalmazza</a:t>
            </a:r>
            <a:r>
              <a:rPr dirty="0"/>
              <a:t> egy </a:t>
            </a:r>
            <a:r>
              <a:rPr dirty="0" err="1"/>
              <a:t>villanyszerelő</a:t>
            </a:r>
            <a:r>
              <a:rPr lang="hu-HU" dirty="0"/>
              <a:t> </a:t>
            </a:r>
            <a:r>
              <a:rPr dirty="0"/>
              <a:t>az </a:t>
            </a:r>
            <a:r>
              <a:rPr dirty="0" err="1"/>
              <a:t>eddig</a:t>
            </a:r>
            <a:r>
              <a:rPr dirty="0"/>
              <a:t> </a:t>
            </a:r>
            <a:r>
              <a:rPr dirty="0" err="1"/>
              <a:t>tanultakat</a:t>
            </a:r>
            <a:r>
              <a:rPr dirty="0"/>
              <a:t>?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⚡ </a:t>
            </a:r>
            <a:r>
              <a:rPr dirty="0" err="1"/>
              <a:t>Háztartási</a:t>
            </a:r>
            <a:r>
              <a:rPr dirty="0"/>
              <a:t> </a:t>
            </a:r>
            <a:r>
              <a:rPr dirty="0" err="1"/>
              <a:t>hálózat</a:t>
            </a:r>
            <a:r>
              <a:rPr dirty="0"/>
              <a:t> tervezése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⚡ </a:t>
            </a:r>
            <a:r>
              <a:rPr dirty="0" err="1"/>
              <a:t>Készülékek</a:t>
            </a:r>
            <a:r>
              <a:rPr dirty="0"/>
              <a:t> </a:t>
            </a:r>
            <a:r>
              <a:rPr dirty="0" err="1"/>
              <a:t>csatlakoztatása</a:t>
            </a: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⚡ Hibakeresés, </a:t>
            </a:r>
            <a:r>
              <a:rPr dirty="0" err="1"/>
              <a:t>javítás</a:t>
            </a: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⚡ Biztonsági </a:t>
            </a:r>
            <a:r>
              <a:rPr dirty="0" err="1"/>
              <a:t>ellenőrzések</a:t>
            </a: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🔑 Minden nap </a:t>
            </a:r>
            <a:r>
              <a:rPr dirty="0" err="1"/>
              <a:t>használja</a:t>
            </a:r>
            <a:r>
              <a:rPr dirty="0"/>
              <a:t> </a:t>
            </a:r>
            <a:r>
              <a:rPr dirty="0" err="1"/>
              <a:t>ezeket</a:t>
            </a:r>
            <a:r>
              <a:rPr dirty="0"/>
              <a:t> az </a:t>
            </a:r>
            <a:r>
              <a:rPr dirty="0" err="1"/>
              <a:t>ismereteket</a:t>
            </a:r>
            <a:r>
              <a:rPr dirty="0"/>
              <a:t>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💡 Érdekesség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 err="1"/>
              <a:t>Tudtad</a:t>
            </a:r>
            <a:r>
              <a:rPr dirty="0"/>
              <a:t>?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Egy </a:t>
            </a:r>
            <a:r>
              <a:rPr dirty="0" err="1"/>
              <a:t>tapasztalt</a:t>
            </a:r>
            <a:r>
              <a:rPr dirty="0"/>
              <a:t> </a:t>
            </a:r>
            <a:r>
              <a:rPr dirty="0" err="1"/>
              <a:t>hibakereső</a:t>
            </a:r>
            <a:r>
              <a:rPr dirty="0"/>
              <a:t> </a:t>
            </a:r>
            <a:r>
              <a:rPr dirty="0" err="1"/>
              <a:t>szakember</a:t>
            </a:r>
            <a:r>
              <a:rPr lang="hu-HU" dirty="0"/>
              <a:t> </a:t>
            </a:r>
            <a:r>
              <a:rPr dirty="0" err="1"/>
              <a:t>gyakran</a:t>
            </a:r>
            <a:r>
              <a:rPr dirty="0"/>
              <a:t> </a:t>
            </a:r>
            <a:r>
              <a:rPr dirty="0" err="1"/>
              <a:t>gyorsabban</a:t>
            </a:r>
            <a:r>
              <a:rPr dirty="0"/>
              <a:t> </a:t>
            </a:r>
            <a:r>
              <a:rPr dirty="0" err="1"/>
              <a:t>megtalálja</a:t>
            </a:r>
            <a:r>
              <a:rPr dirty="0"/>
              <a:t> a </a:t>
            </a:r>
            <a:r>
              <a:rPr dirty="0" err="1"/>
              <a:t>hiba</a:t>
            </a:r>
            <a:r>
              <a:rPr dirty="0"/>
              <a:t> </a:t>
            </a:r>
            <a:r>
              <a:rPr dirty="0" err="1"/>
              <a:t>okát</a:t>
            </a:r>
            <a:r>
              <a:rPr dirty="0"/>
              <a:t>,</a:t>
            </a:r>
            <a:r>
              <a:rPr lang="hu-HU" dirty="0"/>
              <a:t> </a:t>
            </a:r>
            <a:r>
              <a:rPr dirty="0"/>
              <a:t>mint </a:t>
            </a:r>
            <a:r>
              <a:rPr dirty="0" err="1"/>
              <a:t>amennyi</a:t>
            </a:r>
            <a:r>
              <a:rPr dirty="0"/>
              <a:t> </a:t>
            </a:r>
            <a:r>
              <a:rPr dirty="0" err="1"/>
              <a:t>idő</a:t>
            </a:r>
            <a:r>
              <a:rPr dirty="0"/>
              <a:t> </a:t>
            </a:r>
            <a:r>
              <a:rPr dirty="0" err="1"/>
              <a:t>alatt</a:t>
            </a:r>
            <a:r>
              <a:rPr lang="hu-HU" dirty="0"/>
              <a:t> </a:t>
            </a:r>
            <a:r>
              <a:rPr dirty="0" err="1"/>
              <a:t>újraépítenének</a:t>
            </a:r>
            <a:r>
              <a:rPr dirty="0"/>
              <a:t> egy </a:t>
            </a:r>
            <a:r>
              <a:rPr dirty="0" err="1"/>
              <a:t>egyszerű</a:t>
            </a:r>
            <a:r>
              <a:rPr dirty="0"/>
              <a:t> </a:t>
            </a:r>
            <a:r>
              <a:rPr dirty="0" err="1"/>
              <a:t>áramkört</a:t>
            </a:r>
            <a:r>
              <a:rPr dirty="0"/>
              <a:t>.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🧠 A gyakorlat és a tapasztalat </a:t>
            </a:r>
            <a:r>
              <a:rPr dirty="0" err="1"/>
              <a:t>számít</a:t>
            </a:r>
            <a:r>
              <a:rPr dirty="0"/>
              <a:t>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⚠️ Tipikus tévhitek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❌ „A dolgozat csak az osztályzatról szól.”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❌ „Ha hibázom, nem lehetek jó szakember.”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❌ „A gyorsabb megoldás mindig jobb.”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✅ A tanulás folyamat – a hibák is tanítanak!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✅ A pontosság fontosabb, mint a gyorsaság!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🛠️ Eszközlista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📟 Digitális multiméterek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🔋 Elemek és LED-ek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💡 Ellenállások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🔌 Kapcsolólapok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📝 Feladatlapok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💻 Moodle kvíz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📊 Értékelő lapok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📝 Értékelés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Kompetenciaalapú értékelés: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🧠 Szakmai gondolkodás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🎯 Pontosság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🔧 Mérési technika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💪 Önállóság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🤝 Együttműködés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t>🗣️ Kommunikáció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🔚 Záró gondolat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„Minden </a:t>
            </a:r>
            <a:r>
              <a:rPr dirty="0" err="1"/>
              <a:t>jól</a:t>
            </a:r>
            <a:r>
              <a:rPr dirty="0"/>
              <a:t> </a:t>
            </a:r>
            <a:r>
              <a:rPr dirty="0" err="1"/>
              <a:t>megoldott</a:t>
            </a:r>
            <a:r>
              <a:rPr dirty="0"/>
              <a:t> </a:t>
            </a:r>
            <a:r>
              <a:rPr dirty="0" err="1"/>
              <a:t>feladat</a:t>
            </a:r>
            <a:r>
              <a:rPr lang="hu-HU" dirty="0"/>
              <a:t> </a:t>
            </a:r>
            <a:r>
              <a:rPr dirty="0" err="1"/>
              <a:t>közelebb</a:t>
            </a:r>
            <a:r>
              <a:rPr dirty="0"/>
              <a:t> </a:t>
            </a:r>
            <a:r>
              <a:rPr dirty="0" err="1"/>
              <a:t>visz</a:t>
            </a:r>
            <a:r>
              <a:rPr dirty="0"/>
              <a:t> </a:t>
            </a:r>
            <a:r>
              <a:rPr dirty="0" err="1"/>
              <a:t>ahhoz</a:t>
            </a:r>
            <a:r>
              <a:rPr dirty="0"/>
              <a:t>,</a:t>
            </a:r>
            <a:r>
              <a:rPr lang="hu-HU" dirty="0"/>
              <a:t> </a:t>
            </a:r>
            <a:r>
              <a:rPr dirty="0"/>
              <a:t>hogy </a:t>
            </a:r>
            <a:r>
              <a:rPr dirty="0" err="1"/>
              <a:t>egyszer</a:t>
            </a:r>
            <a:r>
              <a:rPr dirty="0"/>
              <a:t> </a:t>
            </a:r>
            <a:r>
              <a:rPr dirty="0" err="1"/>
              <a:t>kiváló</a:t>
            </a:r>
            <a:r>
              <a:rPr dirty="0"/>
              <a:t> </a:t>
            </a:r>
            <a:r>
              <a:rPr dirty="0" err="1"/>
              <a:t>szakemberré</a:t>
            </a:r>
            <a:r>
              <a:rPr dirty="0"/>
              <a:t> </a:t>
            </a:r>
            <a:r>
              <a:rPr dirty="0" err="1"/>
              <a:t>válj</a:t>
            </a:r>
            <a:r>
              <a:rPr dirty="0"/>
              <a:t>.”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📅 Következő modul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🎉 </a:t>
            </a:r>
            <a:r>
              <a:rPr dirty="0" err="1"/>
              <a:t>Gratulálok</a:t>
            </a:r>
            <a:r>
              <a:rPr dirty="0"/>
              <a:t>! </a:t>
            </a:r>
            <a:r>
              <a:rPr dirty="0" err="1"/>
              <a:t>Sikeresen</a:t>
            </a:r>
            <a:r>
              <a:rPr dirty="0"/>
              <a:t> </a:t>
            </a:r>
            <a:r>
              <a:rPr dirty="0" err="1"/>
              <a:t>teljesítetted</a:t>
            </a:r>
            <a:r>
              <a:rPr lang="hu-HU"/>
              <a:t> </a:t>
            </a:r>
            <a:r>
              <a:t>az </a:t>
            </a:r>
            <a:r>
              <a:rPr dirty="0"/>
              <a:t>első fejlődési </a:t>
            </a:r>
            <a:r>
              <a:rPr dirty="0" err="1"/>
              <a:t>szakaszt</a:t>
            </a:r>
            <a:r>
              <a:rPr dirty="0"/>
              <a:t>!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📌 9. </a:t>
            </a:r>
            <a:r>
              <a:rPr dirty="0" err="1"/>
              <a:t>héttől</a:t>
            </a:r>
            <a:r>
              <a:rPr dirty="0"/>
              <a:t> új </a:t>
            </a:r>
            <a:r>
              <a:rPr dirty="0" err="1"/>
              <a:t>kaland</a:t>
            </a:r>
            <a:r>
              <a:rPr dirty="0"/>
              <a:t> </a:t>
            </a:r>
            <a:r>
              <a:rPr dirty="0" err="1"/>
              <a:t>következik</a:t>
            </a:r>
            <a:r>
              <a:rPr dirty="0"/>
              <a:t>: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🔹 </a:t>
            </a:r>
            <a:r>
              <a:rPr dirty="0" err="1"/>
              <a:t>Egyszerű</a:t>
            </a:r>
            <a:r>
              <a:rPr dirty="0"/>
              <a:t> villamos </a:t>
            </a:r>
            <a:r>
              <a:rPr dirty="0" err="1"/>
              <a:t>áramkörök</a:t>
            </a: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🔹 </a:t>
            </a:r>
            <a:r>
              <a:rPr dirty="0" err="1"/>
              <a:t>Kapcsolási</a:t>
            </a:r>
            <a:r>
              <a:rPr dirty="0"/>
              <a:t> rajzok </a:t>
            </a:r>
            <a:r>
              <a:rPr dirty="0" err="1"/>
              <a:t>világa</a:t>
            </a: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🔹 Új </a:t>
            </a:r>
            <a:r>
              <a:rPr dirty="0" err="1"/>
              <a:t>ismeretek</a:t>
            </a:r>
            <a:r>
              <a:rPr dirty="0"/>
              <a:t>, új </a:t>
            </a:r>
            <a:r>
              <a:rPr dirty="0" err="1"/>
              <a:t>kihívások</a:t>
            </a:r>
            <a:r>
              <a:rPr dirty="0"/>
              <a:t>!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🚀 </a:t>
            </a:r>
            <a:r>
              <a:rPr dirty="0" err="1"/>
              <a:t>Folytatjuk</a:t>
            </a:r>
            <a:r>
              <a:rPr dirty="0"/>
              <a:t> az </a:t>
            </a:r>
            <a:r>
              <a:rPr dirty="0" err="1"/>
              <a:t>úton</a:t>
            </a:r>
            <a:r>
              <a:rPr dirty="0"/>
              <a:t> a </a:t>
            </a:r>
            <a:r>
              <a:rPr dirty="0" err="1"/>
              <a:t>szakma</a:t>
            </a:r>
            <a:r>
              <a:rPr dirty="0"/>
              <a:t> </a:t>
            </a:r>
            <a:r>
              <a:rPr dirty="0" err="1"/>
              <a:t>felé</a:t>
            </a:r>
            <a:r>
              <a:rPr dirty="0"/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572</Words>
  <Application>Microsoft Office PowerPoint</Application>
  <PresentationFormat>Diavetítés a képernyőre (4:3 oldalarány)</PresentationFormat>
  <Paragraphs>136</Paragraphs>
  <Slides>17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IAP – 9. évfolyam</vt:lpstr>
      <vt:lpstr>🧭 IAP Útravaló</vt:lpstr>
      <vt:lpstr>🎯 A hét célja</vt:lpstr>
      <vt:lpstr>📋 A hét végére képes leszel</vt:lpstr>
      <vt:lpstr>📚 Óravázlat – Áttekintés</vt:lpstr>
      <vt:lpstr>📝 1. tanóra – Tudáspróba</vt:lpstr>
      <vt:lpstr>🔧 2. tanóra – Gyakorlati kihívás</vt:lpstr>
      <vt:lpstr>🔍 3. tanóra – Hibakereső állomások</vt:lpstr>
      <vt:lpstr>🔍 Hibakereső állomások – Részletesen</vt:lpstr>
      <vt:lpstr>📝 Mini projekt</vt:lpstr>
      <vt:lpstr>👨‍🔧 Kapcsolódás a szakmához</vt:lpstr>
      <vt:lpstr>💡 Érdekesség</vt:lpstr>
      <vt:lpstr>⚠️ Tipikus tévhitek</vt:lpstr>
      <vt:lpstr>🛠️ Eszközlista</vt:lpstr>
      <vt:lpstr>📝 Értékelés</vt:lpstr>
      <vt:lpstr>🔚 Záró gondolat</vt:lpstr>
      <vt:lpstr>📅 Következő modul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IAP – 9. évfolyam</dc:title>
  <dc:subject/>
  <dc:creator>Fazekas Zsolt</dc:creator>
  <cp:keywords/>
  <dc:description>generated using python-pptx</dc:description>
  <cp:lastModifiedBy>zsolt Fazekas</cp:lastModifiedBy>
  <cp:revision>2</cp:revision>
  <dcterms:created xsi:type="dcterms:W3CDTF">2013-01-27T09:14:16Z</dcterms:created>
  <dcterms:modified xsi:type="dcterms:W3CDTF">2026-08-04T04:39:37Z</dcterms:modified>
  <cp:category/>
</cp:coreProperties>
</file>