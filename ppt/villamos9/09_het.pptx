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IAP – 9. évfolyam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4FC3F7"/>
                </a:solidFill>
              </a:defRPr>
            </a:pPr>
            <a:r>
              <a:rPr dirty="0"/>
              <a:t>9. hét: Mikor működik egy áramkör?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5489" y="4457700"/>
            <a:ext cx="63530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8C00"/>
                </a:solidFill>
              </a:defRPr>
            </a:pPr>
            <a:r>
              <a:rPr dirty="0"/>
              <a:t>Villamos alapismeretek – 3. fejlődési szakasz: Az áramkörök világa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🧭 IAP Útravaló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„Egyetlen vezeték még nem áramkör</a:t>
            </a:r>
            <a:r>
              <a:rPr lang="hu-HU" dirty="0"/>
              <a:t>, a</a:t>
            </a:r>
            <a:r>
              <a:rPr dirty="0"/>
              <a:t> rendszer csak akkor működik,</a:t>
            </a:r>
            <a:r>
              <a:rPr lang="hu-HU" dirty="0"/>
              <a:t> </a:t>
            </a:r>
            <a:r>
              <a:rPr dirty="0"/>
              <a:t>ha minden része a helyén van.”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🎯 A hét célja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Megérteni, hogy a villamos áram</a:t>
            </a:r>
            <a:r>
              <a:rPr lang="hu-HU" dirty="0"/>
              <a:t> </a:t>
            </a:r>
            <a:r>
              <a:rPr dirty="0"/>
              <a:t>csak ZÁRT áramkörben folyik.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Felismerni az egyszerű áramkör elemeit.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Egyszerű kapcsolás összeállítása és ellenőrzése.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📋 A hét végére képes leszel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Megnevezni az egyszerű áramkör részeit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Megkülönböztetni a nyitott és a zárt áramkört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Elmagyarázni, miért működik vagy nem működik egy áramkör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Egyszerű áramkört összeállítani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Alapvető hibát felismerni egy egyszerű kapcsolásban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📚 Óravázlat – Áttekintés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💡 1. tanóra: Az áramkör elemei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Feszültségforrás, vezeték, kapcsoló, fogyasztó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Működő és megszakított áramkör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🔧 2. tanóra: Zárt és nyitott áramkör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Csoportos gyakorlat: áramkör építése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Szándékos megszakítás, jelenségek megbeszélése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🔍 3. tanóra: Első hibakeresés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Hibás kapcsolások vizsgálata, javítása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💡 1. tanóra – Mi kell az izzó világításához?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FESZÜLTSÉGFORRÁS – energiaforrás (pl. elem)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VEZETÉK – az áram útja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KAPCSOLÓ – nyitja/zárja az áramkört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FOGYASZTÓ – felhasználja az energiát (pl. izzó, LED)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🔑 MIND a négy elem együtt szükséges a működéshez!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📐 Az egyszerű áramkör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┌─────────[ KAPCSOLÓ ]─────────┐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│                              </a:t>
            </a:r>
            <a:r>
              <a:rPr lang="hu-HU" dirty="0"/>
              <a:t>                                  </a:t>
            </a:r>
            <a:r>
              <a:rPr dirty="0"/>
              <a:t>│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│                             </a:t>
            </a:r>
            <a:r>
              <a:rPr lang="hu-HU" dirty="0"/>
              <a:t>                                  </a:t>
            </a:r>
            <a:r>
              <a:rPr dirty="0"/>
              <a:t> │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[ ELEM ]                   </a:t>
            </a:r>
            <a:r>
              <a:rPr lang="hu-HU" dirty="0"/>
              <a:t>                        </a:t>
            </a:r>
            <a:r>
              <a:rPr dirty="0"/>
              <a:t> [ IZZÓ/LED ]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│                              </a:t>
            </a:r>
            <a:r>
              <a:rPr lang="hu-HU" dirty="0"/>
              <a:t>                                  </a:t>
            </a:r>
            <a:r>
              <a:rPr dirty="0"/>
              <a:t>│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│                             </a:t>
            </a:r>
            <a:r>
              <a:rPr lang="hu-HU" dirty="0"/>
              <a:t>                                  </a:t>
            </a:r>
            <a:r>
              <a:rPr dirty="0"/>
              <a:t> │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└─────────── VEZETÉK ──────────┘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Az áramkör akkor működik, ha az áram</a:t>
            </a:r>
            <a:r>
              <a:rPr lang="hu-HU" dirty="0"/>
              <a:t> </a:t>
            </a:r>
            <a:r>
              <a:rPr dirty="0"/>
              <a:t> egy zárt körben folyik körbe!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🔧 2. tanóra – Zárt és nyitott áramkör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🔵 ZÁRT áramkör: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Az áram folyik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A fogyasztó működik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A kapcsoló ZÁRVA van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🔴 NYITOTT áramkör: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Az áram NEM folyik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A fogyasztó NEM működik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A kapcsoló NYITVA van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⚡ Gyakorlat: Csoportokban építsetek áramkört!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Építsd meg → Zárd → Nyisd → Figyeld meg!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🔍 3. tanóra – Az első hibakeresés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🛑 Szándékosan hibás kapcsolások: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Megszakadt vezeték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Fordított LED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Laza kötés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Lemerült elem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🔎 Hibakeresés menete: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1. Lásd meg a hibát!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2. Gondold át az okát!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3. Javítsd ki!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4. Ellenőrizd a működést!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🔎 Hibakeresés – Részletesen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1. Megszakadt vezeték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Nincs áramút → nem működik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Javítás: cseréld ki a vezetéket!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2. Fordított LED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A LED csak egy irányba vezet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Javítás: fordítsd meg a LED-et!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3. Laza kötés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Szakaszos kapcsolat → szakaszos működés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Javítás: húzd meg a csatlakozást!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4. Lemerült elem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Nincs elég feszültség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Javítás: cseréld ki az elemet!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📝 Mini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🎨 Rajzold le a saját egyszerű áramkörödet!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📋 Feladat: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1️⃣ Rajzold le az áramkört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2️⃣ Nevezd meg az alkatrészeket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3️⃣ Magyarázd el röviden a működését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💡 Használd az eddig tanult szakkifejezéseket!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📖 Szakmai szókincs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ÁRAMKÖR – Az elektromos áram zárt útja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FESZÜLTSÉGFORRÁS – Az áramkört tápláló energiaforrás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FOGYASZTÓ – Villamos energiát használ fel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KAPCSOLÓ – Az áramkör nyitására/zárására szolgál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VEZETŐ – Áram vezetésére alkalmas anyag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👨‍🔧 Kapcsolódás a szakmához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Egy villanyszerelő hibakereséskor mindig ellenőrzi: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A tápfeszültséget – Van-e áram?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A vezetékek folytonosságát – Ép-e a vezeték?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A kapcsoló működését – Zár-e rendesen?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A fogyasztó működőképességét – Jó-e a berendezés?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🔑 Ez a logikus sorrend segít gyorsan megtalálni a hibát!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💡 Érdekesség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Tudtad?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A legtöbb villamos hibát</a:t>
            </a:r>
            <a:r>
              <a:rPr lang="hu-HU" dirty="0"/>
              <a:t> </a:t>
            </a:r>
            <a:r>
              <a:rPr dirty="0"/>
              <a:t>néhány egyszerű ellenőrzéssel meg lehet találni: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Tápfeszültség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Vezeték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Kapcsoló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Fogyasztó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🧠 A legtöbb probléma ezen a négy tényezőn múlik!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⚠️ Tipikus tévhitek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„Az elektromos áram elfogy a fogyasztóban.”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✅ Az áram KERING, nem fogy el!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„Egy vezeték is elegendő egy áramkörhöz.”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✅ ZÁRT kör kell – két vezeték szükséges!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„A kapcsoló termeli az áramot.”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✅ Csak megszakítja vagy létrehozza az utat!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🛠️ Eszközlista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🔋 Elemek és elemtartók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💡 LED-ek és kisizzók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🔘 Kapcsolók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🔗 Vezetékek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📋 Próbapanel vagy szerelőlap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📟 Digitális multiméter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📝 Értékelés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A tanuló önállóan: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1️⃣ ÖSSZEÁLLÍT egy egyszerű áramkört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2️⃣ BEMUTATJA a működését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3️⃣ FELISMER és KIJAVÍT egy előkészített hibát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🔑 A gyakorlati kompetencia a fontos!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🔚 Záró gondolat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„A jó szakember nem alkatrészeket lát,</a:t>
            </a:r>
            <a:r>
              <a:rPr lang="hu-HU" dirty="0"/>
              <a:t> </a:t>
            </a:r>
            <a:r>
              <a:rPr dirty="0"/>
              <a:t>hanem azt, hogyan működnek együtt.”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📅 Következő hét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10. hét – Kapcsolási rajzok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Megismerjük a villamos jelképeket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Megtanuljuk a kapcsolási rajzok olvasását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🔹 Gyakoroljuk a rajzok helyes értelmezését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🚀 Új tudás, új kihívások!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823</Words>
  <Application>Microsoft Office PowerPoint</Application>
  <PresentationFormat>Diavetítés a képernyőre (4:3 oldalarány)</PresentationFormat>
  <Paragraphs>158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IAP – 9. évfolyam</vt:lpstr>
      <vt:lpstr>🧭 IAP Útravaló</vt:lpstr>
      <vt:lpstr>🎯 A hét célja</vt:lpstr>
      <vt:lpstr>📋 A hét végére képes leszel</vt:lpstr>
      <vt:lpstr>📚 Óravázlat – Áttekintés</vt:lpstr>
      <vt:lpstr>💡 1. tanóra – Mi kell az izzó világításához?</vt:lpstr>
      <vt:lpstr>📐 Az egyszerű áramkör</vt:lpstr>
      <vt:lpstr>🔧 2. tanóra – Zárt és nyitott áramkör</vt:lpstr>
      <vt:lpstr>🔍 3. tanóra – Az első hibakeresés</vt:lpstr>
      <vt:lpstr>🔎 Hibakeresés – Részletesen</vt:lpstr>
      <vt:lpstr>📝 Mini projekt</vt:lpstr>
      <vt:lpstr>📖 Szakmai szókincs</vt:lpstr>
      <vt:lpstr>👨‍🔧 Kapcsolódás a szakmához</vt:lpstr>
      <vt:lpstr>💡 Érdekesség</vt:lpstr>
      <vt:lpstr>⚠️ Tipikus tévhitek</vt:lpstr>
      <vt:lpstr>🛠️ Eszközlista</vt:lpstr>
      <vt:lpstr>📝 Értékelés</vt:lpstr>
      <vt:lpstr>🔚 Záró gondolat</vt:lpstr>
      <vt:lpstr>📅 Következő hét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IAP – 9. évfolyam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2026-08-04T05:03:55Z</dcterms:modified>
  <cp:category/>
</cp:coreProperties>
</file>