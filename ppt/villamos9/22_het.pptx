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aleway" pitchFamily="2" charset="-18"/>
      <p:regular r:id="rId18"/>
    </p:embeddedFont>
    <p:embeddedFont>
      <p:font typeface="Raleway Light" pitchFamily="2" charset="-18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00000000000000000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24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lesz a villamos energiából mozgás?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Nikola Tesla és a villanymotor története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eszköze: Villanymotor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126084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 találkozunk vele?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489299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Ventilátor, mosógép, szivattyú, fúrógép, kapunyitó, elektromos autó — a villanymotor mindenhol jelen van a mindennapjainkban.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3102397"/>
            <a:ext cx="5177582" cy="552748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31745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5685" y="3265363"/>
            <a:ext cx="50323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hét kérdése: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 történik a motor belsejében, amitől elkezd forogni?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0373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Nikola Tesla (1856–1943)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Nikola Tesla dolgozta ki a váltakozó áramú energiaelosztás és az indukciós villanymotor gyakorlati alapjait. Munkássága nélkül a modern ipar és az elektromos hajtások egészen másképp néznének ki.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12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köszönhetünk Teslának?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3775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427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Háromfázisú váltakozó áramú rendszer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9078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elektromos energiaelosztás forradalma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037755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218427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Indukciós villanymotor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49078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mozgás és az elektromosság összekapcsolása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52403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Nagy távolságú villamosenergia-átvitel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Energia szállítása városok és régiók között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152403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ipari hajtások alapjai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gyárak és gépek mozgatásának alapja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27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célja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24" y="1256333"/>
            <a:ext cx="3839096" cy="32863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4" name="Text 1"/>
          <p:cNvSpPr/>
          <p:nvPr/>
        </p:nvSpPr>
        <p:spPr>
          <a:xfrm>
            <a:off x="1477074" y="2241500"/>
            <a:ext cx="1480515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alapelve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87284" y="2129639"/>
            <a:ext cx="1289693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 részek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849018" y="3576842"/>
            <a:ext cx="1118611" cy="370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Elektromágnesség ↔ forgás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24339" y="1743373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tanulunk meg?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2106588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Ezen az órán nem csupán elméletet sajátítunk el — megértjük, hogyan születik a mozgás a láthatatlan elektromos erőkből.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24339" y="3141390"/>
            <a:ext cx="2628230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villanymotor alapelve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 fő részei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elektromágnesség és a forgómozgás kapcsolata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75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végére a tanuló képes lesz…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841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6005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314947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Elmagyarázni a villanymotor alapelvét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60601" y="19841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206005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3260601" y="2314947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Felismerni a motor fő részeit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25083" y="198410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206005"/>
            <a:ext cx="26227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025083" y="2314947"/>
            <a:ext cx="262272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Kapcsolatot teremteni az elektromágnes és a motor működése között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32273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449241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55818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Példákat mondani a motorok felhasználására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2842" y="322733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449241"/>
            <a:ext cx="400496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55818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Megkülönböztetni a motort és a generátort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16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Óravázlat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328118"/>
            <a:ext cx="571798" cy="571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32811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tanóra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634630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Különböző villanymotorok bemutatása. A forgómozgás megfigyelése és megbeszélése.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328118"/>
            <a:ext cx="571798" cy="571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32811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tanóra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634630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Villanymotor szétszerelése: állórész, forgórész, tekercsek, csapágyak megismerése.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328118"/>
            <a:ext cx="571798" cy="571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32811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tanóra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634630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 találkozunk villanymotorokkal? Otthoni és ipari alkalmazások összegyűjtése.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80852"/>
            <a:ext cx="4722763" cy="890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 projekt: Motorvadászat </a:t>
            </a:r>
            <a:r>
              <a:rPr lang="en-US" sz="2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🔍</a:t>
            </a:r>
            <a:endParaRPr lang="en-US" sz="2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084189"/>
            <a:ext cx="4722763" cy="10817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2127" y="2244998"/>
            <a:ext cx="4324945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feladat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62127" y="2551509"/>
            <a:ext cx="4324945" cy="4536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Keress legalább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 villanymotort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otthon, az iskolában vagy a műhelyben!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307705"/>
            <a:ext cx="4722763" cy="8549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62127" y="3468514"/>
            <a:ext cx="4324945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jegyezz fel?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162127" y="3775025"/>
            <a:ext cx="4324945" cy="2268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Írd le, mit hajtanak — és gondolkodj el, mi történne, ha megállnának!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24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Szakmai szókincs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98947"/>
            <a:ext cx="815176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1254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52375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93496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34617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75738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0955" y="1703710"/>
            <a:ext cx="2442642" cy="408831"/>
          </a:xfrm>
          <a:custGeom>
            <a:avLst/>
            <a:gdLst/>
            <a:ahLst/>
            <a:cxnLst/>
            <a:rect l="l" t="t" r="r" b="b"/>
            <a:pathLst>
              <a:path w="2442642" h="408831">
                <a:moveTo>
                  <a:pt x="49619" y="0"/>
                </a:moveTo>
                <a:lnTo>
                  <a:pt x="2442642" y="0"/>
                </a:lnTo>
                <a:lnTo>
                  <a:pt x="2442642" y="408831"/>
                </a:lnTo>
                <a:lnTo>
                  <a:pt x="0" y="408831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42714" y="1793528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Fogalom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43597" y="1703710"/>
            <a:ext cx="5699522" cy="408831"/>
          </a:xfrm>
          <a:custGeom>
            <a:avLst/>
            <a:gdLst/>
            <a:ahLst/>
            <a:cxnLst/>
            <a:rect l="l" t="t" r="r" b="b"/>
            <a:pathLst>
              <a:path w="5699522" h="408831">
                <a:moveTo>
                  <a:pt x="0" y="0"/>
                </a:moveTo>
                <a:lnTo>
                  <a:pt x="5649903" y="0"/>
                </a:lnTo>
                <a:arcTo wR="49619" hR="49619" stAng="16200000" swAng="5400000"/>
                <a:lnTo>
                  <a:pt x="5699522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3085356" y="1793528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Jelentés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2204740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Villanymotor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5356" y="2204740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energiát mechanikai energiává alakító gép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2615952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Állórész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5356" y="2615952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 álló része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3027164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Forgórész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5356" y="3027164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 forgó része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14" y="3438376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Nyomaték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85356" y="3438376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forgató hatás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14" y="3849588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Fordulatszám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85356" y="3849588"/>
            <a:ext cx="5873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egy perc alatti fordulatok száma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Valós életből: Az elektromos autó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094161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Ugyanaz az alapelv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457376"/>
            <a:ext cx="5177582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elektromos autó hajtását is villanymotor végzi. Ugyanaz az alapelv működik benne, mint a tanórán megismert motorokban — csak sokkal nagyobb teljesítménnyel.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Tesla-autók névadója nem véletlen: Nikola Tesla munkássága tette lehetővé azt a technológiát, amelyre az elektromos közlekedés épül.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8755"/>
            <a:ext cx="8151763" cy="4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Nézd meg otthon! </a:t>
            </a:r>
            <a:r>
              <a:rPr lang="en-US" sz="2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🏠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80022"/>
            <a:ext cx="2622724" cy="1714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2186360"/>
            <a:ext cx="170111" cy="212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2646983"/>
            <a:ext cx="2301106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Hol található?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953494"/>
            <a:ext cx="2301106" cy="680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Keress három villanymotort a lakásban, és jegyezd fel, pontosan hol találtad őket!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080022"/>
            <a:ext cx="2622724" cy="17147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2186360"/>
            <a:ext cx="170111" cy="212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2646983"/>
            <a:ext cx="2301106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hajt?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953494"/>
            <a:ext cx="2301106" cy="4536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Írd le, milyen mozgást végez, és mi a motor feladata az adott eszközben!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2080022"/>
            <a:ext cx="2622724" cy="17147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2186360"/>
            <a:ext cx="170111" cy="2126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2646983"/>
            <a:ext cx="2301106" cy="2214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történne nélküle?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953494"/>
            <a:ext cx="2301106" cy="6804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Gondold át: mi történne, ha ez a motor nem működne? Hogyan változna meg a mindennapod?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466</Words>
  <Application>Microsoft Office PowerPoint</Application>
  <PresentationFormat>Diavetítés a képernyőre (16:9 oldalarány)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Raleway</vt:lpstr>
      <vt:lpstr>Roboto</vt:lpstr>
      <vt:lpstr>Arial</vt:lpstr>
      <vt:lpstr>Roboto Bold</vt:lpstr>
      <vt:lpstr>Raleway Light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2</cp:revision>
  <dcterms:created xsi:type="dcterms:W3CDTF">2026-08-05T19:05:17Z</dcterms:created>
  <dcterms:modified xsi:type="dcterms:W3CDTF">2026-08-05T19:08:14Z</dcterms:modified>
</cp:coreProperties>
</file>