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1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dirty="0"/>
              <a:t>IA</a:t>
            </a:r>
            <a:r>
              <a:rPr lang="hu-HU" dirty="0"/>
              <a:t>P</a:t>
            </a:r>
            <a:r>
              <a:rPr dirty="0"/>
              <a:t> – 9. évfolyam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12. hét: Párhuzamos kapcsolás</a:t>
            </a:r>
          </a:p>
          <a:p>
            <a:r>
              <a:rPr dirty="0">
                <a:solidFill>
                  <a:schemeClr val="tx1"/>
                </a:solidFill>
              </a:rPr>
              <a:t>Miért világít a másik izzó akkor is,</a:t>
            </a:r>
          </a:p>
          <a:p>
            <a:r>
              <a:rPr dirty="0">
                <a:solidFill>
                  <a:schemeClr val="tx1"/>
                </a:solidFill>
              </a:rPr>
              <a:t>ha az egyiket kikapcsoljuk?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A hét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• Megismerni a párhuzamos kapcsolás felépítését és működését.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Összehasonlítani a soros és a párhuzamos kapcsolást.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Felismerni a gyakorlati alkalmazásokat.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Mit fogunk tudni a hét végére?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✓ Felismerni a párhuzamos kapcsolást.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Összeállítani egy egyszerű párhuzamos áramkört.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Megmagyarázni, miért működnek egymástól függetlenül a fogyasztók.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Összehasonlítani a soros és a párhuzamos kapcsolást.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Kapcsolási rajzot készíteni párhuzamos kapcsolásról.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Szemléltetés: Soros vs. Párhuzamos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🔦🔦 SOROS: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- Két izzó egy áramútban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- Egy izzó kivétele → mindkettő kialszik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- Halványabb fény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🔦 Párhuzamos: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- Két izzó külön ágakban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- Egy izzó kivétele → a másik tovább világít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- Egyforma fényerő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A párhuzamos kapcsolás fogalma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„Az alkatrészek külön ágakban kapcsolódnak a tápegységhez.”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• Minden fogyasztó saját áramúttal rendelkezik.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 feszültség minden ágon azonos.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Az áramok összeadódnak a csomópontokban.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Egy hiba nem állítja le a többi ágat.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Szakmai szókincs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Párhuzamos kapcsolás: Alkatrészek külön ágakban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Ág: Az áramkör önálló áramútja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Elágazási pont: Ahol az áram több irányba oszlik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Áramkör: Az elektromos áram zárt útja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Fogyasztó: Villamos energiát használó eszköz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Gyakorlat: Párhuzamos áramkör összeállítása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Eszközök: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Elem vagy tápegység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Kapcsolók (minden ágba egy)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2-3 LED vagy izzó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Vezetékek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Multiméter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1. Mérd meg a tápegység feszültségét!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2. Mérd meg az egyes ágakon a feszültséget!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3. Kapcsold ki az egyik ágat – mi történik?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4. Beszéljétek meg az eredményeket!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Hibakeresés párhuzamos áramkörben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Gyakori hibák: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Rosszul kötött elágazás (egyik ág nem működik)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Rövidzárlat az egyik ágban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Rosszul mért feszültség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Keresd meg a hibát az áramkörben!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Miért működik a másik ág továbbra is?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Mini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Készíts összehasonlító táblázatot!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📊 Jellemzők: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Áram útja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Feszültség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Áramerősség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Hiba hatása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Fényerő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Alkalmazás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Bemutatás a csoportnak: 3-5 perc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Összehasonlítás: Soros vs. Párhuzamos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Jellemző      | Soros           | Párhuzamos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--------------|-----------------|----------------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Áram útja     | Egyetlen út     | Több ág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Feszültség    | Megoszlik       | Azonos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Áramerősség   | Azonos          | Megoszlik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Hiba hatása   | Minden leáll    | Csak az az ág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Fényerő       | Halványabb      | Egyforma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Alkalmazás    | Füzérek, bizti  | Lakások, gépek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Hol találkozhatunk a párhuzamos kapcsolással?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🏠 Lakások világítási hálózata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🔌 Dugaszolóaljzatok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💻 Számítógépek belső áramkörei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🚗 Autók elektromos rendszere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💡 Érdekesség: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„A lakások világítási hálózata szinte kivétel nélkül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párhuzamos kapcsolású, ezért egy lámpa meghibásodása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nem kapcsolja le a többit.”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Tipikus tévhitek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❌ A párhuzamos kapcsolás mindig egyszerűbb.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Minden ágon ugyanakkora áram folyik.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Ha egy fogyasztó meghibásodik, minden leáll.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✅ Valójában: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Több vezeték szükséges (bonyolultabb).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Az áram az ellenállástól függően oszlik meg.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Csak az hibás ág áll 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Értékelés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A tanuló: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Megépíti a párhuzamos áramkört.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Lerajzolja szabványos jelölésekkel.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Elvégzi a szükséges méréseket.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Összehasonlítja a soros kapcsolással.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/>
              <a:t>Záró gondolat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ctr">
              <a:defRPr sz="2400"/>
            </a:pPr>
            <a:r>
              <a:rPr dirty="0"/>
              <a:t>„A jó szakember nemcsak azt tudja, hogyan kell bekötni</a:t>
            </a:r>
          </a:p>
          <a:p>
            <a:pPr algn="ctr">
              <a:defRPr sz="2400"/>
            </a:pPr>
            <a:r>
              <a:rPr dirty="0"/>
              <a:t>egy áramkört, hanem azt is, hogy miért éppen úgy kell bekötni.”</a:t>
            </a:r>
          </a:p>
          <a:p>
            <a:endParaRPr dirty="0"/>
          </a:p>
          <a:p>
            <a:pPr algn="ctr">
              <a:defRPr sz="2000"/>
            </a:pPr>
            <a:r>
              <a:rPr dirty="0"/>
              <a:t>— Ismeretlen szerző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Következő hét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13. hét: Vegyes kapcsolások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🔗 Amikor a soros és a párhuzamos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kapcsolás együtt jelenik meg.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600</Words>
  <Application>Microsoft Office PowerPoint</Application>
  <PresentationFormat>Diavetítés a képernyőre (4:3 oldalarány)</PresentationFormat>
  <Paragraphs>129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IAP – 9. évfolyam</vt:lpstr>
      <vt:lpstr>A hét célja</vt:lpstr>
      <vt:lpstr>Mit fogunk tudni a hét végére?</vt:lpstr>
      <vt:lpstr>Szemléltetés: Soros vs. Párhuzamos</vt:lpstr>
      <vt:lpstr>A párhuzamos kapcsolás fogalma</vt:lpstr>
      <vt:lpstr>Szakmai szókincs</vt:lpstr>
      <vt:lpstr>Gyakorlat: Párhuzamos áramkör összeállítása</vt:lpstr>
      <vt:lpstr>Hibakeresés párhuzamos áramkörben</vt:lpstr>
      <vt:lpstr>Mini projekt</vt:lpstr>
      <vt:lpstr>Összehasonlítás: Soros vs. Párhuzamos</vt:lpstr>
      <vt:lpstr>Hol találkozhatunk a párhuzamos kapcsolással?</vt:lpstr>
      <vt:lpstr>Tipikus tévhitek</vt:lpstr>
      <vt:lpstr>Értékelés</vt:lpstr>
      <vt:lpstr>Záró gondolat</vt:lpstr>
      <vt:lpstr>Következő hét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IAP – 9. évfolyam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2026-08-04T11:13:22Z</dcterms:modified>
  <cp:category/>
</cp:coreProperties>
</file>