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12.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400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INVERTÁLÓ 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23160"/>
            <a:ext cx="6858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DE9136"/>
                </a:solidFill>
                <a:latin typeface="Aptos"/>
              </a:defRPr>
            </a:pPr>
            <a:r>
              <a:t>NEM INVERTÁLÓ OP-AMP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74519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DE9136"/>
                </a:solidFill>
                <a:latin typeface="Aptos"/>
              </a:defRPr>
            </a:pPr>
            <a:r>
              <a:t>Av = -R₂/R₁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97180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3F8F68"/>
                </a:solidFill>
                <a:latin typeface="Aptos"/>
              </a:defRPr>
            </a:pPr>
            <a:r>
              <a:t>Av = 1 + R₂/R₁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06908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negatív visszacsatolás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Negatív visszacsatolás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Stabilabb és pontosabb működés.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pontos és stabil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TORZÍTÁS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kisebb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SÁVSZÉLESSÉG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nagyobb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STABILITÁS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jobb hőmérsékleti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Invertáló erősítő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jel a (-) bemenetre kerül.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invertáló (-)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-R₂/R₁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FÁZIS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180°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Invertáló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R1=10 kΩ • R2=100 kΩ • Ube=0,5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-10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Ube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0,5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Uki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-5 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Virtuális föld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Közel 0 V, de nem valódi föld.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U-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≈ 0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negatív visszacsatolás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GALVANIKUS KAPCSOLAT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nincs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Nem invertáló erősítő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jel a (+) bemenetre kerül.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nem invertáló (+)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 + R₂/R₁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FÁZIS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0°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Nem invertáló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R1=10 kΩ • R2=90 kΩ • Ube=0,5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Ube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0,5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Uki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5 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Összehasonlítás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két alapkapcsolás fő különbségei.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INVERTÁLÓ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180° • (-) bemenet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NEM INVERTÁLÓ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0° • (+) bemenet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KÖZÖS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negatív visszacsatolás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LM358 vagy LM741 alapkapcsolások.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kapcsolás összeállítása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Ube / Uki 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fázisfordítás megfigyelése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számított ↔ mért 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