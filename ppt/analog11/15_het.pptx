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583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KOMPARÁTOROK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E9136"/>
                </a:solidFill>
                <a:latin typeface="Aptos"/>
              </a:defRPr>
            </a:pPr>
            <a:r>
              <a:t>SCHMITT-TRIGGER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F8F68"/>
                </a:solidFill>
                <a:latin typeface="Aptos"/>
              </a:defRPr>
            </a:pPr>
            <a:r>
              <a:t>U+ &gt; U−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DE9136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794760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ANALÓG → DIGITÁLIS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van rá szükség?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Analóg jelből egyértelmű digitális állapot.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folyamatos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KOMPARÁTOR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küszöb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stabil állapot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komparátor működése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bemeneti feszültség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U+ &gt; U−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pozitív telítés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U+ &lt; U−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/ negatív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Uref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kapcsolási küszöb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Komparátor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Egyszerű és gyors küszöbérzékelés.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KÜSZÖB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figyelés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Schmitt-trigger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Pozitív visszacsatolás két küszöbbel.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FELSŐ KÜSZÖB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átkapcsolás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ALSÓ KÜSZÖB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visszakapcsolás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 két küszöb között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jó a hiszterézis?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Megakadályozza a zaj miatti kapcsolgatást.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billegtet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NYOMÓGOMB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pergésmentesítés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stabil digitális jel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bemeneti fokozatok fontos építőeleme.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induktív / kapacitív / foto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bemenet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MIKROVEZÉRLŐ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bemeneti fokozat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vagy LM393 vizsgálat.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komparátor felépítése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Uref potenciométerrel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Schmitt-trigger vizsgálat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összehasonlítás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analóg és digitális világ találkozása.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KOMPARÁTOR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két feszültséget hasonlít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SCHMITT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 zavarvédettség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16. hét: aktív szűrők.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ALULÁTERESZTŐ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SÁVÁTERESZTŐ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