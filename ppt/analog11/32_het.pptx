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32.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ADC • 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DE9136"/>
                </a:solidFill>
                <a:latin typeface="Aptos"/>
              </a:defRPr>
            </a:pPr>
            <a:r>
              <a:t>ANALÓG ↔ DIGITÁLIS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E9136"/>
                </a:solidFill>
                <a:latin typeface="Aptos"/>
              </a:defRPr>
            </a:pPr>
            <a:r>
              <a:t>0–10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828800"/>
            <a:ext cx="1280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→ ADC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18288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F8F68"/>
                </a:solidFill>
                <a:latin typeface="Aptos"/>
              </a:defRPr>
            </a:pPr>
            <a:r>
              <a:t>4095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2AAD2"/>
                </a:solidFill>
                <a:latin typeface="Aptos"/>
              </a:defRPr>
            </a:pPr>
            <a:r>
              <a:t>12 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3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MINTA • KVANTÁLÁS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lesz a 0–10 V-os jelből PLC-adat?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0–10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átalakítás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ADC és DAC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irány az analóg és digitális világ között.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→ digitális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digitális → analóg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alapelemek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Mintavételezés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ADC időpontokban vesz mintát.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IDŐKÖZ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minták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mintavétel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TÚL ALACSONY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torzítás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Kvantálás és felbontás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folytonos jel digitális szintekre kerül.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BITSZÁM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szintek száma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NAGYOBB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finomabb lépés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kvantálási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10 bit • 5 V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SZINTEK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TARTOMÁNY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LÉPÉS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4,88 mV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ADC/DAC az ipari rendszerekben.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I/O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ARDUINO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mikrokontroller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FREKIVÁLTÓ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intelligens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Potenciométer + multiméter + ADC.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ANALÓG 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ADC ÉRTÉK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 / Arduino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eltérés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Magyar büszkeség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Neumann János és a digitális számítástechnika.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NEUMANN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architektúra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számítástechnika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MAI RENDSZEREK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alapjai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0–10 V • 12 bites ADC • Ube=6,25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LÉPÉS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2,44 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6,25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2559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33. hét: érzékelők és jelkondicionálás.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T, p, I, 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JELILLESZTÉS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skálázás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és erősítés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