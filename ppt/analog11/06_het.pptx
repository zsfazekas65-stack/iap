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8288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IAP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68580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11. évfolyam • Analóg áramkörök • 6.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858000" cy="1417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Aptos"/>
              </a:defRPr>
            </a:pPr>
            <a:r>
              <a:t>FESZÜLTSÉG-</a:t>
            </a:r>
            <a:br/>
            <a:r>
              <a:t>ERŐSÍTÉS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37560"/>
            <a:ext cx="5486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400" b="1">
                <a:solidFill>
                  <a:srgbClr val="DE9136"/>
                </a:solidFill>
                <a:latin typeface="Aptos"/>
              </a:defRPr>
            </a:pPr>
            <a:r>
              <a:t>és a decibel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371600"/>
            <a:ext cx="3337560" cy="3337560"/>
          </a:xfrm>
          <a:prstGeom prst="roundRect">
            <a:avLst/>
          </a:prstGeom>
          <a:solidFill>
            <a:srgbClr val="1F4465"/>
          </a:solidFill>
          <a:ln>
            <a:solidFill>
              <a:srgbClr val="42A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691640"/>
            <a:ext cx="1005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Uki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1691640"/>
            <a:ext cx="6400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DE9136"/>
                </a:solidFill>
                <a:latin typeface="Aptos"/>
              </a:defRPr>
            </a:pPr>
            <a:r>
              <a:t>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691640"/>
            <a:ext cx="1005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743200"/>
            <a:ext cx="27432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Au = Uki / 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657600"/>
            <a:ext cx="27432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900" b="1">
                <a:solidFill>
                  <a:srgbClr val="42AAD2"/>
                </a:solidFill>
                <a:latin typeface="Aptos"/>
              </a:defRPr>
            </a:pPr>
            <a:r>
              <a:t>20×  ≈  26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A hét kérdése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Miért nem célszerű mindig a lehető legnagyobb erősítést megvalósítani?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ERŐSÍTÉS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nem önmagában cél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KAPCSOLÁS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az alkatrészek is meghatározzák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MÉRÉS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 valós eredményt ellenőrizzük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Feszültségerősítés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bemeneti és kimeneti feszültség aránya.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BEMENET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Ube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KÉPLET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Au = Uki / Ube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KIMENET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Uki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Példaszámítás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Ube = 100 mV, Uki = 2 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ÁTALAKÍTÁS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100 mV = 0,1 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SZÁMÍTÁS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2 / 0,1 =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EREDMÉNY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Au =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Mit jelent a decibel?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Logaritmikus mértékegység az erősítés kifejezésére.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KÉPLET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AdB = 20 × log10(Uki/Ube)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20-SZOROS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20 × log10(20)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EREDMÉNY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≈ 26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1.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Feszültségerősítés számítása.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ELMÉLET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Au meghatározása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PÉLDÁK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egyszerű számítások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GYAKORLAT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kézi számítás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2.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RC és RE hatása az erősítésre.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módosítás vizsgálata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SZIMULÁCIÓ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LTspice / Falstad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módosítás vizsgálata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3.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Valós mérés oszcilloszkóppal.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Ube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bemeneti amplitúdó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Uki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kimeneti amplitúdó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ÖSSZEHASONLÍTÁS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számított • szimulált • mért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Mit mutat az oszcilloszkóp?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100 mV bemenet és 2 V kimenet.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CH1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bemeneti jel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AMPLITÚDÓ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növekedés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CH2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kimeneti jel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Adatlap a gyakorlatban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forrás az LM358 adatlap vizsgálatát kéri.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554480"/>
            <a:ext cx="488289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TÁPFESZÜLTSÉG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39112"/>
            <a:ext cx="480974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tartomány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554480"/>
            <a:ext cx="488289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BEMENET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039112"/>
            <a:ext cx="480974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tartomány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611879"/>
            <a:ext cx="488289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SLEW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096511"/>
            <a:ext cx="480974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dinamika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611879"/>
            <a:ext cx="488289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GBW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4096511"/>
            <a:ext cx="480974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erősítési sávszélesség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IAP mérnöki munkamódszer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mérnöki munka hat egymásra épülő lépése.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kapcsolási rajz • kézi számítás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szimuláció • megépítés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5–6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mérés • dokumentálás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Laborfeladat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Mérj, módosíts, hasonlíts össze.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MÉRÉS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erősítés oszcilloszkóppal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MÓDOSÍTÁS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RC és 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KIÉRTÉKELÉS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szimuláció ↔ mérés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Házi feladat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Ube = 50 mV, Uki = 2,5 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47472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Analóg áramkörök • 6.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számítsd ki Au-t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7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számítsd ki AdB-t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645919"/>
            <a:ext cx="298094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0552"/>
            <a:ext cx="2907792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dokumentáld a lépéseket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42AAD2"/>
                </a:solidFill>
                <a:latin typeface="Aptos"/>
              </a:defRPr>
            </a:pPr>
            <a:r>
              <a:t>KÖVETKEZŐ HÉT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500" b="1">
                <a:solidFill>
                  <a:srgbClr val="FFFFFF"/>
                </a:solidFill>
                <a:latin typeface="Aptos"/>
              </a:defRPr>
            </a:pPr>
            <a:r>
              <a:t>7.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DE9136"/>
                </a:solidFill>
                <a:latin typeface="Aptos"/>
              </a:defRPr>
            </a:pPr>
            <a:r>
              <a:t>CSATOLÓ- ÉS EMITTER-ÁTHIDALÓ</a:t>
            </a:r>
            <a:br/>
            <a:r>
              <a:t>KONDENZÁTOROK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