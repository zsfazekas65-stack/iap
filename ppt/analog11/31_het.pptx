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31.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PRECÍZIÓS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DE9136"/>
                </a:solidFill>
                <a:latin typeface="Aptos"/>
              </a:defRPr>
            </a:pPr>
            <a:r>
              <a:t>EGYENIRÁNYÍTÓK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17520"/>
            <a:ext cx="6675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ÉS CSÚCSÉRTÉK-DETEKTOROK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E9136"/>
                </a:solidFill>
                <a:latin typeface="Aptos"/>
              </a:defRPr>
            </a:pPr>
            <a:r>
              <a:t>100 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28800"/>
            <a:ext cx="3657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828800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2AAD2"/>
                </a:solidFill>
                <a:latin typeface="Aptos"/>
              </a:defRPr>
            </a:pPr>
            <a:r>
              <a:t>0,7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1752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3F8F68"/>
                </a:solidFill>
                <a:latin typeface="Aptos"/>
              </a:defRPr>
            </a:pPr>
            <a:r>
              <a:t>OP-AMP + DIÓDA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977639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KIS JELEK PONTOSAN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Miért hibázik a hagyományos dióda 100 mV-os jelnél?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100 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DIÓDA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~0,7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PROBLÉMA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 elveszik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Precíziós egyenirányító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műveleti erősítő kompenzálja a dióda nyitófeszültségét.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visszacsatolás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DIÓDA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egyenirányítás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KIS JEL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mV tartomány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Csúcsérték-detektor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 legnagyobb értékének eltárolása.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DIÓDA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töltésirány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KONDENZÁTOR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tárolás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pontosság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Burkológörbe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változó amplitúdójú jel külső alakja.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demoduláció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REZGÉS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felügyelet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Precíziós egyenirányítás a méréstechnikában.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AC 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REZGÉS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felügyelet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elektronika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Hagyományos és precíziós kapcsolás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50-100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OSZCILLOSZKÓP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jelalak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CSÚCSDETEKTOR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tárolás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Ucs = 2 V szinuszjel.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CSÚCS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2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Ueff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1,414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DIÓDAHIBA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~0,7 V hatása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Magyar büszkeség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Simonyi Károly és a villamosmérnök-képzés.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MÉRNÖK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és fizikus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OKTATÁS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kiemelt szerep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ALAPMŰVEK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szakkönyvek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50 mV-5 V közötti AC jelek pontos mérése.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TARTOMÁNY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50 mV-5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PRECÍZIÓS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egyenirányító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INDOKLÁS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alkatrészválasztás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32. hét: ADC és DAC.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→ digitális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DAC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 → analóg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