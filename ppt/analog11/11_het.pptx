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11.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67665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MŰVELETI ERŐSÍTŐ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6032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400" b="1">
                <a:solidFill>
                  <a:srgbClr val="DE9136"/>
                </a:solidFill>
                <a:latin typeface="Aptos"/>
              </a:defRPr>
            </a:pPr>
            <a:r>
              <a:t>OP-AMP ALAPJAI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8046720" y="1508760"/>
            <a:ext cx="2743200" cy="3108960"/>
          </a:xfrm>
          <a:prstGeom prst="triangle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21031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3F8F68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32918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DE9136"/>
                </a:solidFill>
                <a:latin typeface="Aptos"/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743200"/>
            <a:ext cx="640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Uki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Mi a műveleti erősítő?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Integrált analóg erősítő nagy nyílthurkú erősítéssel.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Operational Amplifier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sok tranzisztor és félvezető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HASZNÁLAT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negatív visszacsatolással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Fő kivezetések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OP-AMP alapvető csatlakozásai.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nem invertáló 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invertáló bemenet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TÁP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+VCC és -VCC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Differenciálerősítés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két bemeneti feszültség különbségét erősíti.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KÜLÖNBSÉG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Ud = U+ - U-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A0 nagyon nagy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Uki = A0 × 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Nyílthurkú működés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Visszacsatolás nélkül már kis különbség is sok lehet.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A0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nagyon nagy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NÉHÁNY mV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7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is elegendő lehet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645919"/>
            <a:ext cx="2980944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30552"/>
            <a:ext cx="2907792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telítődés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Ideális és valós OP-AMP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elméleti modell és a valós alkatrész eltér.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∞ ↔ nagy, véges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Rbe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∞ ↔ nagy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Rki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0 ↔ kicsi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SÁVSZÉL / OFSZET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∞ / 0 ↔ korlátozott / kicsi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Gyakorlati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Mérés-, vezérlés- és szabályozástechnika.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jelkondicionálás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bemenet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HANGTECHNIKA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analóg feldolgozás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MÉRŐMŰSZER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labor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Laboratóriumi gyakorlat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LM741 vagy LM358 alapvizsgálata.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lábkiosztás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adatlap paraméterei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táp helyes bekötése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kimeneti telítődés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11. hét kulcspontjai.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11.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DIFFERENCIÁL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U+ - U-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554480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NAGY A0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039112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visszacsatolás kell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IDEÁLIS ≠ VALÓS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fontos eltérések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3611879"/>
            <a:ext cx="4882896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96511"/>
            <a:ext cx="4809744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alapvető analóg építőelem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