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28.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67665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MŰVELETI ERŐSÍTŐS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67665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100" b="1">
                <a:solidFill>
                  <a:srgbClr val="DE9136"/>
                </a:solidFill>
                <a:latin typeface="Aptos"/>
              </a:defRPr>
            </a:pPr>
            <a:r>
              <a:t>ERŐSÍTŐKAPCSOLÁSOK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25880"/>
            <a:ext cx="3566160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2926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42AAD2"/>
                </a:solidFill>
                <a:latin typeface="Aptos"/>
              </a:defRPr>
            </a:pPr>
            <a:r>
              <a:t>INVERTÁLÓ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423160"/>
            <a:ext cx="2926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A = −R₂/R₁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246120"/>
            <a:ext cx="2926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E9136"/>
                </a:solidFill>
                <a:latin typeface="Aptos"/>
              </a:defRPr>
            </a:pPr>
            <a:r>
              <a:t>NEM INVERTÁLÓ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840480"/>
            <a:ext cx="2926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A = 1 + R₂/R₁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Hogyan lesz néhány millivoltból PLC-kompatibilis jel?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kis 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ERŐSÍTŐ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illesztés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PLC / MŰSZER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feldolgozható jel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Invertáló erősítő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kimeneti jel polaritása megfordul.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A=−R₂/R₁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PÉLDA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10 kΩ / 100 kΩ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−10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Nem invertáló erősítő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jel polaritása változatlan marad.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KÉPLET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A=1+R₂/R₁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 impedancia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jó illesztés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Negatív visszacsatolás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pontosság és stabilitás alapja.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TORZÍTÁS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csökken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STABILITÁS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javul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SÁVSZÉLESSÉG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pontosabb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Gyakorlati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erősítőkapcsolások ipari jelutak részei.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MÉRŐERŐSÍTŐ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bemenet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illesztés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ROBOTIKA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jelfeldolgozás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LM358 vagy LM324.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INVERTÁLÓ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építés és 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NEM INVERTÁLÓ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építés és 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 TÉNYLEGES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Uki/Ube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R₁=2 kΩ • R₂=18 kΩ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INVERTÁLÓ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A=−9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NEM INVERTÁLÓ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A=10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laborban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Magyar büszkeség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Jedlik Ányos és a magyar villamosságtan.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JEDLIK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úttörő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ELEKTROMÁGNESES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gépek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MÉRNÖKI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gondolkodás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15 mV → 3 V nyúlásmérő jel.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15 mV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3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TERVEZÉS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 és R₂/R₁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Előzetes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29. hét: összegző, kivonó és differenciálerősítő.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28.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ÖSSZEGZŐ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jelek összeadása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KIVONÓ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jelek különbsége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DIFFERENCIA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ipari mérés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