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D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6858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11. évfolyam • Analóg áramkörök • 26.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45920"/>
            <a:ext cx="658368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MŰVELETI ERŐSÍTŐK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423160"/>
            <a:ext cx="64008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400" b="1">
                <a:solidFill>
                  <a:srgbClr val="DE9136"/>
                </a:solidFill>
                <a:latin typeface="Aptos"/>
              </a:defRPr>
            </a:pPr>
            <a:r>
              <a:t>A GYAKORLATBAN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325880"/>
            <a:ext cx="3566160" cy="3840480"/>
          </a:xfrm>
          <a:prstGeom prst="roundRect">
            <a:avLst/>
          </a:prstGeom>
          <a:solidFill>
            <a:srgbClr val="1F4465"/>
          </a:solidFill>
          <a:ln>
            <a:solidFill>
              <a:srgbClr val="42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737360"/>
            <a:ext cx="2926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700" b="1">
                <a:solidFill>
                  <a:srgbClr val="42AAD2"/>
                </a:solidFill>
                <a:latin typeface="Aptos"/>
              </a:defRPr>
            </a:pPr>
            <a:r>
              <a:t>LM358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743200"/>
            <a:ext cx="12801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3F8F68"/>
                </a:solidFill>
                <a:latin typeface="Aptos"/>
              </a:defRPr>
            </a:pPr>
            <a:r>
              <a:t>KÖVETŐ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2743200"/>
            <a:ext cx="3657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2743200"/>
            <a:ext cx="14173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E9136"/>
                </a:solidFill>
                <a:latin typeface="Aptos"/>
              </a:defRPr>
            </a:pPr>
            <a:r>
              <a:t>KOMPARÁTOR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3977639"/>
            <a:ext cx="31089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0-10 V → 6 V küszöb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A hét célja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Két alapvető gyakorlati OP-AMP alkalmazás.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KÖVETŐ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pufferkapcsolás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KOMPARÁTOR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feszültség-összehasonlítás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LM358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labor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Biztonsági perc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Bekapcsolás előtt három ellenőrzés.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POLARITÁS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tápfeszültség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FÖLDELÉS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közös referencia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RÖVIDZÁR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bekötés ellenőrzése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Feszültségkövető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kimenet az invertáló bemenetre csatolódik vissza.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ERŐSÍTÉS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≈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BEMENET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nagy impedancia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KIMENET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kis impedancia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Komparátor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Két feszültség összehasonlítása.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U+ &gt; U-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magas kimenet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U+ &lt; U-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alacsony kimenet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Uref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kapcsolási küszöb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Gyakorlati alkalmazások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Az OP-AMP sok ipari jelútban megjelenik.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analóg bemenet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TERMOSZTÁT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küszöb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SZINT / FÉNY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érzékelés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AKKUFIGYELŐ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felügyelet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Labor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LM358 követő és komparátor.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Ube és Uki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REFERENCIA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beállított küszöb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kapcsolási állapot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Számítási példa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Uref = 5 V • Ube = 3,2 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3,2 V &lt; 5 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összehasonlítás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KIMENET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alacsony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nem világít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Mérnökök nyomában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Bob Widlar és az integrált analóg elektronika.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BOB WIDLAR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úttörő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OP-AMP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fejlesztések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SZABÁLYOZÓ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fejlesztések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IAP Mesterfeladat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0-10 V érzékelőjel, 6 V-os küszöb.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6 V FELETT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LED BE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6 V ALATT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LED KI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FELADAT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komparátor tervezése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Előzetes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27. hét: aktív szűrők műveleti erősítőkkel.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ALULÁTERESZTŐ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szűrés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FELÜLÁTERESZTŐ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szűrés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SÁVSZŰRŐ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ipari jelfeldolgozás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