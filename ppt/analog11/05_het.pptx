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ANA-005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7724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 TRANZISZTOR</a:t>
            </a:r>
            <a:br/>
            <a:r>
              <a:t>MUNKAPONTJÁNAK BEÁLLÍTÁSA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680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Miért torzít az erősítő, és hogyan előzhetjük meg?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munkapont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helyes Q-pont biztosítja a lineáris, torzításmentes erősítést.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Q-PONT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nyugalmi üzemi állapot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AKTÍV 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lineáris erősítés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TORZÍTÁS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hibás munkapont következménye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Három üzemi állapot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Aktív tartomány • telítés • lezárás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LEZÁRÁS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tranzisztor nem vezet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lineáris erősítés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TELÍTÉS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teljesen kinyit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Munkapont és aktív tartomány.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JELLEGGÖRBE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Q-pont ábrázolása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AKTÍV 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helyes működés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HATÁROK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lezárás és telítés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Előfeszítő hálózatok és egyszerű számítás.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ELLENÁLLÁSOK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munkapont beállítása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ELŐFESZÍTÉS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nyugalmi állapot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várható értékek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Munkapont mérése és torzítás 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UB • 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UC • 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JELALAK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összehasonlítás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Clipping az oszcilloszkópon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Helyes, túl alacsony és túl magas munkapont.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HELYES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szimmetrikus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TÚL ALACSONY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levágás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TÚL MAGAS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levágás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Hibakereséskor a munkaponti feszültségek mérése az első vizsgálatok egyike.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UB • UE • UC • UCE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gyors állapotfelmérés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üzemállapot felismerése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Adatlap - BC557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munkapontot a tranzisztor határértékein belül kell tartani.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üzemi 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kollektoráram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áramerősítés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Ptot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disszipáció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TO-92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tokozás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Tervezői gondolkodás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stabilizál az emitterellenállás?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RE NŐ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negatív visszacsatolás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STABILITÁS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javul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csökkenhet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IAP mérnöki munkamódszer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Ugyanaz a hatlépéses folyamat minden laborban.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rajzelemzés + kézi számítás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szimuláció + megépítés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 + dokumentálás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Mérési összehasonlítás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Számított • szimulált • mért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UB • UE • 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UCE • 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üzemállapot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erősítés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Módosíts, mérj, hasonlíts össze.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ELLENÁLLÁS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módosítás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SZIMULÁCIÓ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összevetés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eredmények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Moodle és házi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Munkapont-számítás és jelalak-elemzés.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ANA-005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10 teszt • 3 számítás • 2 jelalak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HÁZI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közös emitteres erősítő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számított • szimulált • mért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A KÖZÖS EMITTERES ERŐSÍTŐ</a:t>
            </a:r>
            <a:br/>
            <a:r>
              <a:t>FESZÜLTSÉGERŐSÍTÉSE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