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D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68580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11. évfolyam • Analóg áramkörök • 34.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64008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ptos"/>
              </a:defRPr>
            </a:pPr>
            <a:r>
              <a:t>HIBAKERESÉS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468880"/>
            <a:ext cx="66751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900" b="1">
                <a:solidFill>
                  <a:srgbClr val="DE9136"/>
                </a:solidFill>
                <a:latin typeface="Aptos"/>
              </a:defRPr>
            </a:pPr>
            <a:r>
              <a:t>ANALÓG ÁRAMKÖRÖKBEN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325880"/>
            <a:ext cx="3749039" cy="3840480"/>
          </a:xfrm>
          <a:prstGeom prst="roundRect">
            <a:avLst/>
          </a:prstGeom>
          <a:solidFill>
            <a:srgbClr val="1F4465"/>
          </a:solidFill>
          <a:ln>
            <a:solidFill>
              <a:srgbClr val="42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09560" y="1737360"/>
            <a:ext cx="32004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42AAD2"/>
                </a:solidFill>
                <a:latin typeface="Aptos"/>
              </a:defRPr>
            </a:pPr>
            <a:r>
              <a:t>TÁP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2194560"/>
            <a:ext cx="914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2651760"/>
            <a:ext cx="3383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3F8F68"/>
                </a:solidFill>
                <a:latin typeface="Aptos"/>
              </a:defRPr>
            </a:pPr>
            <a:r>
              <a:t>BEMENET → ERŐSÍTŐ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3246120"/>
            <a:ext cx="9144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3703320"/>
            <a:ext cx="3383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DE9136"/>
                </a:solidFill>
                <a:latin typeface="Aptos"/>
              </a:defRPr>
            </a:pPr>
            <a:r>
              <a:t>SZŰRŐ → ADC → PLC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A világ nagy kérdése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Találgatás vagy mérés?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HIBAJELENSÉG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azonosítás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bizonyíték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megtalálása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Módszeres sorrend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hibakeresés lépései.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Szemrevételezés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Tápfeszültség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Jelkövetés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Dokumentálás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Mérőműszerek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megfelelő műszer a megfelelő kérdéshez.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MULTIMÉTER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U • R • folytonosság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OSZCILLOSZKÓP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jelalak • f • zaj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MÉRÉSI PONT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tudatos választás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Gyakori analóg hibák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Tipikus hibaforrások.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VEZETÉK / KONTAKT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szakadás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R / C / DIÓDA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alkatrészhiba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OP-AMP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hibás fokozat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TÁP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zaj / hiba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Jelkövetési stratégia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hiba helyének gyors szűkítése.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TÁP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rendben?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BEMENET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39112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megvan?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ERŐSÍTŐ + SZŰRŐ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helyes?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474720"/>
            <a:ext cx="52120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3611879"/>
            <a:ext cx="493776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ADC → PLC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096511"/>
            <a:ext cx="484632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eljut?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Labor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Előre hibásra kialakított analóg panel.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LOKALIZÁLÁS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méréssel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JEGYZŐKÖNYV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értékek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JAVÍTÁS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javaslat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Diagnosztikai példa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Bemenetek 2,5 V • táp ±15 V • kimenet 0 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TÁP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mérd meg az IC-n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KIMENET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terhelés / zárlat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OP-AMP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állapot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Műhelytitok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A hiba nem mindig ott jelentkezik, ahol keletkezik.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TÜNET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látható hely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JELÚT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végigkövetés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valódi hibahely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IAP Mérnöki kihívás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4–20 mA-es mérőlánc mindig 12 mA.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SZENZOR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ellenőrzés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HUROK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áram és táp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DE9136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bemenet / skálázás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22D48"/>
                </a:solidFill>
                <a:latin typeface="Aptos"/>
              </a:defRPr>
            </a:pPr>
            <a:r>
              <a:t>Előzetes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69848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37380"/>
                </a:solidFill>
                <a:latin typeface="Aptos"/>
              </a:defRPr>
            </a:pPr>
            <a:r>
              <a:t>35. hét: komplett ipari mérőlánc tervezése.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22D48"/>
                </a:solidFill>
                <a:latin typeface="Aptos"/>
              </a:defRPr>
            </a:pPr>
            <a:r>
              <a:t>IAP • Analóg áramkörök • 34.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28232"/>
            <a:ext cx="411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3738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B78B8"/>
                </a:solidFill>
                <a:latin typeface="Aptos"/>
              </a:defRPr>
            </a:pPr>
            <a:r>
              <a:t>ÉRZÉKELŐ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bemenet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42AAD2"/>
                </a:solidFill>
                <a:latin typeface="Aptos"/>
              </a:defRPr>
            </a:pPr>
            <a:r>
              <a:t>JELKONDICIONÁLÁS + ADC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feldolgozás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1508760"/>
            <a:ext cx="3310128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C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2" y="1645919"/>
            <a:ext cx="3035808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F8F68"/>
                </a:solidFill>
                <a:latin typeface="Aptos"/>
              </a:defRPr>
            </a:pPr>
            <a:r>
              <a:t>PLC • HMI • SZABÁLYOZÁS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130552"/>
            <a:ext cx="2944368" cy="2377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243441"/>
                </a:solidFill>
                <a:latin typeface="Aptos"/>
              </a:defRPr>
            </a:pPr>
            <a:r>
              <a:t>rendszer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