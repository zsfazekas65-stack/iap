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9.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400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ptos"/>
              </a:defRPr>
            </a:pPr>
            <a:r>
              <a:t>ELSŐRENDŰ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6400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4000" b="1">
                <a:solidFill>
                  <a:srgbClr val="DE9136"/>
                </a:solidFill>
                <a:latin typeface="Aptos"/>
              </a:defRPr>
            </a:pPr>
            <a:r>
              <a:t>RC-SZŰRŐK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325880"/>
            <a:ext cx="3611880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1097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42AAD2"/>
                </a:solidFill>
                <a:latin typeface="Aptos"/>
              </a:defRPr>
            </a:pPr>
            <a:r>
              <a:t>LPF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1828800"/>
            <a:ext cx="731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DE9136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1828800"/>
            <a:ext cx="1097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3F8F68"/>
                </a:solidFill>
                <a:latin typeface="Aptos"/>
              </a:defRPr>
            </a:pPr>
            <a:r>
              <a:t>HPF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154680"/>
            <a:ext cx="28346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fc = 1/(2πRC)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977639"/>
            <a:ext cx="1463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DE9136"/>
                </a:solidFill>
                <a:latin typeface="Aptos"/>
              </a:defRPr>
            </a:pPr>
            <a:r>
              <a:t>-3 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szűrők szerepe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jelek frekvencia szerinti szelektálása.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ZAJ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eltávolítható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TARTOMÁNY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kiemelhető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TARTOMÁNY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csillapítható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Szűrőtípusok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Négy alapvető csoport.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LPF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aluláteresztő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HPF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felüláteresztő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BPF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sáváteresztő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BSF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sávzáró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Aluláteresztő RC-szűrő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alacsony frekvenciákat átengedi.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KIS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átengedi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NAGY 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csillapítja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 kondenzátoron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Határfrekvencia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szűrő egyik legfontosabb jellemzője.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KÉPLET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fc = 1/(2πRC)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PÉLDA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1 kΩ + 100 nF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EREDMÉNY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fc ≈ 1592 Hz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-3 dB-es pont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határfrekvencián jelentkezik.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fc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határfrekvencia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-3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erősítés csökken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KAPCSOLAT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Bode-diagram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Felüláteresztő RC-szűrő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magas frekvenciákat átengedi.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KIS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csillapítja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NAGY 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átengedi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az ellenálláson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LPF vs HPF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Egymással ellentétes működés.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LPF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kis f → át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HPF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kis f → csillapít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fc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mindkettőnél fontos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Laboratóriumi gyakorlat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Mérés függvénygenerátorral és oszcilloszkóppal.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LPF + HPF összeállítás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 változtatása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Ube / Uki mérés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fc + Bode-vázlat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Gyakorlati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RC-szűrők sok helyen megjelennek.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TÁPEGYSÉG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zavarszűrés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bemenet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jelkezelés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ADC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mikrovezérlő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