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858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Analóg áramkörök • 33.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6400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ptos"/>
              </a:defRPr>
            </a:pPr>
            <a:r>
              <a:t>ÉRZÉKELŐK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68880"/>
            <a:ext cx="66751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100" b="1">
                <a:solidFill>
                  <a:srgbClr val="DE9136"/>
                </a:solidFill>
                <a:latin typeface="Aptos"/>
              </a:defRPr>
            </a:pPr>
            <a:r>
              <a:t>ÉS JELKONDICIONÁLÁS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325880"/>
            <a:ext cx="3749039" cy="3840480"/>
          </a:xfrm>
          <a:prstGeom prst="roundRect">
            <a:avLst/>
          </a:prstGeom>
          <a:solidFill>
            <a:srgbClr val="1F4465"/>
          </a:solidFill>
          <a:ln>
            <a:solidFill>
              <a:srgbClr val="42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9560" y="1737360"/>
            <a:ext cx="3200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42AAD2"/>
                </a:solidFill>
                <a:latin typeface="Aptos"/>
              </a:defRPr>
            </a:pPr>
            <a:r>
              <a:t>FIZIKAI JEL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2240280"/>
            <a:ext cx="914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743200"/>
            <a:ext cx="3383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3F8F68"/>
                </a:solidFill>
                <a:latin typeface="Aptos"/>
              </a:defRPr>
            </a:pPr>
            <a:r>
              <a:t>ÉRZÉKELŐ → ADC → PLC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3337560"/>
            <a:ext cx="914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3840480"/>
            <a:ext cx="3200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DE9136"/>
                </a:solidFill>
                <a:latin typeface="Aptos"/>
              </a:defRPr>
            </a:pPr>
            <a:r>
              <a:t>HMI • KEZELŐ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 világ nagy kérdése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Hogyan lesz a fizikai mennyiségből digitális adat?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FIZIKAI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mennyiség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ÉRZÉKELŐ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villamos jel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KONDICIONÁLÁS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feldolgozható jel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Jelkondicionálás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nyers érzékelőjel előkészítése.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ERŐSÍTÉS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jelszint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SZŰRÉS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zajcsökkentés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ILLESZTÉS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skálázás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LEVÁLASZTÁS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szükség esetén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Gyakori érzékelők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Ipari fizikai mennyiségek villamos érzékelése.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HŐMÉRSÉKLET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Pt100 • NTC • termoelem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NYOMÁS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piezorezisztív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ÁRAM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Hall • sönt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FESZÜLTSÉG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osztó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 teljes mérőlánc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mérés nem egyetlen érzékelőből áll.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Érzékelő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Műszererősítő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Szűrő + ADC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PLC → HMI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Számítási 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0–10 bar • 0–10 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KIMENET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6,5 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SKÁLÁZÁS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1 V/bar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NYOMÁS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6,5 bar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Labor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jel követése a teljes mérőláncon.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NYERS JEL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érzékelő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ERŐSÍTETT / SZŰRT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DIGITÁLIS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PLC / Arduino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Gyakorlati alkalmazások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Érzékelők minden automatizált rendszerben.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ÉPÜLET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felügyelet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TARTÁLY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szintmérés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KAZÁN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szabályozás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ROBOTIKA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automatizálás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Műhelytitok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mérési hiba gyakran nem az érzékelőben van.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KÁBELEZÉS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hiba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ÁRNYÉKOLÁS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zavarvédelem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JELKONDICIONÁLÁS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kritikus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IAP Mesterfeladat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0–16 bar teljes ipari mérőlánc.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SZENZOR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0–16 bar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ERŐSÍTŐ + SZŰRŐ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jelkondicionálás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12 BIT ADC → PLC → HMI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teljes lánc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Előzetes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34. hét: hibakeresés analóg áramkörökben.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MULTIMÉTER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OSZCILLOSZKÓP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jelalak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JELKÖVETÉS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hibakeresés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