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29.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6583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ÖSSZEGZŐ • KIVONÓ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67665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100" b="1">
                <a:solidFill>
                  <a:srgbClr val="DE9136"/>
                </a:solidFill>
                <a:latin typeface="Aptos"/>
              </a:defRPr>
            </a:pPr>
            <a:r>
              <a:t>DIFFERENCIÁLERŐSÍTŐ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2AAD2"/>
                </a:solidFill>
                <a:latin typeface="Aptos"/>
              </a:defRPr>
            </a:pPr>
            <a:r>
              <a:t>WHEATSTONE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8892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DE9136"/>
                </a:solidFill>
                <a:latin typeface="Aptos"/>
              </a:defRPr>
            </a:pPr>
            <a:r>
              <a:t>18 mV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788920"/>
            <a:ext cx="1554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→ ERŐSÍTŐ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278892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3F8F68"/>
                </a:solidFill>
                <a:latin typeface="Aptos"/>
              </a:defRPr>
            </a:pPr>
            <a:r>
              <a:t>0–10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977639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KÖZÖS ZAJ Elnyomás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Néhány millivolt különbségből pontos tömegmérés.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NYÚLÁSMÉRŐ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KÜLÖNBSÉG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mérendő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ERŐSÍTŐ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Három kapcsolás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Más-más jelfeldolgozási feladat.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ÖSSZEGZŐ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jelek egyesítése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KIVONÓ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két jel különbsége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DIFFERENCIA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különbség erősítése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Differenciális mérés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hasznos különbség kiemelése.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KÉT BEMENET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U1 és U2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KÜLÖNBSÉG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hasznos jel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KÖZÖS ZAJ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elnyomás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Wheatstone-híd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Nyúlásmérők és ipari érzékelők alapkapcsolása.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HÍD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feszültség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DIFFERENCIA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hídkimenet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ERŐSÍTŐ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PLC-illesztés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U1=2,1 V • U2=2,0 V • A=100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KÜLÖNBSÉG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0,1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10 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Összegző és differenciálerősítő.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BEMENETEK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ZAJ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hatás vizsgálata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Gyakorlati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Differenciális mérés az iparban.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MÉRLEG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tömegmérés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NYOMÁS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bemenet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ORVOSTECHNIKA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jelek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Nem mindig a nagyobb erősítés a megoldás.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ZAJ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hibaforrás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DIFFERENCIÁLIS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jobb 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ÁRNYÉKOLÁS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zajcsökkentés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18 mV Wheatstone-híd → 0–10 V PLC.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HÍD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18 mV max.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10 V max.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FELADAT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erősítés + kapcsolás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Előzetes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30. hét: műszererősítők.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INSTRUMENTATION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Amplifier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CMRR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PRECÍZIÓS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ipari mérés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