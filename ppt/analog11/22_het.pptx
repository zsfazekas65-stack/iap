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22.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6400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"/>
              </a:defRPr>
            </a:pPr>
            <a:r>
              <a:t>SÁVSZŰRŐK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560320"/>
            <a:ext cx="6858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DE9136"/>
                </a:solidFill>
                <a:latin typeface="Aptos"/>
              </a:defRPr>
            </a:pPr>
            <a:r>
              <a:t>CSAK A HASZNOS FREKVENCIASÁV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7315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42AAD2"/>
                </a:solidFill>
                <a:latin typeface="Aptos"/>
              </a:defRPr>
            </a:pPr>
            <a:r>
              <a:t>f₁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1828800"/>
            <a:ext cx="1645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3F8F68"/>
                </a:solidFill>
                <a:latin typeface="Aptos"/>
              </a:defRPr>
            </a:pPr>
            <a:r>
              <a:t>PASS BAND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828800"/>
            <a:ext cx="7315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42AAD2"/>
                </a:solidFill>
                <a:latin typeface="Aptos"/>
              </a:defRPr>
            </a:pPr>
            <a:r>
              <a:t>f₂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DE9136"/>
                </a:solidFill>
                <a:latin typeface="Aptos"/>
              </a:defRPr>
            </a:pPr>
            <a:r>
              <a:t>B = f₂ - f₁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977639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f₀ = √(f₁·f₂)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hét célja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sávszűrő legfontosabb fogalmai.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f₁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alsó határfrekvencia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f₂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felső határfrekvencia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B és f₀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sávszélesség + középfrekvencia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Hogyan épül fel?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Felüláteresztő és aluláteresztő kombinációja.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HPF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alsó frekvenciák csillapítása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LPF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felső frekvenciák csillapítása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SÁVSZŰRŐ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köztes tartomány átengedése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Fontos összefüggések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Két alapképlet.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SÁVSZÉLESSÉG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 = f₂ - f₁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KÖZÉPFREKVENCIA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f₀ = √(f₁·f₂)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FIGYELEM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nem számtani átlag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f₁ = 300 Hz • f₂ = 3000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2700 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f₀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≈ 949 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TARTOMÁNY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300...3000 Hz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3 órás felépítés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Elmélet, számítás és alkalmazás.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1. ÓRA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felépítés + karakterisztika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2. ÓRA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számítás + labor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3. ÓRA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alkalmazások + ellenőrzés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RC sávszűrő átviteli görbéje.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Uki több frekvencián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GÖRBE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átviteli karakterisztika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KIÉRTÉKELÉS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f₁ • f₂ • B • f₀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Hol használjuk?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frekvenciaválasztás sok területen fontos.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RÁDIÓ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csatornaválasztás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HANGTECHNIKA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frekvenciasávok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AUTOMATIZÁLÁS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jelfeldolgozás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MÉRÉSTECHNIKA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hasznos jel kiválasztása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Gyakori hibák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Három tipikus tévedés.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f₁ ↔ f₂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felcserélés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f₀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számtani átlag használata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hibás értelmezés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Előretekintés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23. hét: aktív szűrők.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OP-AMP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aktív elem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SZŰRÉS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frekvenciaszelektív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egy áramkörben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