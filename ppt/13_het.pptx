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858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Analóg áramkörök • 13.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6400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500" b="1">
                <a:solidFill>
                  <a:srgbClr val="FFFFFF"/>
                </a:solidFill>
                <a:latin typeface="Aptos"/>
              </a:defRPr>
            </a:pPr>
            <a:r>
              <a:t>SPECIÁLIS OP-AMP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514600"/>
            <a:ext cx="6400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800" b="1">
                <a:solidFill>
                  <a:srgbClr val="DE9136"/>
                </a:solidFill>
                <a:latin typeface="Aptos"/>
              </a:defRPr>
            </a:pPr>
            <a:r>
              <a:t>KAPCSOLÁSOK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25880"/>
            <a:ext cx="3566160" cy="3840480"/>
          </a:xfrm>
          <a:prstGeom prst="roundRect">
            <a:avLst/>
          </a:prstGeom>
          <a:solidFill>
            <a:srgbClr val="1F4465"/>
          </a:solidFill>
          <a:ln>
            <a:solidFill>
              <a:srgbClr val="42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783080"/>
            <a:ext cx="2926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42AAD2"/>
                </a:solidFill>
                <a:latin typeface="Aptos"/>
              </a:defRPr>
            </a:pPr>
            <a:r>
              <a:t>BUFFER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2560320"/>
            <a:ext cx="1188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400" b="1">
                <a:solidFill>
                  <a:srgbClr val="DE9136"/>
                </a:solidFill>
                <a:latin typeface="Aptos"/>
              </a:defRPr>
            </a:pPr>
            <a:r>
              <a:t>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520440"/>
            <a:ext cx="2926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3F8F68"/>
                </a:solidFill>
                <a:latin typeface="Aptos"/>
              </a:defRPr>
            </a:pPr>
            <a:r>
              <a:t>U₂ - U₁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Technikatörténeti kitekintés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Az OP-AMP az analóg számítógépek világából indult.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1940-ES ÉVEK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analóg számítógépek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MŰVELETEK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+, -, integrálás, differenciálás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µA741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klasszikus oktatási típus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Feszültségkövető - Buffer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Impedanciaillesztés erősítés nélkül.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Av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BEMENET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nagy ellenállás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KIMENET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kis ellenállás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Buffer alkalmazások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jel leválasztása és illesztése.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ÉRZÉKELŐ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jelillesztés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analóg bemenet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MÉRŐMŰSZER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leválasztás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FREKVENCIAVÁLTÓ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analóg jel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Összegző erősítő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Több analóg bemenet egyesítése.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KÉPLET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Uki=-(U1+U2+U3)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PÉLDA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1+2+0,5 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KIMENET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-3,5 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Összegző alkalmazások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Több jelből egy eredő jel.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AUDIO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keverők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REFERENCIA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jelképzés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SZABÁLYOZÁS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analóg szabályozók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Differenciálerősítő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két bemenet különbségét erősíti.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KÉPLET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Uki = U2 - U1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PÉLDA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4 - 2,5 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KIMENET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1,5 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Differenciálerősítő alkalmazások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Kis különbségi jelek feldolgozása.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WHEATSTONE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híd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NYÚLÁSMÉRŐ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bélyeg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SÖNT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árammérés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MŰSZEREZÉS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erősítő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Laboratóriumi gyakorlat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Három speciális OP-AMP kapcsolás.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buffer összeállítása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összegző több bemenettel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differenciál mérés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számított ↔ mért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Három fontos speciális kapcsolás.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BUFFER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impedanciaillesztés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ÖSSZEGZŐ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jelek egyesítése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DIFFERENCIÁL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jelek különbsége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