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30. hét • Fázisjavítás a gyakorlatban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Kompenzálás méretezése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Kondenzátorteljesítmény meghatározása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Eredmény ellenőrzése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Miért javítunk fázist?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Induktív fogyasztóknál meddőteljesítmény-igény jelentkezik.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Rossz cos φ mellett ugyanazon P-hez nagyobb áram tartozik.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kompenzálás csökkenti a hálózat meddőterhelését.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 teljesítményháromszög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 - aktív teljesítmény [kW]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Q - meddőteljesítmény [kvar]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S - látszólagos teljesítmény [kVA]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47A1"/>
                </a:solidFill>
              </a:defRPr>
            </a:pPr>
            <a:r>
              <a:t>S² = P² + Q²   •   cos φ = P/S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Kompenzálás méretezése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φ1: kezdeti fázisszög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φ2: kívánt fázisszög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Qc: szükséges kapacitív meddőteljesítmény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47A1"/>
                </a:solidFill>
              </a:defRPr>
            </a:pPr>
            <a:r>
              <a:t>Qc = P · (tan φ1 - tan φ2)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Számítási példa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 = 20 kW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cos φ1 = 0,70 → tan φ1 ≈ 1,020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cos φ2 = 0,95 → tan φ2 ≈ 0,329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Qc ≈ 13,8 kvar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Mit nyerünk?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Kisebb hálózati áram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Kisebb vezetékveszteség és feszültségesés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Jobb hálózati kapacitáskihasználás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Az aktív energiaigény ettől nem tűnik 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Kompenzálási módok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Egyedi: egy fogyasztó mellett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Csoportos: fogyasztócsoporthoz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Központi: automatikus kondenzátorfokozatok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Túlkompenzálás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túl nagy kondenzátorteljesítmény kapacitív üzemet okozhat.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Változó terheléshez fokozatos automatikus szabályozás célszerű.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Nem a 'minél több kondenzátor, annál jobb' elv érvényesül.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Áramcsökkenés példája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 = 20 kW, U = 400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cos φ = 0,70 → I ≈ 41,2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cos φ = 0,95 → I ≈ 30,4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47A1"/>
                </a:solidFill>
              </a:defRPr>
            </a:pPr>
            <a:r>
              <a:t>I = P / (√3 · U · cos φ)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 = 30 kW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cos φ1 = 0,80; tan φ1 ≈ 0,75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cos φ2 = 0,95; tan φ2 ≈ 0,329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Qc ≈ 12,6 kvar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47A1"/>
                </a:solidFill>
              </a:defRPr>
            </a:pPr>
            <a:r>
              <a:t>Qc = 30 · (0,75 - 0,329)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 25-30. heti témakör összegzése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P, Q, S és cos φ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Fázisjavítás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Háromfázisú rendszerek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Szimmetrikus/aszimmetrikus terhelés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Teljesítménymérés és kompenzálás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