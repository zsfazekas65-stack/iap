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11. hét • A mágneses tér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3. témakör • Mágneses tér • 10 óra • 31-33.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76D2"/>
                </a:solidFill>
                <a:latin typeface="DejaVu Sans"/>
              </a:defRPr>
            </a:pPr>
            <a:r>
              <a:t>Pólusoktól</a:t>
            </a:r>
            <a:br/>
            <a:r>
              <a:t>a mágneses fluxusig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0624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96912" y="1773936"/>
            <a:ext cx="387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Kulcsmennyiségek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912" y="2212848"/>
            <a:ext cx="38770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B • mágneses indukció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429000"/>
            <a:ext cx="4206240" cy="1463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3557016"/>
            <a:ext cx="387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Fluxus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3995928"/>
            <a:ext cx="387705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Φ • weber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Történelmi nyitó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Hans Christian Ørsted • 1820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Kísérlet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Az áramjárta vezető eltérítette az iránytűt.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Jelentőség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Az elektromosság és a mágnesség összetartozik.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Mágneses pólusok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Azonos pólus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N-N vagy S-S</a:t>
            </a:r>
            <a:br/>
            <a:r>
              <a:t>→ taszítás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Ellentétes pólus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N-S</a:t>
            </a:r>
            <a:br/>
            <a:r>
              <a:t>→ vonzás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Mágneses erővonalak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Kívül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N →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Belül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S →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Fontos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Zárt görbék</a:t>
            </a:r>
            <a:br/>
            <a:r>
              <a:t>Nem metszik egymást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Mágneses indukció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76D2"/>
                </a:solidFill>
                <a:latin typeface="DejaVu Sans"/>
              </a:defRPr>
            </a:pPr>
            <a: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393192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7792" y="1499616"/>
            <a:ext cx="3602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Jelentése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1938528"/>
            <a:ext cx="360273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mágneses tér egyik legfontosabb helyi jellemzője.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371600"/>
            <a:ext cx="42976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499616"/>
            <a:ext cx="3968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Mértékegység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1938528"/>
            <a:ext cx="39684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tesla (T)</a:t>
            </a:r>
            <a:br/>
            <a:r>
              <a:t>mT • μT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Mágneses fluxus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76D2"/>
                </a:solidFill>
                <a:latin typeface="DejaVu Sans"/>
              </a:defRPr>
            </a:pPr>
            <a:r>
              <a:t>Φ = B ·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499616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Merőleges homogén tér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1938528"/>
            <a:ext cx="470001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Φ: weber (Wb)</a:t>
            </a:r>
            <a:br/>
            <a:r>
              <a:t>B: tesla (T)</a:t>
            </a:r>
            <a:br/>
            <a:r>
              <a:t>A: m²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Kidolgozott példa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Adatok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B = 0,80 T</a:t>
            </a:r>
            <a:br/>
            <a:r>
              <a:t>A = 25 cm²</a:t>
            </a:r>
            <a:br/>
            <a:r>
              <a:t>= 0,0025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Eredmény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Φ = 0,80·0,0025</a:t>
            </a:r>
            <a:br/>
            <a:r>
              <a:t>= 0,002 Wb</a:t>
            </a:r>
            <a:br/>
            <a:r>
              <a:t>= 2 mWb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B és Φ nem ugyanaz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tér helyi jellemzője.</a:t>
            </a:r>
            <a:br/>
            <a:r>
              <a:t>Mértékegység: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Egy felülethez tartozó fluxus.</a:t>
            </a:r>
            <a:br/>
            <a:r>
              <a:t>Mértékegység: Wb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Homogén vagy inhomogén?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Homogén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B nagysága és iránya közel állandó.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Inhomogén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B helyről helyre változik.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Hol használjuk?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Motor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mágneses tér + áram → nyomaték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Transzformátor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változó fluxus kapcsolja a tekercseket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545336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Kontaktor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84248"/>
            <a:ext cx="31455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elektromágnes mozgatja a vasmagot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Tipikus hibák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Egységek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 ≠ Wb</a:t>
            </a:r>
            <a:br/>
            <a:r>
              <a:t>cm² →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Fogalmak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B ≠ Φ</a:t>
            </a:r>
            <a:br/>
            <a:r>
              <a:t>Erővonalak zártak</a:t>
            </a:r>
            <a:br/>
            <a:r>
              <a:t>Felület helyzete számít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76D2"/>
                </a:solidFill>
                <a:latin typeface="DejaVu Sans"/>
              </a:defRPr>
            </a:pPr>
            <a:r>
              <a:t>B = 0,50 T   •   A = 40 cm²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240280"/>
            <a:ext cx="9052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2368296"/>
            <a:ext cx="8723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807208"/>
            <a:ext cx="872337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tér merőleges a felületre. Számítsd ki a mágneses fluxust Wb és mWb egységben!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