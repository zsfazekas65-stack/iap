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7. hét • Terhelésillesztés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Teljesítményviszonyok és maximális teljesítményátvitel • 19-21.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976D2"/>
                </a:solidFill>
                <a:latin typeface="DejaVu Sans"/>
              </a:defRPr>
            </a:pPr>
            <a:r>
              <a:t>Mikor kapja a terhelés</a:t>
            </a:r>
            <a:br/>
            <a:r>
              <a:t>a legtöbb teljesítményt?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645920"/>
            <a:ext cx="384048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7393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Kulcsfeltétel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12848"/>
            <a:ext cx="35112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Rt = 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429000"/>
            <a:ext cx="384048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355701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Fontos!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995928"/>
            <a:ext cx="35112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Pmax ≠ maximális hatásfok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Történelmi nyitó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Az energiaátvitel és az illesztés problémája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Kommunikáció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A távíró-, telefon- és rádiótechnika előtérbe helyezte az illesztés és a hasznos jelenergia átadásának kérdését.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Hálózathelyettesítés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Thévenin és Norton segítségével a bonyolult forráshálózat egyszerűen vizsgálható a terhelés felől.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Miért jelentős a terhelésillesztés?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Áram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Rt meghatározza a forrásból felvett áramot.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Teljesítmény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Rt meghatározza, mennyi teljesítmény jut a terhelésre.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Veszteség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Rt a belső veszteséget és a hatásfokot is befolyásolja.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Thévenin-modellből indulunk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Forrásmodell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UTh ideális feszültségforrás</a:t>
            </a:r>
            <a:br/>
            <a:r>
              <a:t>+</a:t>
            </a:r>
            <a:br/>
            <a:r>
              <a:t>RTh soros ellenállás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Terhelés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Rt</a:t>
            </a:r>
            <a:br/>
            <a:br/>
            <a:r>
              <a:t>I = UTh / (RTh + Rt)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A terhelés teljesítménye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976D2"/>
                </a:solidFill>
                <a:latin typeface="DejaVu Sans"/>
              </a:defRPr>
            </a:pPr>
            <a:r>
              <a:t>Pt = I² · 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61A30"/>
                </a:solidFill>
                <a:latin typeface="DejaVu Sans"/>
              </a:defRPr>
            </a:pPr>
            <a:r>
              <a:t>Pt = UTh² · Rt / (RTh + Rt)²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08760"/>
            <a:ext cx="3840480" cy="26517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63677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Kérdés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2075688"/>
            <a:ext cx="3511296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Milyen Rt mellett lesz Pt a legnagyobb?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Maximális teljesítményátvitel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76D2"/>
                </a:solidFill>
                <a:latin typeface="DejaVu Sans"/>
              </a:defRPr>
            </a:pPr>
            <a:r>
              <a:t>Rt = 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17320"/>
            <a:ext cx="530352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16752" y="1545336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Illesztett állapot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1984248"/>
            <a:ext cx="497433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Ut = UTh / 2</a:t>
            </a:r>
            <a:br/>
            <a:br/>
            <a:r>
              <a:t>Pmax = UTh² / (4·RTh)</a:t>
            </a:r>
            <a:br/>
            <a:br/>
            <a:r>
              <a:t>Pb = 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A legfontosabb különbség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Maximális teljesítmény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Rt = RTh</a:t>
            </a:r>
            <a:br/>
            <a:r>
              <a:t>η = 50%</a:t>
            </a:r>
            <a:br/>
            <a:r>
              <a:t>A terhelés teljesítménye maximális.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Nagy hatásfok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Rt &gt;&gt; RTh</a:t>
            </a:r>
            <a:br/>
            <a:r>
              <a:t>η közelít 100%-hoz,</a:t>
            </a:r>
            <a:br/>
            <a:r>
              <a:t>de Pt nem maximális.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Példa • UTh = 12 V, RTh = 3 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Rt = 1 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05409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I = 3 A</a:t>
            </a:r>
            <a:br/>
            <a:r>
              <a:t>Pt = 9 W</a:t>
            </a:r>
            <a:br/>
            <a:r>
              <a:t>Pb = 27 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Rt = 3 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84248"/>
            <a:ext cx="305409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I = 2 A</a:t>
            </a:r>
            <a:br/>
            <a:r>
              <a:t>Ut = 6 V</a:t>
            </a:r>
            <a:br/>
            <a:r>
              <a:t>Pt = 12 W</a:t>
            </a:r>
            <a:br/>
            <a:r>
              <a:t>η = 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38328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Rt = 9 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984248"/>
            <a:ext cx="305409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I = 1 A</a:t>
            </a:r>
            <a:br/>
            <a:r>
              <a:t>Pt = 9 W</a:t>
            </a:r>
            <a:br/>
            <a:r>
              <a:t>η = 75%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Mit mutat a példa?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Teljesítmény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9 W → 12 W → 9 W</a:t>
            </a:r>
            <a:br/>
            <a:br/>
            <a:r>
              <a:t>A maximum Rt = RTh pontban van.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Hatásfok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Rt növelésével a hatásfok javulhat,</a:t>
            </a:r>
            <a:br/>
            <a:r>
              <a:t>de a terhelés teljesítménye csökkenhet.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Mérnöki döntés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Jeltechnika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A teljesítményillesztés lehet elsődleges cél.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Energiaellátás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A kis belső veszteség és nagy hatásfok jellemzően fontosabb.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Mindig kérdezd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Mi az optimalizálás célja? Pmax vagy η?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Tipikus hibák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Ne keverd össze!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• Pmax és ηmax</a:t>
            </a:r>
            <a:br/>
            <a:r>
              <a:t>• UTh és Ut</a:t>
            </a:r>
            <a:br/>
            <a:r>
              <a:t>• RTh és Rt</a:t>
            </a:r>
            <a:br/>
            <a:r>
              <a:t>• illesztés és jó energiahatásfok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Algoritmus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UTh, RTh → I → Pt → Rt=RTh ellenőrzés → Pb → η → mérnöki döntés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976D2"/>
                </a:solidFill>
                <a:latin typeface="DejaVu Sans"/>
              </a:defRPr>
            </a:pPr>
            <a:r>
              <a:t>UTh = 20 V   •   RTh = 5 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331720"/>
            <a:ext cx="8503920" cy="24688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93392" y="2459736"/>
            <a:ext cx="8174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2898648"/>
            <a:ext cx="817473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83A5A"/>
                </a:solidFill>
                <a:latin typeface="DejaVu Sans"/>
              </a:defRPr>
            </a:pPr>
            <a:r>
              <a:t>Határozd meg az illesztett Rt-t!</a:t>
            </a:r>
            <a:br/>
            <a:r>
              <a:t>Számítsd ki I, Ut, Pmax, Pb és η értékét.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1A30"/>
                </a:solidFill>
                <a:latin typeface="DejaVu San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