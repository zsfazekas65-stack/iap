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27. hét - Háromfázisú rendszerek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700">
                <a:solidFill>
                  <a:srgbClr val="FFFFFF"/>
                </a:solidFill>
              </a:defRPr>
            </a:pPr>
            <a:r>
              <a:t>Miért 230 V a fázis-null és 400 V a fázis-fázis feszültség?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A három fázis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L1, L2, L3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Azonos frekvencia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Azonos effektív érték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Egymáshoz képest 120° fáziseltolás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Csillagkapcsolás - 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Három tekercsvég közös pontban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 közös pont lehet 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L1, L2, L3 a másik tekercsvégeken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Csillag összefüggései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700">
                <a:solidFill>
                  <a:srgbClr val="FFFFFF"/>
                </a:solidFill>
              </a:defRPr>
            </a:pPr>
            <a:r>
              <a:t>Uv = √3 × Uf     •     Iv = 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230/400 V-os hálózat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Uf = 230 V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Uv = √3 × 230 V ≈ 400 V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L-N ≈ 230 V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L-L ≈ 400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Deltakapcsolás - 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 tekercsek zárt háromszöget alkotnak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 csomópontokra csatlakozik L1, L2, L3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Nincs csillagpont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Delta összefüggései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700">
                <a:solidFill>
                  <a:srgbClr val="FFFFFF"/>
                </a:solidFill>
              </a:defRPr>
            </a:pPr>
            <a:r>
              <a:t>Uv = Uf     •     Iv = √3 × 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Miért jelenik meg √3?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Csillagban a vonali feszültségnél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Deltában a vonali áramnál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 120°-os vektori kapcsolat következménye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Mit kap egy tekercs?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400 V-os hálózat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Csillagban: kb. 230 V/tekercs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Deltában: 400 V/tekercs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Mindig ellenőrizd az adattáblát!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Háromfázisú teljesítmény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700">
                <a:solidFill>
                  <a:srgbClr val="FFFFFF"/>
                </a:solidFill>
              </a:defRPr>
            </a:pPr>
            <a:r>
              <a:t>P = √3 × Uv × Iv × cos 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Uv = 400 V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Iv = 10 A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cos φ = 0,80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 ≈ 5,54 kW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Nullavezető és szimmetria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Szimmetrikus terhelésnél az áramok összege ideálisan 0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Aszimmetrikus terhelésnél lehet N-áram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Az egyfázisú fogyasztókat célszerű elosztani a fázisok között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Fázissorrend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 sorrend meghatározza a forgó mező irányát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Két fázis felcserélése megfordíthatja a motor forgásirányát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IAP-kihívás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Uv = 400 V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Iv = 12 A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cos φ = 0,85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Számítsd ki P-t!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Csillagban mekkora Uf?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700">
                <a:solidFill>
                  <a:srgbClr val="FFFFFF"/>
                </a:solidFill>
              </a:defRPr>
            </a:pPr>
            <a:r>
              <a:t>Y: Uv=√3·Uf, Iv=If   •   Δ: Uv=Uf, Iv=√3·If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