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4.png"/><Relationship Id="rId7" Type="http://schemas.openxmlformats.org/officeDocument/2006/relationships/image" Target="../media/image-4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Ideális és valós feszültségforrás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alapfogalmak technikusoknak – belső ellenállás, kapocsfeszültség, üzemi viselkedés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1361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feszültségforrás feladata?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47838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67374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Alapfeladat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8242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kapocs között feszültséget hoz létre, és a fogyasztót energiával látja el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47838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67374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Tipikus példák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082429"/>
            <a:ext cx="2663262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Elem, akkumulátor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Tápegység, generátor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374059"/>
            <a:ext cx="6296860" cy="1470323"/>
          </a:xfrm>
          <a:prstGeom prst="roundRect">
            <a:avLst>
              <a:gd name="adj" fmla="val 53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56942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Két alapmodell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978102"/>
            <a:ext cx="5906146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Ideális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elméleti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Valós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gyakorlati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Ideális feszültségforrás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9612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Kapocsfeszültsége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mindig állandó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terhelőáramtól függetlenül: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= U0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Belső ellenállása: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Rb = 0 Ω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kizárólag elméleti modell, valóságban nem létezik.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041973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328716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259263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ideális forrás a számítások kiindulópontja – a valós viselkedés ettől mindig eltér.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2492177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Terhelőáram (A)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Kapocsfeszültség (V)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 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 V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 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 V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 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 V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100 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 V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241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Valós feszültségforrás – helyettesítő kapcsolás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961" y="1470918"/>
            <a:ext cx="4965377" cy="46841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14660" y="4457205"/>
            <a:ext cx="1576322" cy="24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U0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114660" y="4774840"/>
            <a:ext cx="1576322" cy="56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Elektromotoros erő, a forrás nyíltkörű feszültsége.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01641" y="2294208"/>
            <a:ext cx="1576322" cy="24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Rb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01641" y="2611843"/>
            <a:ext cx="1576322" cy="56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Belső ellenállás: Ub=I·Rb esést okoz áramnál.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58824" y="4457205"/>
            <a:ext cx="1576322" cy="24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58824" y="4774840"/>
            <a:ext cx="1576322" cy="56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Kapocsfeszültség: Uk=U0−I·Rb terhelőn mérve.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04074" y="1699419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Kulcsösszefüggések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074" y="2141637"/>
            <a:ext cx="3532397" cy="13258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0569" y="2331938"/>
            <a:ext cx="30756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Belső ellenállás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270569" y="2754709"/>
            <a:ext cx="307560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Rb &gt; 0 Ω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minden valódi forrásnál jelen van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4074" y="3622675"/>
            <a:ext cx="3532397" cy="10646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0569" y="3812977"/>
            <a:ext cx="30756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Belső feszültségesés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270569" y="4235748"/>
            <a:ext cx="30756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Ub = I · Rb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áramfolyáskor keletkezik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4074" y="4842470"/>
            <a:ext cx="3532397" cy="10646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70569" y="5032772"/>
            <a:ext cx="30756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Kapocsfeszültség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270569" y="5455543"/>
            <a:ext cx="30756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= U0 − I · Rb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765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Üresjárási és terhelt kapocsfeszültség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41352"/>
            <a:ext cx="6296860" cy="3022600"/>
          </a:xfrm>
          <a:prstGeom prst="roundRect">
            <a:avLst>
              <a:gd name="adj" fmla="val 262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247702"/>
            <a:ext cx="6284160" cy="1504950"/>
          </a:xfrm>
          <a:custGeom>
            <a:avLst/>
            <a:gdLst/>
            <a:ahLst/>
            <a:cxnLst/>
            <a:rect l="l" t="t" r="r" b="b"/>
            <a:pathLst>
              <a:path w="6284160" h="1504950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504950"/>
                </a:lnTo>
                <a:lnTo>
                  <a:pt x="0" y="1504950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43671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Üresjárás (I = 0)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845395"/>
            <a:ext cx="590614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Nincs belső feszültségesés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= U0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3752652"/>
            <a:ext cx="6284160" cy="1504950"/>
          </a:xfrm>
          <a:custGeom>
            <a:avLst/>
            <a:gdLst/>
            <a:ahLst/>
            <a:cxnLst/>
            <a:rect l="l" t="t" r="r" b="b"/>
            <a:pathLst>
              <a:path w="6284160" h="1504950">
                <a:moveTo>
                  <a:pt x="0" y="0"/>
                </a:moveTo>
                <a:lnTo>
                  <a:pt x="6284160" y="0"/>
                </a:lnTo>
                <a:lnTo>
                  <a:pt x="6284160" y="1438792"/>
                </a:lnTo>
                <a:arcTo hR="66158" wR="66156" stAng="0" swAng="5400000"/>
                <a:lnTo>
                  <a:pt x="66156" y="1504950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3752652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394166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Terhelés alatt (I &gt; 0)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350345"/>
            <a:ext cx="590614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· Rb esés keletkezik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&lt; U0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547657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Gyakorlati példa: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Akkumulátor üresjárásban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12,6 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5 A terhelésnél leeshet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12,0 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-ra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85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Rövidzárási áram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5163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történik, ha Rt = 0 Ω?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435920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kapocsfeszültség: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= 0 V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Hatalmas áram indul meg a körben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teljes U0 a belső ellenálláson esik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3735189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33201" y="402044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Rövidzárási áram képlete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50473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Irz = U0 / Rb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33201" y="5019774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FFB3B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306516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47449" y="5237063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Példa: U0 = 12 V, Rb = 0,1 Ω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Irz = 120 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rendkívül veszélyes!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22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belső ellenállás gyakorlati következményei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009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Feszültségesés terheléskor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Gyenge akkumulátor üresjárásban még mutathat 12 V-ot, indításkor azonban a kapocsfeszültség teljesen összeeshet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009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Melegedés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Pb = I² · Rb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nagy áramnál a forrás jelentős teljesítményt alakít hővé, ami károsodáshoz vezet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9009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 állapotának megítélése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Öreg akkumulátornál megnő Rb, így terhelés alatt erősen leesik Uk – az üresjárási mérés félrevezető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4852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PLC-s gyakorlati példa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580356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helyzet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3360" y="2043708"/>
            <a:ext cx="2925094" cy="2143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V-os PLC-tápegység üresjárásban: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U0 = 24 V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PLC + relék + mágnesszelepek bekapcsolásakor nő a terhelőáram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Belső feszültségesés miatt: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Uk leeshet 20 V-ra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4432002"/>
            <a:ext cx="2925094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233360" y="4702671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Következmények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33360" y="5166023"/>
            <a:ext cx="2925094" cy="989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PLC újraindul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Relé elerejt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Mágnesszelep nem húz meg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11476" y="1602581"/>
            <a:ext cx="2925094" cy="1852910"/>
          </a:xfrm>
          <a:prstGeom prst="roundRect">
            <a:avLst>
              <a:gd name="adj" fmla="val 4151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530" y="1868587"/>
            <a:ext cx="228793" cy="1830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06377" y="1807964"/>
            <a:ext cx="2147139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Kulcstanulság: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Mindig terhelés közben mérd a kapocsfeszültséget – az üresjárási érték félrevezető lehet!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611476" y="3655020"/>
            <a:ext cx="2925094" cy="1130598"/>
          </a:xfrm>
          <a:prstGeom prst="roundRect">
            <a:avLst>
              <a:gd name="adj" fmla="val 68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00880" y="3844429"/>
            <a:ext cx="254628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Üresjárás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800880" y="4307780"/>
            <a:ext cx="254628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U0 = 24 V 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611476" y="4962922"/>
            <a:ext cx="2925094" cy="1130598"/>
          </a:xfrm>
          <a:prstGeom prst="roundRect">
            <a:avLst>
              <a:gd name="adj" fmla="val 68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00880" y="5152330"/>
            <a:ext cx="254628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Terhelés alatt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800880" y="5615682"/>
            <a:ext cx="254628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 = 20 V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2026-09-15T13:10:24Z</dcterms:created>
  <dcterms:modified xsi:type="dcterms:W3CDTF">2026-09-15T13:10:24Z</dcterms:modified>
</cp:coreProperties>
</file>