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29. hét • Háromfázisú teljesítménymérés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Aktív teljesítmény mérése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Két- és háromwattmérős módszer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Fázisonkénti terhelésvizsgálat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Mit mér a wattmérő?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aktív teljesítményt.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Figyelembe veszi a feszültséget, áramot és a fázisszöget.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Mértékegysége: watt (W).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Szimmetrikus háromfázisú terhelés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három fázis terhelése azonos.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Vonali adatokból közvetlenül számítható az összteljesítmény.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P = √3 · Uv · Iv · cos 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Kétwattmérős módszer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Háromvezetős háromfázisú rendszerben használható.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összteljesítmény a két műszer értékének algebrai összege.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Aszimmetrikus terhelésnél is használható.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P = P1 + P2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Háromwattmérős módszer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Négyvezetős rendszerben minden fázis külön mérhető.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Jól látható a terhelések eltérése.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összteljesítmény a három fázisteljesítmény összege.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P = P1 + P2 + 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Terhelésvizsgálat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 = 18 A • L2 = 9 A • L3 = 13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rendszer aszimmetrikusan terhelt.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Új egyfázisú fogyasztót célszerű a kevésbé terhelt fázisra helyezni.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Miért nem elég az áram?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aktív teljesítmény a cos φ-től is függ.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Azonos áram mellett eltérő lehet a hasznos teljesítmény.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mérési adatokat együtt kell értékelni.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Mérési biztonság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Oktatópanel vagy szimuláció előnyben.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Megfelelő mérési kategóriájú műszer szükséges.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Valós hálózaton csak jogosult személy végezzen mérést.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P1 = 3,2 kW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P2 = 1,8 kW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Mennyi az összes aktív teljesítmény?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Megoldás: 5,0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P = P1 + P2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