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22. hét - Hibavédelem ellenőrzése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Működik ≠ biztosan biztonságos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22.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Az ellenőrzés menete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Szemrevételezés → mérések → értékelés → dokumentálás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22.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PE-folytonosság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Megvan-e a védelmi vezető útja?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Nincs-e megszakadás vagy hibás kötés?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fogyasztó működése önmagában ezt nem bizonyítja.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22.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Szigetelési ellenállás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szigetelés állapotáról ad információt.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Speciális mérőfeszültséggel történik.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Az érzékeny elektronika miatt a mérési eljárás megválasztása fontos.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22.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Hurokimpedancia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If ≈ U0 / Zs</a:t>
            </a:r>
            <a:br/>
            <a:r>
              <a:t>és</a:t>
            </a:r>
            <a:br/>
            <a:r>
              <a:t>Zs × Ia ≤ U0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22.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RCD vizsgálata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TEST gomb: fontos működési ellenőrzés.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Nem helyettesíti a műszeres vizsgálatot.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különbözeti védelem működését célzottan kell ellenőrizni.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22.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Miért kell több mérés?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PE-folytonosság ≠ szigetelési vizsgálat.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RCD működés ≠ PE megfelelőség.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Hurokimpedancia ≠ teljes villamos biztonsági ellenőrzés.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Minden vizsgálat más kérdésre válaszol.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22.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Mérési jegyzőkönyv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Hol mértünk?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Mit mértünk?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Milyen műszerrel?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Mi lett az eredmény?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Hogyan értékeljük?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22.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Gyakorlati példa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L és N rendben → fogyasztó működik</a:t>
            </a:r>
            <a:br/>
            <a:r>
              <a:t>PE szakadt → hiba esetén veszély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22.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Mit jegyezz meg?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hibavédelem megfelelőségét ellenőrizni kell.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 mérések egymást kiegészítik.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Az eredményt dokumentálni és értékelni kell.</a:t>
            </a:r>
          </a:p>
          <a:p>
            <a:pPr>
              <a:spcAft>
                <a:spcPts val="1300"/>
              </a:spcAft>
              <a:defRPr sz="2100">
                <a:solidFill>
                  <a:srgbClr val="132238"/>
                </a:solidFill>
              </a:defRPr>
            </a:pPr>
            <a:r>
              <a:t>Üzemi hálózaton csak megfelelő képesítéssel mérünk.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22.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480560"/>
          </a:xfrm>
          <a:prstGeom prst="roundRect">
            <a:avLst/>
          </a:prstGeom>
          <a:solidFill>
            <a:srgbClr val="EAF4F8"/>
          </a:solidFill>
          <a:ln>
            <a:solidFill>
              <a:srgbClr val="64C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B2447"/>
                </a:solidFill>
              </a:defRPr>
            </a:pPr>
            <a:r>
              <a:t>A dugalj működik.</a:t>
            </a:r>
            <a:br/>
            <a:r>
              <a:t>Az RCD TEST gombja leold.</a:t>
            </a:r>
            <a:br/>
            <a:br/>
            <a:r>
              <a:t>Biztosan minden rendben?</a:t>
            </a:r>
            <a:br/>
            <a:r>
              <a:t>Mi mást ellenőriznél?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76B87"/>
                </a:solidFill>
              </a:defRPr>
            </a:pPr>
            <a:r>
              <a:t>IAP - Tanulj! Alkalmazz! Alkoss! • Felnőtt Elektrotechnika • 22.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