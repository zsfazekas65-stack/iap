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16. hét – Hibavédelem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>
              <a:defRPr sz="2800" b="1">
                <a:solidFill>
                  <a:srgbClr val="0B2447"/>
                </a:solidFill>
                <a:latin typeface="Aptos"/>
              </a:defRPr>
            </a:pPr>
            <a:r>
              <a:t>PE • földelés • EPH • automatikus lekapcsolás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Mit kell ma megértenünk?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Mi történik testzárlatkor?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Mi a PE védővezető valódi feladata?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Mire szolgál a földelés és az EPH?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Hogyan szünteti meg a védelem a veszélyes állapotot?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Történeti háttér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fémházas villamos készülékek elterjedésével az érintési veszély is nőtt.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védelem fejlődése: földelés → védővezető-hálózat → gyors automatikus lekapcsolás → kiegészítő RCD-védelem.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korszerű hibavédelem több elem összehangolt működése.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Testzárlat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>
              <a:defRPr sz="2800" b="1">
                <a:solidFill>
                  <a:srgbClr val="0B2447"/>
                </a:solidFill>
                <a:latin typeface="Aptos"/>
              </a:defRPr>
            </a:pPr>
            <a:r>
              <a:t>Fázisvezető → szigetelési hiba → megérinthető fémház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PE – Protective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Zöld/sárga védővezető.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Normál üzemben nem terhelőáram vezetésére szolgál.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Hiba esetén kis impedanciájú hibaáramutat biztosít.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cél: a védelmi készülék gyors működésének elősegítése.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Földelés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Vezetőképes kapcsolat a rendszer meghatározott pontja és a föld között.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Lehet például alapföldelő vagy földelőszonda.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Szerepe a hálózati rendszertől függ.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Önmagában nem helyettesíti a teljes hibavédelmi rendszert.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EPH – egyenpotenciálra hozás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Az egyidejűleg megérinthető vezetőképes részek közötti veszélyes potenciálkülönbséget csökkenti.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védelmi rendszer fontos része.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Nem „plusz földelés”, hanem tudatos összekötés.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A hibaáram útja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>
              <a:defRPr sz="2800" b="1">
                <a:solidFill>
                  <a:srgbClr val="0B2447"/>
                </a:solidFill>
                <a:latin typeface="Aptos"/>
              </a:defRPr>
            </a:pPr>
            <a:r>
              <a:t>L → hiba → fémház → PE → védelmi út → forrás</a:t>
            </a:r>
            <a:br/>
            <a:r>
              <a:t>↓</a:t>
            </a:r>
            <a:br/>
            <a:r>
              <a:t>A védelem lekapcsol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Kismegszakító ≠ RCD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Kismegszakító: túlterhelés és zárlati túláram elleni védelem.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RCD: a vezetők áramainak különbségét figyeli.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Az RCD nem általános túláramvédelem.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két védelem kiegészítheti egymást.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Gyakorlati példa: mosógép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fázisvezető szigetelése megsérül.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fázis a fémházhoz ér.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Ép PE esetén kialakulhat a szükséges hibaáramút.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 megfelelő védelem lekapcsol.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Szakadt PE esetén a készülék működhet – de a burkolat veszélyessé válhat.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2. tanóra – vizsgálat és gondolkodás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PE-folytonosság ellenőrzési elve feszültségmentesen.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Ép és megszakított PE-út összehasonlítása oktatási modellen.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Hibaáramút berajzolása.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Következtetés: mitől lesz valóban működőképes a hibavédelem?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PE = védővezető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Földelés = kapcsolat a földdel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EPH = potenciálkülönbségek csökkentése</a:t>
            </a:r>
          </a:p>
          <a:p>
            <a:pPr>
              <a:spcAft>
                <a:spcPts val="1400"/>
              </a:spcAft>
              <a:defRPr sz="2300">
                <a:solidFill>
                  <a:srgbClr val="132238"/>
                </a:solidFill>
                <a:latin typeface="Aptos"/>
              </a:defRPr>
            </a:pPr>
            <a:r>
              <a:t>Automatikus lekapcsolás = a veszélyes hibás állapot gyors megszüntetése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ptos Display"/>
              </a:defRPr>
            </a:pPr>
            <a:r>
              <a:t>IAP-kihívás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>
              <a:defRPr sz="2800" b="1">
                <a:solidFill>
                  <a:srgbClr val="0B2447"/>
                </a:solidFill>
                <a:latin typeface="Aptos"/>
              </a:defRPr>
            </a:pPr>
            <a:r>
              <a:t>A készülék működik, de a PE vezető szakadt.</a:t>
            </a:r>
            <a:br/>
            <a:r>
              <a:t>Miért lehet ez életveszélyes?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– Tanulj! Alkalmazz! Alkoss!  •  Felnőtt Elektrotechnika  •  16.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