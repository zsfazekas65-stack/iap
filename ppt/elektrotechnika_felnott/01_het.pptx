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Elektrotechnika – Aktív és passzív hálózatok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Felnőttképzés | 1. hét | Hálózatelmélet alapjai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681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Kirchhoff forradalma – 1845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4223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hálózatelmélet születése: nem az egyes alkatrészeket, hanem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teljes hálózat kapcsolatait, csomópontjait és hurkait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kezdték vizsgálni. Ez a szemléletváltás alapozta meg a modern elektrotechnikát.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44936" y="4274741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„Az egész több, mint részeinek összege." – A hálózatszemlélet lényege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062115"/>
            <a:ext cx="25399" cy="727670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49313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91869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az a villamos hálózat?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69835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Egymással villamosan összekapcsolt hálózati elemek rendszere, amelynek állapotát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feszültségekkel és áramokkal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írjuk le.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778871"/>
            <a:ext cx="533982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499328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Alkotóelemek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401965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Források, fogyasztók és összekötő vezetők meghatározott kapcsolásban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4778871"/>
            <a:ext cx="5339919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06305" y="499328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Leírás módja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506305" y="5401965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Feszültségek és áramok – ezek adják a hálózat pillanatnyi állapotát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hálózat 3 topológiai alapfogalma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3591430" cy="490934"/>
          </a:xfrm>
          <a:prstGeom prst="roundRect">
            <a:avLst>
              <a:gd name="adj" fmla="val 80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279" y="1010345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⬡ Ág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279" y="1186259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csomópont közötti hálózatrész – ugyanaz az áram folyik rajta végig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300132" y="909538"/>
            <a:ext cx="3591430" cy="490934"/>
          </a:xfrm>
          <a:prstGeom prst="roundRect">
            <a:avLst>
              <a:gd name="adj" fmla="val 80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0936" y="1010345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 Csomópont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00936" y="1186259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Kapcsolódási pont, ahol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több ág találkozik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az áramok itt oszlanak el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38790" y="909538"/>
            <a:ext cx="3591430" cy="490934"/>
          </a:xfrm>
          <a:prstGeom prst="roundRect">
            <a:avLst>
              <a:gd name="adj" fmla="val 80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39593" y="1010345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↺ Hurok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39593" y="1186259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Zárt útvonal, amelyből kiindulva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ugyanabba a pontba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térünk vissza</a:t>
            </a:r>
            <a:endParaRPr lang="en-US" sz="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193" y="1453555"/>
            <a:ext cx="6341209" cy="542835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40120" y="3080845"/>
            <a:ext cx="24454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760482" y="2896073"/>
            <a:ext cx="2130248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Csomópont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706226" y="5439393"/>
            <a:ext cx="1847665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Hurok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2152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Aktív hálózati elem – az energiaforrás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750715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aktív elem képes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villamos energiát leadni a hálózatnak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vizsgált üzemállapotban. Nem elég, hogy „feszültség van rajta" – energiaforrásként kell működnie.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72320"/>
            <a:ext cx="398651" cy="3986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939157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 &amp; Akkumulátor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61475" y="3268960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Kémiai energiát alakít villamos energiává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73190"/>
            <a:ext cx="398651" cy="3986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40027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Tápegység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61475" y="4669830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Hálózati feszültséget alakít szabályozott egyenfeszültséggé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74059"/>
            <a:ext cx="398651" cy="3986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5740896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Generátor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61475" y="6070699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Mechanikai energiát alakít villamos energiává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8055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Passzív hálózati elem – a fogyasztó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68365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passzív elem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önmagában nem termel villamos energiát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hálózatból vesz fel energiát, amelyet hővé, mágneses vagy elektromos mezővé alakít, illetve tárolja.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043263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Ellenállás (R):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energiát hővé alakít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Tekercs (L):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energiát mágneses mezőben tárolja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Kondenzátor (C):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energiát elektromos mezőben tárolja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9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kulcs: az energiaáramlás iránya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1814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elem szerepe nem az alkatrész típusától, hanem az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energiaáramlás irányától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függ az adott üzemállapotban.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833191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839541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02855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Forrásjellegű → Aktív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437235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elem a hálózat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felé ad le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teljesítményt – energiát szállít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839541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839541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02855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Fogyasztójellegű → Passzív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437235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elem a hálózatból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vesz fel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teljesítményt – energiát használ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50060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717752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686300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⚡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 akkumulátor és a villamos gép üzemállapottól függően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mindkét szerepben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működhet – töltéskor passzív, merítéskor aktív.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Aktív vs. passzív hálózat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8244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döntjük el?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84947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Egyetlen kérdés vezet el a helyes besoroláshoz: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367204" y="3604617"/>
            <a:ext cx="57789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Van-e a hálózatban legalább egy elem, amely a vizsgált üzemállapotban energiát </a:t>
            </a:r>
            <a:pPr algn="l" indent="0" marL="0">
              <a:lnSpc>
                <a:spcPct val="101000"/>
              </a:lnSpc>
              <a:buNone/>
            </a:pPr>
            <a:r>
              <a:rPr lang="en-US" sz="7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 le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többi elemnek?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221058" y="3559473"/>
            <a:ext cx="12700" cy="208359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221058" y="3824288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 igen → aktív hálózat.</a:t>
            </a:r>
            <a:endParaRPr lang="en-US" sz="7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nem → passzív hálózat.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595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480" y="487561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9807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kell leolvasni egy kapcsolási rajzról?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718370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1970286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2088059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Elemek azonosítása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1475" y="2417862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Melyek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források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(aktív) és melyek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passzív elemek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290710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159026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327679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Topológia feltérképezése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61475" y="3606602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Hány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csomópont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ág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azonosítható a rajzon?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1475" y="409584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4347766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446553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Hurkok megkeresése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61475" y="4795341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 található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zárt hurok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melyik ágak alkotják?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1475" y="528458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1475" y="5536505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661475" y="565427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Irányok megválasztása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61475" y="5984081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Milyen irányokat választunk az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áramokhoz és feszültségekhez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1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hálózatelmélet lényege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3978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2504678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Kapcsolatokat vizsgál, nem alkatrészlistát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75723" y="3208635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hálózat viselkedését az elemek közötti összefüggések határozzák meg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63135" y="243978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7383" y="2504678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Ág, csomópont, hurok → a hálózat szerkezete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977383" y="320863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három topológiai fogalom minden elemzés alapja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64794" y="243978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79042" y="2504678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Aktív/passzív → az energiaátadás iránya dönt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679042" y="3208635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 az alkatrész típusa, hanem az üzemállapot határozza meg a szerepet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28517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596209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564757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Következő hét: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Kétpólusok és jelleggörbék – hogyan írható le egy hálózatrész a kivezetésein mérhető feszültség és áram kapcsolatával?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2026-09-05T04:16:34Z</dcterms:created>
  <dcterms:modified xsi:type="dcterms:W3CDTF">2026-09-05T04:16:34Z</dcterms:modified>
</cp:coreProperties>
</file>