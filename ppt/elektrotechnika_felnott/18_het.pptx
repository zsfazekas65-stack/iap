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18. hét - Érintési feszültség és hurokimpedancia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Mi dönti el,</a:t>
            </a:r>
            <a:br/>
            <a:r>
              <a:t>hogy testzárlatkor mekkora hibaáram folyik?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Kapcsolódás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16. hét: PE, földelés, EPH, automatikus lekapcsolás.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17. hét: RCD és maradékáram.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18. hét: hibahurok, Zs, hibaáram és érintési feszültség.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 a hibahurok?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Forrás → L → hibahely → fémház → PE/PEN → forrás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Hurokimpedancia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teljes hibahurok váltakozó áramú impedanciája.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Jele gyakran Zs.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Vezetékek, kötések és a hálózat impedanciái alkotják.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Nagyobb Zs → kisebb hibaáram.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 kulcsképlet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If ≈ U0 / Zs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Példa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U0 = 230 V</a:t>
            </a:r>
            <a:br/>
            <a:r>
              <a:t>Zs = 1 Ω</a:t>
            </a:r>
            <a:br/>
            <a:r>
              <a:t>If ≈ 230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Példa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U0 = 230 V</a:t>
            </a:r>
            <a:br/>
            <a:r>
              <a:t>Zs = 5 Ω</a:t>
            </a:r>
            <a:br/>
            <a:r>
              <a:t>If ≈ 46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 növeli Zs-t?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Hosszú vezeték.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Kis keresztmetszet.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Laza vagy korrodált kötés.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Sérült PE/PEN vezető.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Hibás csatlakozás.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Miért fontos a hibaáram?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túláramvédelem működése a hibaáram nagyságától függ.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Elegendő hibaáram szükséges az előírt idejű lekapcsoláshoz.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készülék karakterisztikáját is ismerni kell.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Nem elég csak a Zs vagy csak az If értéke.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Érintési feszültség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Hiba esetén a megérinthető fémrészen potenciálemelkedés jelenhet meg.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Az emberi testen áram folyhat.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veszélyt a nagyság és a fennállási idő együtt befolyásolja.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Ezért kell gyors automatikus lekapcsolás.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RCD ≠ hurokimpedancia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Az RCD maradékáramot érzékel.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túláramvédelem a hibaáram nagyságára reagál.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PE folytonossága továbbra is alapvető.</a:t>
            </a:r>
          </a:p>
          <a:p>
            <a:pPr>
              <a:spcAft>
                <a:spcPts val="1300"/>
              </a:spcAft>
              <a:defRPr sz="2200">
                <a:solidFill>
                  <a:srgbClr val="132238"/>
                </a:solidFill>
              </a:defRPr>
            </a:pPr>
            <a:r>
              <a:t>A védelmet a hálózati rendszerrel együtt értékeljük.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Gyakorlati kérdés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Mi történik,</a:t>
            </a:r>
            <a:br/>
            <a:r>
              <a:t>ha egy laza PE-kötés miatt</a:t>
            </a:r>
            <a:br/>
            <a:r>
              <a:t>megnő a Zs?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U0 = 230 V</a:t>
            </a:r>
            <a:br/>
            <a:r>
              <a:t>Zs = 3,2 Ω</a:t>
            </a:r>
            <a:br/>
            <a:r>
              <a:t>Mekkora If?</a:t>
            </a:r>
            <a:br/>
            <a:r>
              <a:t>És mit kell még tudnunk a lekapcsolás megítéléséhez?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18.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