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TN-RENDSZEREK ÉS AUTOMATIKUS LEKAPCSOLÁS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14. hét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Villamos szerelések • 11. évfolyam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Hibavédelem: áramút, vezetők, lekapcsolás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cím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TÖRTÉNELMI NYITÓ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villamos biztonság fejlődése nem állt meg a szigetelésnél.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modern szemlélet: hiba esetén a védelem kapcsoljon le.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cél nem a szerencse, hanem az ellenőrizhető biztonság.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nyitó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ÓRA CÉLJAI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TN-C, TN-S és TN-C-S felismerése.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PE, N és PEN vezetők szerepének tisztázása.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Hibaaram útjának követése.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Automatikus lekapcsolás alapelvének megértése.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célok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1. TANÓRA – TN-RENDSZER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tápláló hálózat egyik pontja földelt.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testek védővezetőn keresztül ehhez kapcsolódnak.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Fázis-test hiba esetén zárt hibaáramkör alakul ki.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elmélet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HIBAVÉDELMI LÁNC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Szigetelési hiba.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test veszélyes feszültség alá kerülhet.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Hibaaram indul a védővezetőn.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védelmi készülék lekapcsolja az áramkört.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lánc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2. TANÓRA – TN-C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Közös PEN vezető.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PE és N funkció nincs külön választva.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PEN szerepét és veszélyeit mindig pontosan kell érteni.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TN-C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2. TANÓRA – TN-S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PE és N vezető végig külön fut.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PE nem üzemi áramvezető.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védővezető folytonossága alapvető biztonsági feltétel.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TN-S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2. TANÓRA – TN-C-S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hálózat egy részén PEN vezető van.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Szétválasztás után külön PE és N halad tovább.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szétválasztás helye szakmailag döntő pont.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TN-C-S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3. TANÓRA – AUTOMATIKUS LEKAPCSOLÁS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védelmi készülék megszakítja a hibás áramkör táplálását.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Ehhez megfelelő hibaáram szükséges.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hibaáramkör impedanciája nem lehet túl nagy.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lekapcsolás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4. TANÓRA – PE FOLYTONOSSÁG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PE vezetőt nem szakítjuk meg kapcsolóval.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Nem használjuk üzemi áramvezetőként.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működő fogyasztó nem bizonyítja a PE kapcsolatot.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5. TANÓRA – GYAKORLAT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Vezetők azonosítása.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TN-vázlat készítése.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Hibaaram útjának berajzolása.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PE folytonosság ellenőrzése feszültségmentesen.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gyakorlat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TIPIKUS HIBÁK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Hiányzó PE vezető.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Laza védővezető-kapocs.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Felcserélt vagy félreértett N és PE szerep.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Hibás PEN-szétválasztás.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hibák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IAP HETI KIHÍVÁS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Az aljzat működik, de a PE nincs bekötve.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Átadható?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Nem. A működés csak az üzemi áramkört igazolja, a hibavédelmet nem.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kihívás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ELLENŐRZŐ KÉRDÉSEK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Mi a TN-rendszer lényege?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Mi a TN-C és TN-S különbsége?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Mit jelent az automatikus lekapcsolás?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Miért veszélyes a megszakadt PE vezető?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ellenőrzés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hibavédelem áramút és lekapcsolási feltétel.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PE vezető folytonossága nem látszik a működésből.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A jó szerelő érti, merre folyik a hibaaram.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zárás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23B66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698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B7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201168"/>
          <a:lstStyle/>
          <a:p>
            <a:pPr algn="ctr"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15. hét – Áram-védőkapcsolók.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Működési elv, bekötési alapok, tipikus hibák.</a:t>
            </a:r>
          </a:p>
          <a:p>
            <a:pPr>
              <a:spcAft>
                <a:spcPts val="1100"/>
              </a:spcAft>
              <a:defRPr sz="2200">
                <a:solidFill>
                  <a:srgbClr val="263238"/>
                </a:solidFill>
                <a:latin typeface="Aptos"/>
              </a:defRPr>
            </a:pPr>
            <a:r>
              <a:t>Gyakorlati ellenőrzés oktatási panelen.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6175"/>
                </a:solidFill>
                <a:latin typeface="Aptos"/>
              </a:defRPr>
            </a:pPr>
            <a:r>
              <a:t>IAP • 11. évfolyam • Villamos szerelések • 14. hét • következő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