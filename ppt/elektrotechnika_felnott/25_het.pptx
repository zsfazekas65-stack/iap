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25. hét - Váltakozó áramú teljesítmények - P, Q, S és cos 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Miért nem mindig U × I a hasznos teljesítmény?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Tisztán ohmos terhelés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U és I azonos fázisban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φ = 0°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 = 1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 = U ×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Induktív fogyasztó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Motor, transzformátor, tekercs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Mágneses tér felépítése szükséges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Az áram késik a feszültséghez képest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Megjelenik a fázisszög: 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Aktív teljesítmény - 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Tényleges energiaátalakuláshoz kapcsolódik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Mértékegysége: W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 = U × I × cos 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Látszólagos teljesítmény -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feszültség és áram effektív értékének szorzata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Mértékegysége: VA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 = U ×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Meddő teljesítmény -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mezők felépítéséhez kapcsolódó oda-vissza energiaáramlás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Mértékegysége: var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Q = U × I × sin 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Teljesítményháromszög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S² = P² + Q²     és     cos φ = P /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Példa: egyfázisú motor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U = 230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 = 8 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 = 0,75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 = 1840 VA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 = 1380 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Miért számít a cos φ?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Rosszabb cos φ → ugyanakkora P-hez nagyobb 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Nagyobb vezetékveszteség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Nagyobb feszültségesés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Nagyobb hálózati igénybevétel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Fázisjavítás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Induktív meddőigény részbeni helyi kompenzálása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Gyakran kondenzátorral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Cél: a hálózat meddőterhelésének csökkentése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IAP-kihívás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U = 230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 = 10 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 = 0,80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Számítsd ki S és P értékét!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Mekkora I kellene ugyanekkora P-hez cos φ = 1 esetén?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P [W] - aktív • Q [var] - meddő • S [VA] - látszólagos • cos φ = P/S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