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17. hét - Áram-védőkapcsoló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RCD / FI-relé</a:t>
            </a:r>
            <a:br/>
            <a:r>
              <a:t>Miért old le, ha 'eltűnik' az áram egy része?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Miért kellett az RCD?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kismegszakító túláramot figyel.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Veszélyes hibaáram lehet annál kisebb, mint ami gyors kismegszakító-leoldást okoz.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Az RCD az áramok különbségét figyeli.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Ezért más jellegű védelmet 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Az alapelv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5,00 A kimegy az L-en</a:t>
            </a:r>
            <a:br/>
            <a:r>
              <a:t>5,00 A visszajön az N-en</a:t>
            </a:r>
            <a:br/>
            <a:r>
              <a:t>Különbség = 0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Hiba esetén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5,00 A kimegy</a:t>
            </a:r>
            <a:br/>
            <a:r>
              <a:t>4,97 A jön vissza</a:t>
            </a:r>
            <a:br/>
            <a:r>
              <a:t>Különbség = 0,03 A = 30 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 van belül?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L és N közös összegző áramváltón halad át.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Normál állapotban mágneses hatásuk kiegyenlíti egymást.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Maradékáramnál felborul az egyensúly.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kioldó mechanizmus megszakítja az áramkört.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Mit jelent az IΔn?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IΔn = névleges maradék működtető áram.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30 mA = 0,03 A.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30 mA-es RCD gyakori kiegészítő személyvédelmi megoldás.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30 mA nem 'biztonságos érintési áram'.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TEST / T gomb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Belsőleg mesterséges áramkülönbséget hoz létre.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Ellenőrzi a kioldó mechanizmus működését.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Nem helyettesíti a műszeres felülvizsgálatot.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Tesztelés: a gyártó előírása szerint.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Kismegszakító és RCD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Kismegszakító: túlterhelés + zárlati túláram.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RCD: maradékáram / áramkülönbség.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RCCB mellé túláramvédelem szükséges.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RCBO: a két funkció egy készülékben.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N és PE összekötése az RCD után.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Különböző RCD-k nullavezetőinek összekeverése.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Szigetelési hiba egy fogyasztóban.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Nem megfelelő RCD-típus kiválasztása.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RCD típusok - első áttekintés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AC: szinuszos váltakozó maradékáram.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A: váltakozó és pulzáló egyenáramú összetevőkre is.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Elektronikus fogyasztóknál a típusválasztás fontos.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Mindig a készülék és a létesítési követelmény alapján választunk.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Gyakorlati példa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Mosógép szigetelési hiba</a:t>
            </a:r>
            <a:br/>
            <a:r>
              <a:t>L = 5,00 A</a:t>
            </a:r>
            <a:br/>
            <a:r>
              <a:t>N = 4,97 A</a:t>
            </a:r>
            <a:br/>
            <a:r>
              <a:t>IΔ = 30 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Mit jegyezz meg?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Az RCD nem 'nagy áramot' keres.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kimenő és visszatérő áram különbségét figyeli.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Nem helyettesíti a PE-t és a túláramvédelmet.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TEST gomb fontos, de nem teljes felülvizsgálat.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Miért oldhat le az RCD úgy,</a:t>
            </a:r>
            <a:br/>
            <a:r>
              <a:t>hogy közben a kismegszakító nem old 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17.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