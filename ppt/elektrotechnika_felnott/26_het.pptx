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26. hét - Fázisjavítás és meddőteljesítmény-kompenzálás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700">
                <a:solidFill>
                  <a:srgbClr val="FFFFFF"/>
                </a:solidFill>
              </a:defRPr>
            </a:pPr>
            <a:r>
              <a:t>Hogyan csökkenthető a hálózat meddőterhelése?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Kapcsolódás a 25. héthez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 = U × I × cos φ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Rosszabb cos φ → nagyobb I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nagyobb áram jobban terheli a hálózatot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Miért kondenzátor?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Az induktív fogyasztó meddőigényű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kondenzátor kapacitív meddőteljesítményt ad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két hatás részben kiegyenlíthető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Mi változik?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 közel változatlan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Q csökken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 csökken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cos φ javul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I csökkenhet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Teljesítményháromszög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700">
                <a:solidFill>
                  <a:srgbClr val="FFFFFF"/>
                </a:solidFill>
              </a:defRPr>
            </a:pPr>
            <a:r>
              <a:t>Qc = Q1 − Q2     •     P változatlan     •     S csökken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Áram számítása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I = P / (U × cos φ)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 = 2 kW, U = 230 V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cos φ = 0,70 → I ≈ 12,42 A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cos φ = 0,95 → I ≈ 9,15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Kompenzáló meddőteljesítmény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700">
                <a:solidFill>
                  <a:srgbClr val="FFFFFF"/>
                </a:solidFill>
              </a:defRPr>
            </a:pPr>
            <a:r>
              <a:t>Qc = P × (tan φ1 − tan φ2)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 = 10 kW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cos φ1 = 0,70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cos φ2 = 0,95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Qc ≈ 6,9 kvar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Kompenzálási módok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Egyedi kompenzálás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Csoportos kompenzálás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Központi, automatikus kompenzálás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Automatikus kondenzátortelep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terhelés változik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szabályozó figyeli a teljesítménytényezőt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Kondenzátorfokozatokat kapcsol be és 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Túlkompenzálás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több kondenzátor nem mindig jobb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Kapacitív jelleg alakulhat ki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kompenzálást méretezni és szabályozni kell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Biztonság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A kondenzátor energiát tárol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Kikapcsolás után is lehet veszélyes feszültség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Kisütési idő és feszültségmentesítés szükséges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IAP-kihívás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P = 3 kW, U = 230 V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cos φ: 0,65 → 0,95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Számítsd ki mindkét áramot!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</a:defRPr>
            </a:pPr>
            <a:r>
              <a:t>Mekkora az áramcsökkenés?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20B9F2"/>
                </a:solidFill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700">
                <a:solidFill>
                  <a:srgbClr val="FFFFFF"/>
                </a:solidFill>
              </a:defRPr>
            </a:pPr>
            <a:r>
              <a:t>Jobb cos φ → kisebb Q és S → kisebb hálózati áram → kisebb hálózati terhelés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B4CDDC"/>
                </a:solidFill>
              </a:defRPr>
            </a:pPr>
            <a:r>
              <a:t>IAP • Felnőtt Elektrotechnika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