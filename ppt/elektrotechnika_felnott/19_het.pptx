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19. hét - TN, TT és IT rendszerek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Hová van kötve a forrás?</a:t>
            </a:r>
            <a:br/>
            <a:r>
              <a:t>Hová van kötve a készülékház?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rendszerjelölés logikája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1. betű: a tápláló rendszer kapcsolata a földhöz.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2. betű: a megérinthető vezetőképes részek kapcsolata a földhöz / földelt ponthoz.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 = közvetlen földkapcsolat.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I = szigetelt vagy impedancián keresztüli földkapcsolat.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 = a test a forrás földelt pontjához kapcsolódik.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TN rendszer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Forrás földelt pontja</a:t>
            </a:r>
            <a:br/>
            <a:r>
              <a:t>↕</a:t>
            </a:r>
            <a:br/>
            <a:r>
              <a:t>PE / PEN</a:t>
            </a:r>
            <a:br/>
            <a:r>
              <a:t>↕</a:t>
            </a:r>
            <a:br/>
            <a:r>
              <a:t>Készülékház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TN-C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 és N funkció közös vezetőben.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közös vezető neve: PEN.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PEN üzemi és védelmi funkciót is ellát.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Megszakadása különösen veszélyes lehet.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TN-S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 és N külön 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PE: védelmi funkció.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N: üzemi visszavezető.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két vezető funkciója elkülönül.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TN-C-S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PEN → szétválasztási pont → PE +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TT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forrás egy pontja földelt.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fogyasztói testek helyi földelőhöz kapcsolódnak.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hibaáram útjában a földelők és a talaj is szerepel.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megfelelő RCD tipikus hibavédelmi elem.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TT testzárlat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L → hiba → készülékház → helyi földelő</a:t>
            </a:r>
            <a:br/>
            <a:r>
              <a:t>→ föld → forrás földelője → forrás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IT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aktív rendszer nincs közvetlenül földelve, vagy nagy impedancián át kapcsolódik.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első földzárlat árama korlátozott lehet.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hiba felismerése szükséges.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második hiba már súlyos veszélyt jelenthet.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IMD - szigetelésfelügyelet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IT rendszer szigetelési állapotát figyeli.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első földhiba felismerését segíti.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Jelzést ad a hiba elhárításához.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Folyamatos ellátást igénylő rendszereknél fontos lehet.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Gyors 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TN: fémes PE/PEN hibahurok a forrás felé.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TT: helyi földelő + föld + forrás földelője.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IT: első hiba árama korlátozott lehet.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rendszer típusa meghatározza a hibavédelmi gondolkodást.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Mit jegyezz meg?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TN-C = PEN</a:t>
            </a:r>
            <a:br/>
            <a:r>
              <a:t>TN-S = PE + N</a:t>
            </a:r>
            <a:br/>
            <a:r>
              <a:t>TN-C-S = PEN → PE + N</a:t>
            </a:r>
            <a:br/>
            <a:r>
              <a:t>TT = helyi földelő</a:t>
            </a:r>
            <a:br/>
            <a:r>
              <a:t>IT = első hiba felügyelete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PEN?</a:t>
            </a:r>
            <a:br/>
            <a:r>
              <a:t>Helyi földelő + RCD?</a:t>
            </a:r>
            <a:br/>
            <a:r>
              <a:t>Szigetelésfelügyelet?</a:t>
            </a:r>
            <a:br/>
            <a:br/>
            <a:r>
              <a:t>Melyik rendszer?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19.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