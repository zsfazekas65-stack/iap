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21. hét - Automatikus lekapcsolás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Zs → hibaáram → védelmi készülék → lekapcsolási idő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Miért kell gyorsan lekapcsolni?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Testzárlatkor veszélyes érintési feszültség jelenhet meg.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Nem elég, hogy a védelem leold: megfelelő időn belül kell működnie.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hibaáram nagysága és a készülék jelleggörbéje együtt számít.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 18. hét kulcsképlete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If ≈ U0 / Zs</a:t>
            </a:r>
            <a:br/>
            <a:br/>
            <a:r>
              <a:t>kisebb Zs → nagyobb 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Két kioldási elv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Hőkioldó: túlterhelés, késleltetett működés.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Elektromágneses gyorskioldó: nagy áram, gyors működés.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hibavédelemben a gyors lekapcsolás kulcskérdés.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B karakterisztika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B: kb. 3-5 ×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C karakterisztika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C: kb. 5-10 ×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D karakterisztika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D: kb. 10-20 ×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B16 és C16 nem ugyanaz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B16: gyorskioldási tartomány kb. 48-80 A.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C16: gyorskioldási tartomány kb. 80-160 A.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Azonos In, eltérő mágneses kioldási viselkedés.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 nem egyenlő In-nel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In = névleges áram.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Ia = a szükséges lekapcsolási időhöz tartozó működtető áram.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Hibavédelmi ellenőrzésnél az Ia a lényeges.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 hibavédelmi összefüggés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Zs × Ia ≤ U0</a:t>
            </a:r>
            <a:br/>
            <a:br/>
            <a:r>
              <a:t>vagy</a:t>
            </a:r>
            <a:br/>
            <a:br/>
            <a:r>
              <a:t>Zs ≤ U0 /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Példa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U0 = 230 V</a:t>
            </a:r>
            <a:br/>
            <a:r>
              <a:t>Ia = 80 A</a:t>
            </a:r>
            <a:br/>
            <a:r>
              <a:t>Zs ≤ 230 / 80 = 2,875 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RCD + kismegszakító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RCD: különbségi áramra reagál.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Kismegszakító: túláramra reagál.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Nem ugyanaz a feladatuk.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védelemben egymást kiegészíthetik.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U0 = 230 V</a:t>
            </a:r>
            <a:br/>
            <a:r>
              <a:t>Zs = 2,0 Ω</a:t>
            </a:r>
            <a:br/>
            <a:br/>
            <a:r>
              <a:t>Mekkora If?</a:t>
            </a:r>
            <a:br/>
            <a:r>
              <a:t>Miért kell még a karakterisztika 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21.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