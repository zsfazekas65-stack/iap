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4. hét • Ideális és valós áramforrás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Felnőtt oktatás – Elektrotechnika • 3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76D2"/>
                </a:solidFill>
                <a:latin typeface="DejaVu Sans"/>
              </a:defRPr>
            </a:pPr>
            <a:r>
              <a:t>Állandó áram</a:t>
            </a:r>
            <a:br/>
            <a:r>
              <a:t>Belső ellenállás</a:t>
            </a:r>
            <a:br/>
            <a:r>
              <a:t>Forrásmodellek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91640"/>
            <a:ext cx="3840480" cy="18288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IAP cél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58568"/>
            <a:ext cx="347472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Értsük meg, hogyan modellezzük az ideális és a valós áramforrást.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794760"/>
            <a:ext cx="3840480" cy="13716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931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Kulcskapcsolat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61688"/>
            <a:ext cx="3474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If = It + 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Ideális áramforrás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Állandó áram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Az áram a terheléstől és a kapocsfeszültségtől függetlenül állandó.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Rb → 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Az ideális modell belső ellenállása végtelen nagy.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Elméleti modell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Valós forrás korlátlan feszültséget nem képes létrehozni.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Valós áramforrás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Helyettesítő kép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484632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Ideális áramforrás és vele párhuzamos belső ellenállás.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Következmény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84632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 forrás árama megoszlik a terhelés és a belső ellenállás között.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Árammegoszlás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76D2"/>
                </a:solidFill>
                <a:latin typeface="DejaVu Sans"/>
              </a:defRPr>
            </a:pPr>
            <a:r>
              <a:t>If = It + Ib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29184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0088"/>
            <a:ext cx="29260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Az ideális forrás által szolgáltatott modelláram.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423160"/>
            <a:ext cx="329184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90088"/>
            <a:ext cx="29260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 terhelésen folyó hasznos áram.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423160"/>
            <a:ext cx="3291840" cy="228600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90088"/>
            <a:ext cx="29260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 belső ellenálláson folyó áram.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Számítási példa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976D2"/>
                </a:solidFill>
                <a:latin typeface="DejaVu Sans"/>
              </a:defRPr>
            </a:pPr>
            <a:r>
              <a:t>If = 1 A   •   Rb = 100 Ω   •   Rt = 25 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29184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Eredő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29260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Rb || Rt = 20 Ω</a:t>
            </a:r>
            <a:br/>
            <a:r>
              <a:t>Uk = If · Re = 20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29184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Terhelőáram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07208"/>
            <a:ext cx="29260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It = Uk / Rt</a:t>
            </a:r>
            <a:br/>
            <a:r>
              <a:t>It = 20 / 25 = 0,8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40280"/>
            <a:ext cx="3291840" cy="23774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Belső áram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07208"/>
            <a:ext cx="29260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Ib = 20 / 100 = 0,2 A</a:t>
            </a:r>
            <a:br/>
            <a:r>
              <a:t>0,8 + 0,2 = 1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Forrásmodellek összehasonlítása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Feszültségforrás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484632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Ideális: Rb = 0 Ω</a:t>
            </a:r>
            <a:br/>
            <a:r>
              <a:t>Valós: ideális feszültségforrás + soros 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Áramforrás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84632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Ideális: Rb → ∞</a:t>
            </a:r>
            <a:br/>
            <a:r>
              <a:t>Valós: ideális áramforrás + párhuzamos Rb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Gyakorlati kapcsolat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LED-meghajtás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 LED áramát célszerű szabályozottan korlátozni.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Mérés és szabályozás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Áramgenerátoros megoldások gyakoriak érzékelő- és mérőkörökben.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4–20 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Ipari jelátvitelnél az áramjel széles körben alkalmazott.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Mit vigyél magaddal?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Az ideális áramforrás állandó áramot 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 valós modell belső ellenállása párhuzamos.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84248"/>
            <a:ext cx="31089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A forrásáram megoszlik: If = It + Ib.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1A30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76D2"/>
                </a:solidFill>
                <a:latin typeface="DejaVu Sans"/>
              </a:defRPr>
            </a:pPr>
            <a:r>
              <a:t>If = 2 A</a:t>
            </a:r>
            <a:br/>
            <a:r>
              <a:t>Rb = 60 Ω</a:t>
            </a:r>
            <a:br/>
            <a:r>
              <a:t>Rt = 15 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371600"/>
            <a:ext cx="658368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5087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38528"/>
            <a:ext cx="621792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30" b="0">
                <a:solidFill>
                  <a:srgbClr val="183A5A"/>
                </a:solidFill>
                <a:latin typeface="DejaVu Sans"/>
              </a:defRPr>
            </a:pPr>
            <a:r>
              <a:t>Határozd meg a kapocsfeszültséget, a terhelőáramot és a belső ellenálláson folyó áramot.</a:t>
            </a:r>
            <a:br/>
            <a:br/>
            <a:r>
              <a:t>Végül ellenőrizd: It + Ib = 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