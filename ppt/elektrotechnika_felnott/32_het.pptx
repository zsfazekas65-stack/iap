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32. hét • Villamos hálózat hibakeresése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Mérési eredményből a hiba okáig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találgatunk: logikus vizsgálati sorrendet követünk.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hibakeresés alapelve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Tünet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Lehetséges okok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Célzott mérés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Kiértékelés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Javítás és visszaellenőrzés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Tünet → okok → mérés → döntés → javítás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A tünet pontosítása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működik a fogyasztó?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Leold a védelem?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Melegszik egy kötés?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Ingadozik a feszültség?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Eltérnek a fázisáramok?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Szemrevételezés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Dokumentáció és kapcsolási rajz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Laza vagy elszíneződött kötés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Sérült vezeték/szigetelés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Védelmi készülékek állapota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Feszültség és áram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feszültségből szakadásra vagy rossz kötésre következtethetünk.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áramadatok a terheléselosztást mutatják.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 alatt olyan hiba is előjöhet, ami üresjárásban rejtve marad.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Nullavezetői hiba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Egyfázisú fogyasztókkal terhelt háromfázisú rendszerben különösen veszélyes.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fázis-null feszültségek erősen eltérhetnek.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Egyes fogyasztók túl-, mások alulfeszültséget kaphatnak.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Védelmi készülék leold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Kismegszakító: túlterhelés vagy zárlat vizsgálata.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RCD: hiba-/szivárgó áram, szigetelési hiba, N-PE probléma.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leoldás oka célzott méréssel szűkíthető.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Példa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Üresjárásban: 230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 alatt: 198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Lehetséges irány: táplálási út, laza kötés, nagy átmeneti ellenállás.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mérés helyét lépésenként szűkítjük.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Javítás után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feltételezett hiba megszüntetése még nem a folyamat vége.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Ismételt mérés szükséges.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normál működést vissza kell igazolni.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eredményt dokumentálni kell.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L1-N = 248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L2-N = 184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L3-N = 258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Vonali feszültségek ≈ 400 V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Melyik vezetőt vagy kötést vizsgálnád először?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