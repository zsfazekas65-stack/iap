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31. hét • Összetett elektrotechnikai alkalmazások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Új témakör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hálózat egészének vizsgálata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Terhelés • védelem • hibavédelem • mérés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 fogyasztói hálózat mint rendszer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Táplálás és elosztás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Vezetékek és kapcsolók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Túláram- és hibavédelmi eszközök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Fogyasztók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Terhelés és áram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Az áram meghatározza a hálózat igénybevételét.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cos φ a váltakozó áramú fogyasztóknál fontos.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Háromfázisú fogyasztónál a vonali adatokból számolunk.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0D47A1"/>
                </a:solidFill>
              </a:defRPr>
            </a:pPr>
            <a:r>
              <a:t>I = P / (√3 · U · cos φ)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Túlterhelés vagy zárlat?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Túlterhelés: túl nagy áram a normál áramúton.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Zárlat: rendellenes kis impedanciájú áramút.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Mindkettőnél megfelelő túláramvédelem szükséges.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Hibavédelem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PE vezető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EPH és földelés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Automatikus lekapcsolás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RCD, ahol alkalmazandó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Hurokimpedancia és ellenőrző mérések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Fázisterhelések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L1, L2 és L3 terhelését össze kell hasonlítani.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Az egyfázisú fogyasztókat célszerű kiegyenlítetten elosztani.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nullavezető szerepe aszimmetrikus terhelésnél felértékelődik.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Komplex vizsgálati sorrend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1. Dokumentáció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2. Szemrevételezés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3. Védelmi eszközök azonosítása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4. Terhelési adatok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5. Mérések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6. Kiértékelés és dokumentálás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Példa terheléskiegyenlítésre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Kiindulás: L1 = 24 A • L2 = 13 A • L3 = 16 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6 A-es fogyasztó L1-ről L2-re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Új értékek: L1 = 18 A • L2 = 19 A • L3 = 16 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A lényeg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Nem különálló képleteket tanulunk.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hálózat elemei egymásra hatnak.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A jó szakmai döntéshez számítás, mérés és rendszerben gondolkodás kell.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</a:defRPr>
            </a:pPr>
            <a:r>
              <a:t>IAP-kihívás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10972800" cy="4526280"/>
          </a:xfrm>
          <a:prstGeom prst="roundRect">
            <a:avLst/>
          </a:prstGeom>
          <a:solidFill>
            <a:srgbClr val="F5F9FD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L1 = 26 A • L2 = 14 A • L3 = 17 A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Egy 7 A-es fogyasztó áthelyezhető.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Honnan hová tennéd?</a:t>
            </a:r>
          </a:p>
          <a:p>
            <a:pPr>
              <a:spcAft>
                <a:spcPts val="1000"/>
              </a:spcAft>
              <a:defRPr sz="2000">
                <a:solidFill>
                  <a:srgbClr val="183A5A"/>
                </a:solidFill>
              </a:defRPr>
            </a:pPr>
            <a:r>
              <a:t>Indokold a döntést a terhelések alapján.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