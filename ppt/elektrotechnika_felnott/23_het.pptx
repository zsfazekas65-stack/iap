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23. hét - Hibakeresés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A mérési érték még nem diagnózis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23.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 hibakeresés lánca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Tünet → vizsgálat → eredmény → ok → javítás → újramérés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23.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Nincs PE-folytonosság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Lehetséges szakadt vezető.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Laza vagy hibás kapocs.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Téves bekötés.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fogyasztó ettől még működhet!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23.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Zs megnőtt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nagyobb Zs → kisebb If → bizonytalanabb / lassabb túláramvédelmi működés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23.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RCD váratlanul leold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Valódi szivárgó áram.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Szigetelési hiba.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N–PE kapcsolat az RCD után.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Összekevert nullavezetők.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Összeadódó szivárgó áramok.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23.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Ne az RCD-t hibáztasd elsőként!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leoldás lehet helyes reakció egy hibára.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hibát kell elkülöníteni.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védelem kiiktatása nem hibajavítás.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23.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Szigetelési probléma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Nedvesség.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Mechanikai sérülés.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Öregedés.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Szennyeződés.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Hibás fogyasztó.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23.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Egy dolgot változtass egyszerre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Bontsd logikai részekre a rendszert.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Dokumentáld, mit vizsgáltál.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Ne cserélj találomra több alkatrészt.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Szűkítsd lépésenként a hibaterületet.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23.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Javítás után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Újramérés nélkül nincs igazolt javítás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23.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Gyakorlati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RCD csak egy hosszabbító + gép használatakor old le.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Hosszabbítóhiba?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Géphiba?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Szigetelési / szivárgási probléma?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cél: logikusan elkülöníteni.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23.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Állíts fel 3 hibahipotézist!</a:t>
            </a:r>
            <a:br/>
            <a:r>
              <a:t>Milyen sorrendben vizsgálnád őket?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23.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