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HIBAVÉDELEM ALAPJAI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13. hét • 11. évfolyam • Villamos szerelések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TÖRTÉNELMI NYITÓ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Amikor a fémház veszélyessé vált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A szigetelési hiba új védelmi gondolkodást követelt.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CÉLOK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Alapvédelem és hibavédelem megkülönböztetése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Hibaaram útjának megértése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PE, N, PEN felismerése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TN-rendszerek alapjai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Alapvédelem: normál üzemi érintés elleni védelem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Hibavédelem: hiba esetén fellépő veszély elleni 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VESZÉLYHELYZET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Fázisvezető → szigetelési hiba → fémház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A megérinthető test veszélyes feszültség alá kerülhet.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Hibaaram és automatikus lekapcsolás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A PE biztosítja a védelmi áramutat.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3. TANÓRA – VEZETŐK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PE: védővezető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N: nullavezető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PEN: egyesített védő- és nullavezető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BIZTONSÁGI SZABÁLY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A PE vezetőt megszakítani tilos.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A védelmi kapcsolat folytonossága életvédelmi jelentőségű.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4. TANÓRA – TN-C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PE és N funkció közös PEN vezetőben.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4. TANÓRA – TN-S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PE és N végig külön vezető.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4. TANÓRA – TN-C-S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PEN → szétválasztás → külön PE és 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5. TANÓRA –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Vezetők azonosítása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PE folytonosság vizsgálata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Hibás kötés felismerése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Dokumentálás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HIBALÁNC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Szigetelési hiba → test feszültség alatt → hibaaram → védelem működik → lekapcsolás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IAP HETI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A fogyasztó működik, de a PE megszakadt.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Elfogadható?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NEM. A működés nem azonos a biztonsággal.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Mi a hibavédelem?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Mi a PE feladata?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Mi a PEN?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Mi a TN-C és TN-S különbsége?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Miért kell automatikusan lekapcsolni?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A hibavédelem célja, hogy egyetlen hiba se hagyjon tartósan veszélyes érintési állapotot.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23B66"/>
                </a:solidFill>
                <a:latin typeface="Aptos Display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14. hét</a:t>
            </a:r>
          </a:p>
          <a:p>
            <a:pPr>
              <a:spcAft>
                <a:spcPts val="1000"/>
              </a:spcAft>
              <a:defRPr sz="2200">
                <a:latin typeface="Aptos"/>
              </a:defRPr>
            </a:pPr>
            <a:r>
              <a:t>TN-rendszerek és az automatikus lekapcsolás részletesen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IAP • Villamos szerelések • 11. évfolyam • 13. hét  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