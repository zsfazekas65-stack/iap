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33. hét • Energiafogyasztás és hatékonyság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Teljesítmény és energia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Veszteségek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Hatásfok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Energiahatékonysági gondolkodás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kW vagy kWh?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kW: teljesítmény - milyen gyors az energiaátalakítás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kWh: energia - mennyi energiát használtunk fel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működési idő döntő tényező.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W = P · 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Vezetékveszteség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vezeték ellenállása hőt termel.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veszteség az áram négyzetével arányos.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Kétszeres áram → négyszeres I²R veszteség.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Pv = I² ·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Hatásfok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felvett teljesítmény egy része veszteséggé alakul.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cél a hasznos rész arányának növelése.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η = Phasznos / Pfelvett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Mi okoz felesleges veszteséget?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 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Rossz cos φ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Laza kötés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megfelelő vezeték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Üresjáró berendezés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Rossz üzemeltetés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Fázisjavítás és veszteség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fázisjavítás nem tünteti el a hasznos aktívenergia-igényt.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Csökkentheti a hálózati áramot.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kisebb áram kisebb I²R veszteséget jelenthet.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Gyakorlati példa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7,5 kW-os gép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6 óra/nap → 45 kWh/nap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 óra felesleges üresjárat megszüntetése → 7,5 kWh/nap megtakarítás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Energiahatékonysági vizsgálat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Mekkora a teljesítmény?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Mennyi ideig működik?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Van-e felesleges üresjárat?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Mekkora az áram és a cos φ?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Hol keletkezik veszteség?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5 kW-os berendezés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1,5 óra/nap felesleges üresjárat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20 munkanap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Mennyi a megtakarítható energia?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Megoldás: 150 kWh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