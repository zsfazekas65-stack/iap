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36. hét • Év végi komplex rendszerszemlélet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Mérés • védelem • hibakeresés • teljesítmény • energiahatékonyság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éves tudás összekapcsolása egyetlen szakmai gondolkodási rendszerbe.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villamos hálózat rendszer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Betáplálás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Vezetékek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Fogyasztók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Túláramvédelem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Hibavédelem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Mérések és energia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Mérésből következtetés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mérőműszer számot ad.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számot üzemi állapotban kell értelmezni.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Más mérésekkel együtt válik diagnosztikai információvá.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Védelem együtt működik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Kismegszakító / biztosító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PE és EPH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Földelés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RCD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Automatikus lekapcsolás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Ezek nem egymás helyettesítői.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Hibakeresési logika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Tünet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Hibahipotézis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Célzott mérés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Értékelés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Javítás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Visszaellenőrzés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Teljesítmény és energia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 = √3 · U · I · cos φ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W = P · 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cos φ a hálózati áramra is hat.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nagy áram növeli az I²R veszteséget.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Komplex eset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 = 30 A • L2 = 16 A • L3 = 15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Motor cos φ = 0,69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231 V → távoli fogyasztónál 208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 kötés melegszik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egyetlen problémát kell keresni.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Szakmai döntési sorrend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Biztonság → áttekintés → mérés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 → védelem → energia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Hibák rangsorolása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Javítás → visszaellenőrzés → dokumentálás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Záró 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Készíts 8-10 lépéses vizsgálati tervet egy ismeretlen fogyasztói hálózathoz.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Legyen benne: biztonság, mérés, védelem, terhelés, hibakeresés és energiahatékonyság.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