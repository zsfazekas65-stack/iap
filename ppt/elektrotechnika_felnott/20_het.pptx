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20. hét - PE, PEN, EPH és földelők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Hogyan épül fel a hibavédelem</a:t>
            </a:r>
            <a:br/>
            <a:r>
              <a:t>a valós villamos berendezésben?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PE - védővezető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Megérinthető vezetőképes részek védelmi összekötése.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Normál üzemben nem terhelőáram vezetésére szolgál.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Hiba esetén a hibaáram útjának része.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Jelölése: zöld/sárga.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PEN - két funkció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PEN = PE funkció + N funkció</a:t>
            </a:r>
            <a:br/>
            <a:r>
              <a:t>egyetlen vezetőben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Miért veszélyes a PEN-szakadás?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nullavezetői funkció is sérül.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védelmi funkció is sérül.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Aszimmetrikus többfázisú rendszerben csillagponteltolódás lehet.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Megérinthető részek potenciálja veszélyesen megemelkedhet.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TN-C-S szétválasztás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PEN → szétválasztási pont → PE +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 szétválasztás után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PE = védelmi vezető.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 = üzemi vezető.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Nem kötjük őket tetszőlegesen újra össze.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Hibás összekötésnél üzemi áram kerülhet a PE-re.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RCD is leoldhat.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Fő földelőkapocs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védelmi összekötések központi pontja.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Kapcsolódhat hozzá a földelővezető.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Kapcsolódik a PE-rendszerhez.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Ide futnak az előírt fő védő egyenpotenciálra hozó kapcsolatok.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EPH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Egyenpotenciálra hozás.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veszélyes potenciálkülönbségek csökkentése a cél.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Nem azt jelenti, hogy minden fémtárgyat automatikusan bekötünk.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létesítési követelmények döntik el a bevonandó részeket.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Földelőberendezések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Alapföldelő.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Földelőszonda / földelőrúd.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Gyűrűföldelő.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talaj, nedvesség, geometria és korrózió is számít.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Szakadt PE.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Laza vagy korrodált PEN-kötés.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PE és N összekötése a szétválasztás után.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Hibás földelőcsatlakozás.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Védővezető üzemi vezetőként való használata.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Kapcsolat az RCD-vel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Ha az N áramának egy része</a:t>
            </a:r>
            <a:br/>
            <a:r>
              <a:t>PE-n tér vissza → áramkülönbség → RCD leoldhat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Mit jegyezz meg?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PE = védelem</a:t>
            </a:r>
            <a:br/>
            <a:r>
              <a:t>N = üzemi visszavezetés</a:t>
            </a:r>
            <a:br/>
            <a:r>
              <a:t>PEN = PE + N</a:t>
            </a:r>
            <a:br/>
            <a:r>
              <a:t>EPH = potenciálkülönbség csökkentése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Mi történhet,</a:t>
            </a:r>
            <a:br/>
            <a:r>
              <a:t>ha PE és N vezetőt</a:t>
            </a:r>
            <a:br/>
            <a:r>
              <a:t>az RCD után újra összekötjük?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20.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