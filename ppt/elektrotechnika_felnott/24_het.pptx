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24. hét - Komplex hibavédelmi ellenőrzés és mérési jegyzőkönyv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A biztonságot nem feltételezzük - ellenőrzéssel és dokumentációval igazoljuk.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Tanulási cél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Komplex ellenőrzési sorrend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Mérési eredmények összekapcsolása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Jegyzőkönyv és visszaellenőrzés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Az ellenőrzés logikai lánca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Szemrevételezés → PE → szigetelés → Zs / lekapcsolás → RCD → kiértékelés → jegyzőkönyv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Szemrevételezés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Vezetők, kapcsok, jelölések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PE és N helyes vezetése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Védelmi készülékek adatai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Sérülés, túlmelegedés, nedvesség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PE-folytonosság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fogyasztó megszakadt PE mellett is működhet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működési próba nem igazolja a hibavédelmet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védővezető útját külön ellenőrizni kell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Szigetelési állapot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Nedvesség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Mechanikai sérülés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Öregedés, szennyeződés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Hibás készülék vagy vezeték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Hurokimpedancia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If ≈ U0 / Zs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Nagyobb Zs → kisebb várható hibaáram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Zs × Ia ≤ U0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Karakterisztika + lekapcsolási idő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RCD 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TEST gomb = működési próba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Nem helyettesíti a műszeres vizsgálatot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IΔn, típus, bekötés és mérési körülmények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Mérés ≠ diagnózis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Egyetlen szám ritkán elég. Az eredményeket együtt kell értelmezni.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Mérési jegyzőkönyv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Hol és mit vizsgáltunk?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Milyen műszerrel?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Milyen körülmények között?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Mért érték és értékelés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Javítás és visszaellenőrzés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Komplex 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Dugalj működik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PE-folytonosság bizonytalan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Zs megnőtt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RCD TEST működik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 a következő indokolt lépés?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U0 =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Zs = 2,6 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Számítsd ki If-et!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Miért nem elég ez az egy adat?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Kialakítás → mérés → kiértékelés → javítás → újramérés → 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