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34. hét • Komplex fogyasztói hálózat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Vezeték és feszültségesés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Túláram- és hibavédelem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Teljesítmény és energiahatékonyság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Rendszerben gondolkodunk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Nem elég egyetlen mérési adat.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fogyasztót, vezetéket és védelmet együtt értékeljük.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végén javítási vagy optimalizálási javaslat készül.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Terheléselosztás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L1, L2, L3 áramok összehasonlítása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Nagy eltérés → aszimmetrikus terhelés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Lehetséges beavatkozás: egyfázisú fogyasztók átrendezése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Feszültségesés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Hossz + keresztmetszet + áram + vezetőanyag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Túl nagy esés ronthatja a fogyasztó működését.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 alatt kell értelmezni.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ΔU = Ubetáp - Ufogyasztó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Túláramvédelem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vezeték és a berendezés védelme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Névleges áram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B/C/D karakterisztika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Indítási áramok figyelembevétele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Hibavédelem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PE vezető és EPH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Földelés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Hurokimpedancia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Automatikus lekapcsolás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RCD működés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cos φ és hálózati áram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Rossz cos φ mellett ugyanahhoz az aktív teljesítményhez nagyobb áram tartozhat.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Nagyobb áram → nagyobb I²R veszteség.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fázisjavítás a hálózat terhelését csökkentheti.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P = √3 · U · I · cos 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Komplex vizsgálati sorrend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1. Hálózat áttekintése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2. Feszültségek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3. Fázisáramok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4. Vezetékek/kötések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5. Védelem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6. cos φ és energia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7. Javaslat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L1 = 31 A • L2 = 16 A • L3 = 15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Motor cos φ = 0,68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Távoli fogyasztó: 207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Nevezz meg három problémát és állíts fel vizsgálati sorrendet!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