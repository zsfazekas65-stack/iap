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23.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AKTÍV SZŰRŐK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858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DE9136"/>
                </a:solidFill>
                <a:latin typeface="Aptos"/>
              </a:defRPr>
            </a:pPr>
            <a:r>
              <a:t>MŰVELETI ERŐSÍTŐVEL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7830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42AAD2"/>
                </a:solidFill>
                <a:latin typeface="Aptos"/>
              </a:defRPr>
            </a:pPr>
            <a:r>
              <a:t>R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51460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97180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DE9136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069080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F8F68"/>
                </a:solidFill>
                <a:latin typeface="Aptos"/>
              </a:defRPr>
            </a:pPr>
            <a:r>
              <a:t>SZŰRÉS + ERŐSÍTÉS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Passzív vagy aktív?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aktív szűrő szükség esetén erősít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PASSZÍV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 • L •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AKTÍV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 • C • OP-AMP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ELŐNY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szűrés + erősítés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Az aktív szűrő jellemzői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Négy fontos tulajdonság.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nagy impedancia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kis impedancia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állítható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KARAKTERISZTIKA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pontos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műveleti erősítő szerepe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aktív elem teszi sokoldalúvá a kapcsolást.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aktív elem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JEL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formálás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HASZNOS JEL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erősíthető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Aktív szűrők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héten két alapkapcsolás.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ALULÁTERESZTŐ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alacsony frekvenciák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FELÜLÁTERESZTŐ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magas frekvenciák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fc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töréspont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R = 10 kΩ • C = 15 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KÉPLET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fc = 1/(2πRC)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≈ 1061 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JELENTÉS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törésponti frekvencia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Aktív és passzív RC összehasonlítása.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AKTÍV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Ube és Uki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PASSZÍV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azonos frekvenciák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KIÉRTÉKELÉS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eredmények összevetése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Gyakori 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tananyag három hibaforrást emel ki.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ÖSSZEKEVERÉS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aktív ↔ passzív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TÁPFESZÜLTSÉG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ALKATRÉSZÉRTÉK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 és 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aktív szűrő fontos jelfeldolgozó áramkör.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ELEKTRONIKA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alkalmazás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AUTOMATIZÁLÁS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alkalmazás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MÉRÉSTECHNIKA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alkalmazás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Másodrendű szűrők.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BUTTERWORTH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szűrőtípus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BESSEL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szűrőtípus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CHEBYSHEV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szűrőtípus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