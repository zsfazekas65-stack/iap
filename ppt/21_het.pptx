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21.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583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RC SZŰRŐK TERVEZÉSE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858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DE9136"/>
                </a:solidFill>
                <a:latin typeface="Aptos"/>
              </a:defRPr>
            </a:pPr>
            <a:r>
              <a:t>IDŐÁLLANDÓ ÉS TÖRÉSPONT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29260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42AAD2"/>
                </a:solidFill>
                <a:latin typeface="Aptos"/>
              </a:defRPr>
            </a:pPr>
            <a:r>
              <a:t>τ = R ·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971800"/>
            <a:ext cx="30175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DE9136"/>
                </a:solidFill>
                <a:latin typeface="Aptos"/>
              </a:defRPr>
            </a:pPr>
            <a:r>
              <a:t>fc = 1 / (2πRC)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069080"/>
            <a:ext cx="2926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3F8F68"/>
                </a:solidFill>
                <a:latin typeface="Aptos"/>
              </a:defRPr>
            </a:pPr>
            <a:r>
              <a:t>≈ 100 Hz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hét küldetése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Zajos hőmérséklet-érzékelő jelének simítása.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RC ALULÁTERESZTŐ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zajcsökkentés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IDŐÁLLANDÓ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τ = R·C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TÖRÉSPONT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fc = 1/(2πRC)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Az RC szűrő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Egyszerű, mégis alapvető analóg áramkör.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ellenállás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kondenzátor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jelalakítás / zajcsökkentés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Az időállandó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Megmutatja a változás időbeli jellegét.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τ = R·C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alapképlet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NAGYOBB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lassabb változás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NAGYOBB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lassabb változás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Törésponti frekvencia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szűrő egyik legfontosabb tervezési adata.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 / (2πRC)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R vagy C nő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fc csökken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TERVEZÉS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kívánt frekvenciára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5 órás felépítés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elmélettől a mérésig.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1–2. ÓRA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működés + időállandó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3. ÓRA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fc számítása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4. ÓRA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labor / szimuláció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5. ÓRA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feladat + ellenőrzés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100 Hz körüli aluláteresztő szűrő.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TERVEZÉS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 és C választása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bemenet ↔ kimenet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ESZKÖZ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oszcilloszkóp / szimuláció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Három dologra különösen figyelj.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τ ≠ 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ne keverd össze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MÉRTÉKEGYSÉG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Ω • F • s •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POLARITÁS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elektrolit kondenzátor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Vizsgára röviden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számítás és az értelmezés együtt fontos.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MŰKÖDÉS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RC szűrő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SZÁMÍTÁS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τ és fc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ÉRTELMEZÉS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hatás a jelalakra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Előretekintés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22. hét: további RC szűrők.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FELÜLÁTERESZTŐ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magas frekvenciák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SÁVÁTERESZTŐ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kijelölt sáv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ALKALMAZÁS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gyakorlati példák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