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583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TRANSZFORMÁTOROK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858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DE9136"/>
                </a:solidFill>
                <a:latin typeface="Aptos"/>
              </a:defRPr>
            </a:pPr>
            <a:r>
              <a:t>AZ ANALÓG ELEKTRONIKÁBAN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914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DE9136"/>
                </a:solidFill>
                <a:latin typeface="Aptos"/>
              </a:defRPr>
            </a:pPr>
            <a:r>
              <a:t>230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828800"/>
            <a:ext cx="1554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→ TRAFÓ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182880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3F8F68"/>
                </a:solidFill>
                <a:latin typeface="Aptos"/>
              </a:defRPr>
            </a:pPr>
            <a:r>
              <a:t>24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6324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42AAD2"/>
                </a:solidFill>
                <a:latin typeface="Aptos"/>
              </a:defRPr>
            </a:pPr>
            <a:r>
              <a:t>n ≈ 9,6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977639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DE9136"/>
                </a:solidFill>
                <a:latin typeface="Aptos"/>
              </a:defRPr>
            </a:pPr>
            <a:r>
              <a:t>ZBD • 1885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Működési elv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transzformátor elektromágneses indukcióval működik.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PRIMER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váltakozó mágneses tér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VASMAG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mágneses csatolás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SZEKUNDER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indukált feszültség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Fontos összefüggések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Feszültség, áram és teljesítmény.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U1/U2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N1/N2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I1/I2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N2/N1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IDEÁLIS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P1 ≈ P2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Transzformátortípusok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Eltérő kialakítás, eltérő feladat.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lemezes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TOROID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gyűrűs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SZIGETELŐ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leválasztás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BIZTONSÁGI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biztonság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230/24 V-os transzformátor vizsgálata.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U1 és U2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ÁTTÉTEL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 számítása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TERHELÉS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U2 változása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230 V / 24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U1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230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U2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24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≈ 9,6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Magyar mérnöki örökség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ZBD-transzformátor 1885-ben született.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ZIPERNOWSKY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Károly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BLÁTHY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Ottó Titusz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DÉRY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Miksa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Miért volt áttörés?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zárt vasmagú transzformátor megváltoztatta az energiaelosztást.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NAGYFESZÜLTSÉG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energiaátvitel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KISEBB VESZTESÉG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hatékonyabb hálózat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LETRANSZFORMÁLÁS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fogyasztók közelében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IAP Mesterfeladat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1200 V / 120 V • I2 = 10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ÁTTÉTEL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 =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PRIMER ÁRAM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ideális esetben 1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KÉRDÉS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miért kisebb a veszteség?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Műveleti erősítők gyakorlati alkalmazásai.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KÖVETŐ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feszültségkövető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KOMPARÁTOR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küszöbkapcsolás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IPARI JEL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feldolgozás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