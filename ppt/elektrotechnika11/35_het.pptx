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8580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FREKVENCIAVÁLTÓK</a:t>
            </a:r>
            <a:br/>
            <a:r>
              <a:t>HIBAKERESÉSE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B4DCF2"/>
                </a:solidFill>
                <a:latin typeface="Aptos"/>
              </a:defRPr>
            </a:pPr>
            <a:r>
              <a:t>hibakód • mérés • diagnosztika • karbantartás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17320"/>
            <a:ext cx="2651760" cy="26517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417320"/>
            <a:ext cx="265176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FAULT</a:t>
            </a:r>
            <a:br/>
            <a:r>
              <a:t>!</a:t>
            </a:r>
            <a:br/>
            <a:r>
              <a:t>RESET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áll le a frekvenciaváltó akkor is, ha a motor hibátlan?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HAJTÁSRENDSZER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tápellátás • inverter</a:t>
            </a:r>
            <a:br/>
            <a:r>
              <a:t>kábelezés • 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nem csak a motort</a:t>
            </a:r>
            <a:br/>
            <a:r>
              <a:t>kell vizsgálni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hét öt kulcsterülete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feltöltött anyag heti céljai.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B84444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TÚLÁRAM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7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19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TÚLFESZ.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6ACD6"/>
                </a:solidFill>
                <a:latin typeface="Aptos"/>
              </a:defRPr>
            </a:pPr>
            <a:r>
              <a:t>TÚLMELEGEDÉS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1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KARBANTARTÁS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B4DCF2"/>
                </a:solidFill>
                <a:latin typeface="Aptos"/>
              </a:defRPr>
            </a:pPr>
            <a:r>
              <a:t>ELSŐ LÉPÉS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BIZTONSÁGOS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D48B37"/>
                </a:solidFill>
                <a:latin typeface="Aptos"/>
              </a:defRPr>
            </a:pPr>
            <a:r>
              <a:t>FESZÜLTSÉGMENTESÍTÉS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A hibakeresés innen indul.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Hibakód + mérés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hibakód önmagában nem mindig elegendő.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B84444"/>
                </a:solidFill>
                <a:latin typeface="Aptos"/>
              </a:defRPr>
            </a:pPr>
            <a:r>
              <a:t>1. HIBAKÓD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leolvasás és</a:t>
            </a:r>
            <a:br/>
            <a:r>
              <a:t>értelmezés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2. 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táp • motor</a:t>
            </a:r>
            <a:br/>
            <a:r>
              <a:t>csatlakozások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3.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mérések</a:t>
            </a:r>
            <a:br/>
            <a:r>
              <a:t>igazolják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Túláram és túlfeszültség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Két tipikus hajtáshiba.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TÚLÁRAM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 túl nagy</a:t>
            </a:r>
            <a:br/>
            <a:r>
              <a:t>→ hibajelzés / leállás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TÚLFESZÜLTSÉG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U túl nagy</a:t>
            </a:r>
            <a:br/>
            <a:r>
              <a:t>→ védelem működik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Túlmelegedés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hűtés állapota kulcskérdés.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2926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48B37"/>
                </a:solidFill>
                <a:latin typeface="Aptos"/>
              </a:defRPr>
            </a:pPr>
            <a:r>
              <a:t>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560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eltömődött</a:t>
            </a:r>
            <a:br/>
            <a:r>
              <a:t>hűtőborda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37744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5E718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08760"/>
            <a:ext cx="2926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2A74B2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3464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rossz légáramlás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5E71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50876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194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B84444"/>
                </a:solidFill>
                <a:latin typeface="Aptos"/>
              </a:defRPr>
            </a:pPr>
            <a:r>
              <a:t>HŐ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83464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hiba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Hibakeresési folyamat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tápellátástól a motorig.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B84444"/>
                </a:solidFill>
                <a:latin typeface="Aptos"/>
              </a:defRPr>
            </a:pPr>
            <a:r>
              <a:t>HIBAKÓD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0604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TÁP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8348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CSATLAKOZÁS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56ACD6"/>
                </a:solidFill>
                <a:latin typeface="Aptos"/>
              </a:defRPr>
            </a:pPr>
            <a:r>
              <a:t>MOTOR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PRÓBAÜZEM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Hibakeresési jegyzőkönyv egy szimulált hibáról.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B8444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TÁPFESZÜLTSÉG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MOTORCSATLAKOZÁS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PRÓBAÜZEM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Mérőeszközök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forrásanyagban megadott eszközök.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villamos</a:t>
            </a:r>
            <a:br/>
            <a:r>
              <a:t>mérések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SZIGETELÉS-</a:t>
            </a:r>
            <a:br/>
            <a:r>
              <a:t>VIZSGÁLÓ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szigetelés</a:t>
            </a:r>
            <a:br/>
            <a:r>
              <a:t>ellenőrzése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hibakód és</a:t>
            </a:r>
            <a:br/>
            <a:r>
              <a:t>paraméteradat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15 A névleges áram • 18 A tényleges 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18 - 15 = 3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13304E"/>
                </a:solidFill>
                <a:latin typeface="Aptos"/>
              </a:defRPr>
            </a:pPr>
            <a:r>
              <a:t>3 / 15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D48B37"/>
                </a:solidFill>
                <a:latin typeface="Aptos"/>
              </a:defRPr>
            </a:pPr>
            <a:r>
              <a:t>= 20% túlterhelés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hibakeresési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veszélyes vagy félrevezető gyakorlat.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B8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3304E"/>
                </a:solidFill>
                <a:latin typeface="Aptos"/>
              </a:defRPr>
            </a:pPr>
            <a:r>
              <a:t>FESZÜLTSÉG ALATTI</a:t>
            </a:r>
            <a:br/>
            <a:r>
              <a:t>MÉRÉS VÉDELEM NÉLKÜL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B8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3304E"/>
                </a:solidFill>
                <a:latin typeface="Aptos"/>
              </a:defRPr>
            </a:pPr>
            <a:r>
              <a:t>HIBÁS MÉRÉSI</a:t>
            </a:r>
            <a:br/>
            <a:r>
              <a:t>TARTOMÁNY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B8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3304E"/>
                </a:solidFill>
                <a:latin typeface="Aptos"/>
              </a:defRPr>
            </a:pPr>
            <a:r>
              <a:t>HIBAKÓD</a:t>
            </a:r>
            <a:br/>
            <a:r>
              <a:t>FÉLREÉRTELMEZÉSE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B8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3304E"/>
                </a:solidFill>
                <a:latin typeface="Aptos"/>
              </a:defRPr>
            </a:pPr>
            <a:r>
              <a:t>DOKUMENTÁCIÓ</a:t>
            </a:r>
            <a:br/>
            <a:r>
              <a:t>FIGYELMEN KÍVÜL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Megelőző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váratlan leállásokat előre kell megelőzni.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KÖRNYEZET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POR + HŰTÉS = KRITIKUS 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D48B37"/>
                </a:solidFill>
                <a:latin typeface="Aptos"/>
              </a:defRPr>
            </a:pPr>
            <a:r>
              <a:t>Az eltömődött hűtőborda és ventilátor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B4DCF2"/>
                </a:solidFill>
                <a:latin typeface="Aptos"/>
              </a:defRPr>
            </a:pPr>
            <a:r>
              <a:t>gyakori meghibásodási 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 és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Hibakeresés + megelőző karbantartás.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38912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Készíts folyamatábrát</a:t>
            </a:r>
            <a:br/>
            <a:r>
              <a:t>a tápellátástól a motorig.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438912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Készíts éves megelőző</a:t>
            </a:r>
            <a:br/>
            <a:r>
              <a:t>karbantartási tervet.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ETE-035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az első lépés hibakereséskor?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Mit jelezhet a túláram?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Miért fontos a hűtés?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Mikor kell dokumentációt használni?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 a megelőző karbantartás célja?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ÉV VÉGI ÖSSZEFOGLALÁS ÉS</a:t>
            </a:r>
            <a:br/>
            <a:r>
              <a:t>KOMPLEX GYAKORLATI PROJEKT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