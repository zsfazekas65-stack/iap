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315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PLC ÉS FREKVENCIAVÁLTÓ</a:t>
            </a:r>
            <a:br/>
            <a:r>
              <a:t>KOMMUNIKÁCIÓ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828800"/>
            <a:ext cx="150876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828800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828800"/>
            <a:ext cx="150876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828800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I/O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383280"/>
            <a:ext cx="150876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3383280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3383280"/>
            <a:ext cx="150876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3383280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6583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digitális • analóg • hálózati kommunikáció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Mit csinál a PLC?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hajtás működésének központi vezérlője.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063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063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LEÁLLÍTÁS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3063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IRÁNYVÁLTÁS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3375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063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3375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657600"/>
            <a:ext cx="3063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HIBAFELÜGYELET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3375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657600"/>
            <a:ext cx="3063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ÜZEMÁLLAPOT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Digitális vezérlés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PLC kimenet → frekvenciaváltó digitális bemenet.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233172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233172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ELŐRE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233172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56ACD6"/>
                </a:solidFill>
                <a:latin typeface="Aptos"/>
              </a:defRPr>
            </a:pPr>
            <a:r>
              <a:t>HÁTRA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182880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1240" y="233172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0 / 1 • KI / BE • kétállapotú parancs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Analóg fordulatszám-alapjel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Folyamatos referenciajel.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4297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0-10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384048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0 V = 0 Hz</a:t>
            </a:r>
            <a:br/>
            <a:r>
              <a:t>10 V = 50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4297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27632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4-20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21408"/>
            <a:ext cx="384048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ipari áramjel</a:t>
            </a:r>
            <a:br/>
            <a:r>
              <a:t>fordulatszám-referencia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960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alapjel ↑  →  kívánt frekvencia 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Ipari kommunikációs hálózatok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Parancsok küldése és üzemi adatok visszaolvasása.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Modbus RTU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Modbus TCP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41732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PROFINET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EtherNet/IP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42900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79476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EtherCAT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Egyszerű rendszerfelépítés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egyik leggyakoribb ipari hajtáslánc.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57400"/>
            <a:ext cx="2423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24028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56ACD6"/>
                </a:solidFill>
                <a:latin typeface="Aptos"/>
              </a:defRPr>
            </a:pPr>
            <a:r>
              <a:t>NYOMÓGOMB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880360"/>
            <a:ext cx="365759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46120" y="2057400"/>
            <a:ext cx="2423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057400"/>
            <a:ext cx="224028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9" y="2880360"/>
            <a:ext cx="365761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0" y="2057400"/>
            <a:ext cx="2423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224028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FREKVENCIAVÁLTÓ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288036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6840" y="2057400"/>
            <a:ext cx="2423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224028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ASZINKRON MOTOR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HMI - mit lát a kezelő?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Állapot és üzemi adatok egy helyen.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971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2971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37360"/>
            <a:ext cx="2971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971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2461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2971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Üzemóra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32461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566160"/>
            <a:ext cx="2971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Motorállapot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Bizonyos paraméterek a HMI-ről módosíthatók.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SZÁLLÍTÓSZALAG AUTOMATIKUS SEBESSÉGSZABÁLYOZÁSA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880360"/>
            <a:ext cx="192024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880360"/>
            <a:ext cx="192024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TERMÉK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3547872"/>
            <a:ext cx="32004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51760" y="2880360"/>
            <a:ext cx="192024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880360"/>
            <a:ext cx="192024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547872"/>
            <a:ext cx="32004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83479" y="2880360"/>
            <a:ext cx="192024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79" y="2880360"/>
            <a:ext cx="192024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19" y="3547872"/>
            <a:ext cx="32004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199" y="2880360"/>
            <a:ext cx="192024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9" y="2880360"/>
            <a:ext cx="192024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MOTOR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3547872"/>
            <a:ext cx="32004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19" y="2880360"/>
            <a:ext cx="192024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19" y="2880360"/>
            <a:ext cx="192024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SZALAG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A terméktől függően automatikusan változik a motor fordulatszáma.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Kétirányú adatcsere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Nemcsak parancsot küldünk - adatot is olvasunk.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389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40233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PLC → VFD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393192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Start / Stop</a:t>
            </a:r>
            <a:br/>
            <a:r>
              <a:t>irány</a:t>
            </a:r>
            <a:br/>
            <a:r>
              <a:t>fordulatszám-alapjel</a:t>
            </a:r>
            <a:br/>
            <a:r>
              <a:t>Reset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4389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73351"/>
            <a:ext cx="40233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VFD → 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67128"/>
            <a:ext cx="393192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állapot</a:t>
            </a:r>
            <a:br/>
            <a:r>
              <a:t>frekvencia</a:t>
            </a:r>
            <a:br/>
            <a:r>
              <a:t>áram</a:t>
            </a:r>
            <a:br/>
            <a:r>
              <a:t>hibainformáció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960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KOMMUNIKÁCIÓ = VEZÉRLÉS + VISSZAJELZÉS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 - tervezz PLC-VFD rendszert!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Bemenetek, kimenetek, vezérlőjelek és HMI-adatok.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BEMENETEK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78308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KIMENETEK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8308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VEZÉRLŐJELEK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55448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78308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HMI ADATOK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KOMMUNIKÁCIÓS HIBA ≠ FELTÉTLENÜL HARDVERHIBA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7889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95351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CÍMZÉS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47287"/>
            <a:ext cx="28803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hibás eszközcím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889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95351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BAUD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447287"/>
            <a:ext cx="28803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eltérő sebesség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27889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95351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KÁBELEZÉS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447287"/>
            <a:ext cx="28803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helytelen bekötés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eredeti jegyzet kérdései.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ETE-018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PLC feladata?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 a különbség a digitális és analóg vezérlés között?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Mire szolgál a 4-20 mA jel?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Milyen adatokat kérhet le a PLC a frekvenciaváltótól?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Miért előnyös az ipari kommunikáció?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SZERVOHAJTÁSOK ÉS ENKÓDEREK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SZERVOMOTOR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ENKÓDER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VISSZACSATOLÁS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POZÍCIÓ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