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6692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DC MOTOR</a:t>
            </a:r>
            <a:br/>
            <a:r>
              <a:t>JELLEGGÖRBÉK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ellenfeszültség • áram • nyomaték • fordulatszám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7680960" y="1554480"/>
            <a:ext cx="0" cy="292608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80960" y="4480560"/>
            <a:ext cx="329184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9560" y="1828800"/>
            <a:ext cx="2788920" cy="22860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909560" y="2011680"/>
            <a:ext cx="2788920" cy="187452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vesz fel az álló motor sokkal nagyobb áramot?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ÁLLÓ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 = 0</a:t>
            </a:r>
            <a:br/>
            <a:r>
              <a:t>ellenfeszültség ≈ 0</a:t>
            </a:r>
            <a:br/>
            <a:r>
              <a:t>→ nagy 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2763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FORGÓ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2140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 ↑</a:t>
            </a:r>
            <a:br/>
            <a:r>
              <a:t>ellenfeszültség ↑</a:t>
            </a:r>
            <a:br/>
            <a:r>
              <a:t>→ áram csökken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ellenfeszültség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visszaindukált feszültség a fordulatszámmal nő.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FORDULATSZÁM 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1920240"/>
            <a:ext cx="118872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5544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E 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1920240"/>
            <a:ext cx="118872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89520" y="15544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498B6A"/>
                </a:solidFill>
                <a:latin typeface="Aptos"/>
              </a:defRPr>
            </a:pPr>
            <a:r>
              <a:t>I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Az ellenfeszültség természetes áramkorlátozó hatású.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három tanórája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Egymásra épülő gondolatmenet.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ellenfeszültség</a:t>
            </a:r>
            <a:br/>
            <a:r>
              <a:t>+ indítási 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fordulatszám</a:t>
            </a:r>
            <a:br/>
            <a:r>
              <a:t>+ nyomaték + 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jelleggörbék</a:t>
            </a:r>
            <a:br/>
            <a:r>
              <a:t>+ üzemi pont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Fordulatszám - nyomaték - áram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terhelés változása mindhárom mennyiségre 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TERHELÉS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83464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motor jobban terhelődik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ÁRAM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12848"/>
            <a:ext cx="283464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armatúraáram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71907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NYOMATÉK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12848"/>
            <a:ext cx="283464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motor-nyomaték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 fordulatszám közben megváltozik → ezt a jelleggörbék mutatják.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Jelleggörbék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motor viselkedése grafikonon válik igazán láthatóvá.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417320"/>
            <a:ext cx="0" cy="370332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120640"/>
            <a:ext cx="932688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141732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n /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5257800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terhelés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1828800"/>
            <a:ext cx="8595360" cy="27889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645920" y="1965960"/>
            <a:ext cx="8595360" cy="260604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69680" y="182880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D48B37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06908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fordulatszám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ÜZEMI 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B4DCF2"/>
                </a:solidFill>
                <a:latin typeface="Aptos"/>
              </a:defRPr>
            </a:pPr>
            <a:r>
              <a:t>A motor tényleges működési állapota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2377440"/>
            <a:ext cx="8321040" cy="18288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795527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fordulatszám + áram + nyomaték + terhelés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337560"/>
            <a:ext cx="795527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A jelleggörbén értelmezhető.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példája.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A74B2"/>
                </a:solidFill>
                <a:latin typeface="Aptos"/>
              </a:defRPr>
            </a:pPr>
            <a:r>
              <a:t>U = 24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E = 18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37160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98B6A"/>
                </a:solidFill>
                <a:latin typeface="Aptos"/>
              </a:defRPr>
            </a:pPr>
            <a:r>
              <a:t>R = 0,8 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13304E"/>
                </a:solidFill>
                <a:latin typeface="Aptos"/>
              </a:defRPr>
            </a:pPr>
            <a:r>
              <a:t>I = (U - E) /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I = (24 - 18) / 0,8 = 7,5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Indítási áram, üzemi áram és fordulatszám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INDÍTÁSI 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97180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ÜZEMI 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7180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97180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TERHELÉS NÖVELÉSE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4592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82880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2A74B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97180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KIÉRTÉKELÉS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Mire figyelj a laborban?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FORDULATSZÁMMÉRÉS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TÚL RÖVID</a:t>
            </a:r>
            <a:br/>
            <a:r>
              <a:t>MÉRÉSI IDŐ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TERHELÉS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INDÍTÁSI ÁRAM</a:t>
            </a:r>
            <a:br/>
            <a:r>
              <a:t>KIHAGYÁSA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LEÁLLÁSKOR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ELLENFESZÜLTSÉG →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B4DCF2"/>
                </a:solidFill>
                <a:latin typeface="Aptos"/>
              </a:defRPr>
            </a:pPr>
            <a:r>
              <a:t>ÁRAM HIRTELEN MEGNŐHET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mérési adatokból legyen mérnöki információ.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jelleggörbét</a:t>
            </a:r>
            <a:br/>
            <a:r>
              <a:t>mérési adatok alapján.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Tervezz közel állandó</a:t>
            </a:r>
            <a:br/>
            <a:r>
              <a:t>fordulatszámú DC hajtást.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öt kérdés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ETE-026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az ellenfeszültség?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Miért nagy az indítási áram?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Hogyan változik a fordulatszám?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 a kapcsolat az áram és a nyomaték között?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Miért fontosak a jelleggörbék?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AZ EGYENÁRAMÚ MOTOROK</a:t>
            </a:r>
            <a:br/>
            <a:r>
              <a:t>FORDULATSZÁM-SZABÁLYOZÁSA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