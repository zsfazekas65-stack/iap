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73A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7772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"/>
              </a:defRPr>
            </a:pPr>
            <a:r>
              <a:t>IAP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1371600"/>
            <a:ext cx="6400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4DAEB"/>
                </a:solidFill>
                <a:latin typeface="Aptos"/>
              </a:defRPr>
            </a:pPr>
            <a:r>
              <a:t>11. évfolyam • Elektrotechnika • ETE-001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2029968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BEVEZETÉS AZ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743200"/>
            <a:ext cx="10789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ELEKTROTECHNIKÁBA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3703320"/>
            <a:ext cx="10058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D3E4F1"/>
                </a:solidFill>
                <a:latin typeface="Aptos"/>
              </a:defRPr>
            </a:pPr>
            <a:r>
              <a:t>Miért váltakozó árammal működik a világ?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ELŐÁLLÍTÁS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79" y="4709160"/>
            <a:ext cx="2331720" cy="713232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7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ÁTVITEL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72200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ELOSZTÁS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961119" y="4709160"/>
            <a:ext cx="2331720" cy="713232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19" y="4928616"/>
            <a:ext cx="2331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ptos"/>
              </a:defRPr>
            </a:pPr>
            <a:r>
              <a:t>FELHASZNÁLÁS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IAP heti küldetés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25880" y="2148840"/>
            <a:ext cx="95097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Az elektrotechnika az elektromos energia előállításának, átvitelének és felhasználásának tudománya.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3886200"/>
            <a:ext cx="93268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D3E4F1"/>
                </a:solidFill>
                <a:latin typeface="Aptos"/>
              </a:defRPr>
            </a:pPr>
            <a:r>
              <a:t>A cél: áttekinteni a villamosenergia-rendszer egészét.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világ nagy kérdése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645920"/>
            <a:ext cx="10332720" cy="3474720"/>
          </a:xfrm>
          <a:prstGeom prst="roundRect">
            <a:avLst/>
          </a:prstGeom>
          <a:solidFill>
            <a:srgbClr val="17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05740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500" b="1">
                <a:solidFill>
                  <a:srgbClr val="FFFFFF"/>
                </a:solidFill>
                <a:latin typeface="Aptos"/>
              </a:defRPr>
            </a:pPr>
            <a:r>
              <a:t>MIÉRT HASZNÁL SZINTE AZ EGÉSZ VILÁG VÁLTAKOZÓ ÁRAMOT?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429000"/>
            <a:ext cx="9418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3E4F1"/>
                </a:solidFill>
                <a:latin typeface="Aptos"/>
              </a:defRPr>
            </a:pPr>
            <a:r>
              <a:t>…amikor sok elektronikus eszköz egyenárammal működik?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Történelmi kitekintés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Michael Faraday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ELEKTROMÁGNESES INDUKCIÓ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Faraday munkássága alapozta meg az elektrotechnika fejlődését.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GENERÁTOR + TRANSZFORMÁTOR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Felfedezése lehetővé tette a generátorok és később a transzformátorok megalkotását.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villamos energia útja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ELŐÁLLÍTÁS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950208" y="2331720"/>
            <a:ext cx="1325880" cy="91440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950208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8728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ÁTVITEL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08776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803136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03136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91656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ELOSZTÁS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61704" y="1965960"/>
            <a:ext cx="2514600" cy="265176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9656064" y="2331720"/>
            <a:ext cx="1325880" cy="91440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56064" y="26060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44584" y="3657600"/>
            <a:ext cx="21488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173A5E"/>
                </a:solidFill>
                <a:latin typeface="Aptos"/>
              </a:defRPr>
            </a:pPr>
            <a:r>
              <a:t>FELHASZNÁLÁS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A hét célja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Az elektrotechnika szerepének megismerése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villamosenergia-rendszer áttekintése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tanév fő témáinak bemutatása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Magyar mérnök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188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5E6B76"/>
                </a:solidFill>
                <a:latin typeface="Aptos"/>
              </a:defRPr>
            </a:pPr>
            <a:r>
              <a:t>Ezen a héten még nincs külön bemutatva.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BLÁTHY OTTÓ TITUSZ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transzformátorok témakörénél térünk vissza rá.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73152" cy="338328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1772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DÉRI MIKSA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1772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szakmai jelentőség a transzformátoroknál lesz igazán érthető.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828800"/>
            <a:ext cx="3337560" cy="338328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2440" y="1828800"/>
            <a:ext cx="73152" cy="338328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21040" y="2011680"/>
            <a:ext cx="2880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ZIPERNOWSKY KÁROLY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2542032"/>
            <a:ext cx="2880360" cy="251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A későbbi témakörben részletesen foglalkozunk munkásságával.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Órai gondolkodtató feladat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58368" y="1737360"/>
            <a:ext cx="73152" cy="3657600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HIPOTÉZIS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Miért lehet előnyös a váltakozó áram egy országos energiarendszerben?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81928" y="1737360"/>
            <a:ext cx="5257800" cy="3657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81928" y="1737360"/>
            <a:ext cx="73152" cy="3657600"/>
          </a:xfrm>
          <a:prstGeom prst="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20240"/>
            <a:ext cx="4800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73A5E"/>
                </a:solidFill>
                <a:latin typeface="Aptos"/>
              </a:defRPr>
            </a:pPr>
            <a:r>
              <a:t>KAPCSOLAT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50591"/>
            <a:ext cx="480060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20" b="0">
                <a:solidFill>
                  <a:srgbClr val="263746"/>
                </a:solidFill>
                <a:latin typeface="Aptos"/>
              </a:defRPr>
            </a:pPr>
            <a:r>
              <a:t>Hogyan kapcsolódhat Faraday indukciós felfedezése a generátorhoz és a transzformátorhoz?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E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43891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700" b="1">
                <a:solidFill>
                  <a:srgbClr val="173A5E"/>
                </a:solidFill>
                <a:latin typeface="Aptos"/>
              </a:defRPr>
            </a:pPr>
            <a:r>
              <a:t>Önellenőrzés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060704"/>
            <a:ext cx="1005840" cy="50292"/>
          </a:xfrm>
          <a:prstGeom prst="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326880" y="6473952"/>
            <a:ext cx="2331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1">
                <a:solidFill>
                  <a:srgbClr val="173A5E"/>
                </a:solidFill>
                <a:latin typeface="Aptos"/>
              </a:defRPr>
            </a:pPr>
            <a:r>
              <a:t>IAP • ETE-001 • 1. hét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325880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417320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1344168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Mivel foglalkozik az elektrotechnika?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77240" y="2167128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258568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185416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hét nagy kérdése?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7240" y="3008376"/>
            <a:ext cx="502920" cy="502920"/>
          </a:xfrm>
          <a:prstGeom prst="roundRect">
            <a:avLst/>
          </a:prstGeom>
          <a:solidFill>
            <a:srgbClr val="2B7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3099816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026664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Mit fedezett fel Michael Faraday?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849624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941063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3867911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Mely két berendezés fejlődését alapozta meg?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690872"/>
            <a:ext cx="502920" cy="502920"/>
          </a:xfrm>
          <a:prstGeom prst="roundRect">
            <a:avLst/>
          </a:prstGeom>
          <a:solidFill>
            <a:srgbClr val="3C7D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782312"/>
            <a:ext cx="5029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54480" y="4709159"/>
            <a:ext cx="9692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63746"/>
                </a:solidFill>
                <a:latin typeface="Aptos"/>
              </a:defRPr>
            </a:pPr>
            <a:r>
              <a:t>Mi a hét fő tanulási célja?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