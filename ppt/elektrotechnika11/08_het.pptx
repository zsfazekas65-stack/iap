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11. évfolyam • Elektrotechnika • ETE-008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A HÁROMFÁZISÚ</a:t>
            </a:r>
            <a:br/>
            <a:r>
              <a:t>VÁLTAKOZÓ ÁRAM ALAPJAI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ptos"/>
              </a:defRPr>
            </a:pPr>
            <a:r>
              <a:t>120° • 230/400 V • Y • 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Miért három vezetéken jut el az energia az ipari fogyasztókhoz?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ETE-008 • 8.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A három fázis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Három szinuszos váltakozó feszültség</a:t>
            </a:r>
            <a:br/>
            <a:r>
              <a:t>120°-os fáziseltolással.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ETE-008 • 8.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Miért előnyös?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Egyenletesebb teljesítményátadás</a:t>
            </a:r>
            <a:br/>
            <a:r>
              <a:t>Kedvezőbb energiaátvitel</a:t>
            </a:r>
            <a:br/>
            <a:r>
              <a:t>Háromfázisú motorok egyszerű működése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ETE-008 • 8.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Fázis- és vonali feszültség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ULN ≈ 230 V</a:t>
            </a:r>
            <a:br/>
            <a:r>
              <a:t>ULL ≈ 400 V</a:t>
            </a:r>
            <a:br/>
            <a:br/>
            <a:r>
              <a:t>ULL = √3 × ULN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ETE-008 • 8.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Számítási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ULN = 230 V</a:t>
            </a:r>
            <a:br/>
            <a:br/>
            <a:r>
              <a:t>ULL = √3 × 230 ≈ 400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ETE-008 • 8.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Csillagkapcsolás - 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Közös csillagpont.</a:t>
            </a:r>
            <a:br/>
            <a:r>
              <a:t>A fázis- és vonali feszültség megkülönböztetése.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ETE-008 • 8.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Háromszögkapcsolás - 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A három fázistekercs zárt háromszöget alkot.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ETE-008 • 8. hét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Mérőlabor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L1 • L2 • L3 • N azonosítása</a:t>
            </a:r>
            <a:br/>
            <a:r>
              <a:t>230 V fázisfeszültség</a:t>
            </a:r>
            <a:br/>
            <a:r>
              <a:t>400 V vonali feszültség</a:t>
            </a:r>
            <a:br/>
            <a:r>
              <a:t>120° fáziseltolás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ETE-008 • 8. hét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A motor forgásiránya két fázis felcserélésével változtatható meg - kizárólag feszültségmentesen.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ETE-008 • 8. hét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IAP Mérnöki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Miért előnyösebb egy háromfázisú motor egy azonos teljesítményű egyfázisú motornál?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ETE-008 • 8. hét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CSILLAG- ÉS HÁROMSZÖGKAPCSOLÁS SZÁMÍTÁSAI</a:t>
            </a:r>
            <a:br/>
            <a:r>
              <a:t>HÁROMFÁZISÚ TELJESÍTMÉNY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ETE-008 • 8.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