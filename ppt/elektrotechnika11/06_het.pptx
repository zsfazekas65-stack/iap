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AZ IMPEDANCIA</a:t>
            </a:r>
            <a:br/>
            <a:r>
              <a:t>FOGALMA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R • XL • XC • Z • I = U/Z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nem elegendő Ohm törvénye önmagában</a:t>
            </a:r>
            <a:br/>
            <a:r>
              <a:t>váltakozó áramú körökben?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Mi az impedancia?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váltakozó áramú kör teljes áramkorlátozó hatása.</a:t>
            </a:r>
            <a:br/>
            <a:br/>
            <a:r>
              <a:t>Tartalmazza az ellenállást és a reaktanciát is.</a:t>
            </a:r>
            <a:br/>
            <a:r>
              <a:t>Mértékegysége: 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AC Ohm-törvény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I = U / Z</a:t>
            </a:r>
            <a:br/>
            <a:br/>
            <a:r>
              <a:t>Az áram nagyságát a teljes impedancia határozza meg.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U = 24 V</a:t>
            </a:r>
            <a:br/>
            <a:r>
              <a:t>Z = 12 Ω</a:t>
            </a:r>
            <a:br/>
            <a:br/>
            <a:r>
              <a:t>I = 24 / 12 = 2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Gyakorlati jelentőség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Motorok • transzformátorok • hosszú kábelek</a:t>
            </a:r>
            <a:br/>
            <a:br/>
            <a:r>
              <a:t>Nem elég csak az egyenáramú ellenállást ismerni.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R • RL • RC körök</a:t>
            </a:r>
            <a:br/>
            <a:br/>
            <a:r>
              <a:t>Azonos feszültség mellett mérd az áramfelvételt,</a:t>
            </a:r>
            <a:br/>
            <a:r>
              <a:t>és figyeld meg a fáziseltolást.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Oliver Heaviside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A váltakozó áramú hálózatok matematikai leírásának egyik úttörője.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Miért nem lehet egy villanymotor áramát egyszerűen</a:t>
            </a:r>
            <a:br/>
            <a:r>
              <a:t>a tekercs ellenállásából meghatározni?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73A5E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263746"/>
                </a:solidFill>
                <a:latin typeface="Aptos"/>
              </a:defRPr>
            </a:pPr>
            <a:r>
              <a:t>HATÁSOS • MEDDŐ • LÁTSZÓLAGOS 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ETE-006 • 6.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