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ASZINKRON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6858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B4DCF2"/>
                </a:solidFill>
                <a:latin typeface="Aptos"/>
              </a:defRPr>
            </a:pPr>
            <a:r>
              <a:t>felépítése és működése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2651760" cy="26517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17320"/>
            <a:ext cx="265176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3~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forog a rotor közvetlen hálózati kapcsolat nélkül?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3 FÁZIS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788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állórész-</a:t>
            </a:r>
            <a:br/>
            <a:r>
              <a:t>tekercselés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8191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INDUKCIÓ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8"/>
            <a:ext cx="2788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 keletkezik</a:t>
            </a:r>
            <a:br/>
            <a:r>
              <a:t>a rotorban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58191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NYOMATÉK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75688"/>
            <a:ext cx="2788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rotor</a:t>
            </a:r>
            <a:br/>
            <a:r>
              <a:t>forog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motor fő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Állórész, forgórész, légrés, csapágyak és hűtés.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ÁLLÓRÉSZ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FORGÓRÉSZ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LÉGRÉS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CSAPÁGYAK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KAPOCSDOBOZ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forgó mágneses tér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háromfázisú állórésztekercsek hozzák létre.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463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463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A74B2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1463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1463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920240"/>
            <a:ext cx="1463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1463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98B6A"/>
                </a:solidFill>
                <a:latin typeface="Aptos"/>
              </a:defRPr>
            </a:pPr>
            <a:r>
              <a:t>L3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6560" y="2651760"/>
            <a:ext cx="1463040" cy="0"/>
          </a:xfrm>
          <a:prstGeom prst="line">
            <a:avLst/>
          </a:prstGeom>
          <a:ln w="635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237744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FORGÓ</a:t>
            </a:r>
            <a:br/>
            <a:r>
              <a:t>MÁGNESES TÉR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Kalickás forgórész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Egyszerű, robusztus és kevés karbantartást igényel.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204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062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920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778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35240" y="1828800"/>
            <a:ext cx="0" cy="23774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0320" y="1828800"/>
            <a:ext cx="5394959" cy="0"/>
          </a:xfrm>
          <a:prstGeom prst="line">
            <a:avLst/>
          </a:prstGeom>
          <a:ln w="635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4206240"/>
            <a:ext cx="5394959" cy="0"/>
          </a:xfrm>
          <a:prstGeom prst="line">
            <a:avLst/>
          </a:prstGeom>
          <a:ln w="635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03120" y="4709160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vezetőrudak + rövidrezáró gyűrűk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Működési lánc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elméleti összefoglalója.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3 FÁZISÚ</a:t>
            </a:r>
            <a:br/>
            <a:r>
              <a:t>ÁRAM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FORGÓ</a:t>
            </a:r>
            <a:br/>
            <a:r>
              <a:t>MÁGNESES TÉR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INDUKÁLT</a:t>
            </a:r>
            <a:br/>
            <a:r>
              <a:t>ROTORÁRAM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4108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9828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ELEKTROMÁGNESES</a:t>
            </a:r>
            <a:br/>
            <a:r>
              <a:t>NYOMATÉK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MIÉRT ASZINKRON?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n MOTOR  &lt;  n SZINKRON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48B37"/>
                </a:solidFill>
                <a:latin typeface="Aptos"/>
              </a:defRPr>
            </a:pPr>
            <a:r>
              <a:t>A fordulatszám-különbség nélkül nincs indukciós működés.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Ez készíti elő a 29. hét SZLIP témáját.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Szinkron fordulatszám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50 Hz-es, 4 pólusú motor példája.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3304E"/>
                </a:solidFill>
                <a:latin typeface="Aptos"/>
              </a:defRPr>
            </a:pPr>
            <a:r>
              <a:t>n = 120 · f /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120 × 50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D48B37"/>
                </a:solidFill>
                <a:latin typeface="Aptos"/>
              </a:defRPr>
            </a:pPr>
            <a:r>
              <a:t>= 1500 1/min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névleges példa: 1450 1/min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aszinkron motor tipikus feladatai.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GÉPSZERSZÁM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Motorazonosítás, adattábla, áram és fordulatszám.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ÜRESJÁRÁSI ÁRAM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FORDULATSZÁM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tipikus hiba.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ADATTÁBLA-</a:t>
            </a:r>
            <a:br/>
            <a:r>
              <a:t>LEOLVASÁS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ROSSZ MÉRÉSI</a:t>
            </a:r>
            <a:br/>
            <a:r>
              <a:t>TARTOMÁNY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LAKATFOGÓ</a:t>
            </a:r>
            <a:br/>
            <a:r>
              <a:t>HIBÁS HASZNÁLATA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FORDULAT-</a:t>
            </a:r>
            <a:br/>
            <a:r>
              <a:t>SZÁMMÉRÉS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KALICKÁS ASZINKRON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egyszerű • megbízható • kevés karbantartás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B4DCF2"/>
                </a:solidFill>
                <a:latin typeface="Aptos"/>
              </a:defRPr>
            </a:pPr>
            <a:r>
              <a:t>Ezért ennyire elterjedt az iparban.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Robbantott vázlat és mérnöki indoklás.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ROBBANTOTT VÁZLAT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Nevezd meg</a:t>
            </a:r>
            <a:br/>
            <a:r>
              <a:t>a fő részeket.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Miért lett ez</a:t>
            </a:r>
            <a:br/>
            <a:r>
              <a:t>az ipar alapmotorja?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ETE-028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az állórész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 a kalickás forgórész?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 hozza létre a forgó mágneses teret?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Miért aszinkron a motor?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Hol alkalmazzák?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SZLIP ÉS NYOMATÉKKÉPZŐDÉS</a:t>
            </a:r>
            <a:br/>
            <a:r>
              <a:t>AZ ASZINKRON MOTORBAN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