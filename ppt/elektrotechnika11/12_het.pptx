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58952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HÁROMFÁZISÚ</a:t>
            </a:r>
            <a:br/>
            <a:r>
              <a:t>VÁLTAKOZÓ ÁRAMÚ RENDSZEREK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52360" y="3200400"/>
            <a:ext cx="50292" cy="2324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02652" y="3223647"/>
            <a:ext cx="50292" cy="2310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52944" y="3246748"/>
            <a:ext cx="50292" cy="2280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03236" y="3269556"/>
            <a:ext cx="50292" cy="223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53528" y="3291926"/>
            <a:ext cx="50292" cy="2179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03820" y="3313718"/>
            <a:ext cx="50292" cy="210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54112" y="3334794"/>
            <a:ext cx="50292" cy="202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04404" y="3355019"/>
            <a:ext cx="50292" cy="1924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54696" y="3374267"/>
            <a:ext cx="50292" cy="181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4988" y="3392416"/>
            <a:ext cx="50292" cy="1693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80" y="3409351"/>
            <a:ext cx="50292" cy="156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5572" y="3424965"/>
            <a:ext cx="50292" cy="1419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55864" y="3439159"/>
            <a:ext cx="50292" cy="126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06156" y="3451844"/>
            <a:ext cx="50292" cy="1109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56448" y="3462939"/>
            <a:ext cx="50292" cy="943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06740" y="3472374"/>
            <a:ext cx="50292" cy="771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57032" y="3480089"/>
            <a:ext cx="50292" cy="594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07324" y="3486036"/>
            <a:ext cx="50292" cy="414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57616" y="3490178"/>
            <a:ext cx="50292" cy="230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07908" y="3492487"/>
            <a:ext cx="50292" cy="46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458200" y="3491563"/>
            <a:ext cx="50292" cy="138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508492" y="3488335"/>
            <a:ext cx="50292" cy="322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58784" y="3483287"/>
            <a:ext cx="50292" cy="504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609076" y="3476450"/>
            <a:ext cx="50292" cy="683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59368" y="3467868"/>
            <a:ext cx="50292" cy="858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709660" y="3457595"/>
            <a:ext cx="50292" cy="102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759952" y="3445696"/>
            <a:ext cx="50292" cy="1189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810244" y="3432246"/>
            <a:ext cx="50292" cy="1345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860536" y="3417330"/>
            <a:ext cx="50292" cy="1491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10828" y="3401043"/>
            <a:ext cx="50292" cy="1628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961120" y="3383487"/>
            <a:ext cx="50292" cy="1755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011412" y="3364773"/>
            <a:ext cx="50292" cy="187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061704" y="3345021"/>
            <a:ext cx="50292" cy="1975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111996" y="3324354"/>
            <a:ext cx="50292" cy="2066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162288" y="3302903"/>
            <a:ext cx="50292" cy="21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212580" y="3280805"/>
            <a:ext cx="50292" cy="2209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262872" y="3258198"/>
            <a:ext cx="50292" cy="2260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313164" y="3235225"/>
            <a:ext cx="50292" cy="229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363456" y="3212033"/>
            <a:ext cx="50292" cy="2319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413748" y="3188766"/>
            <a:ext cx="50292" cy="2326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464040" y="3165574"/>
            <a:ext cx="50292" cy="2319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514332" y="3142601"/>
            <a:ext cx="50292" cy="229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564624" y="3119994"/>
            <a:ext cx="50292" cy="2260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614916" y="3097896"/>
            <a:ext cx="50292" cy="2209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665208" y="3076445"/>
            <a:ext cx="50292" cy="2145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715500" y="3055778"/>
            <a:ext cx="50292" cy="2066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765792" y="3036026"/>
            <a:ext cx="50292" cy="1975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816084" y="3017312"/>
            <a:ext cx="50292" cy="187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866376" y="2999756"/>
            <a:ext cx="50292" cy="1755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916668" y="2983469"/>
            <a:ext cx="50292" cy="1628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966960" y="2968553"/>
            <a:ext cx="50292" cy="1491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017252" y="2955103"/>
            <a:ext cx="50292" cy="1345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067544" y="2943204"/>
            <a:ext cx="50292" cy="1189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117836" y="2932931"/>
            <a:ext cx="50292" cy="1027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168128" y="2924349"/>
            <a:ext cx="50292" cy="858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218420" y="2917512"/>
            <a:ext cx="50292" cy="683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268712" y="2912464"/>
            <a:ext cx="50292" cy="504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319004" y="2909236"/>
            <a:ext cx="50292" cy="322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369296" y="2907849"/>
            <a:ext cx="50292" cy="138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419588" y="2907849"/>
            <a:ext cx="50292" cy="463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469880" y="2908312"/>
            <a:ext cx="50292" cy="230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520172" y="2910621"/>
            <a:ext cx="50292" cy="414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570464" y="2914763"/>
            <a:ext cx="50292" cy="5947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620756" y="2920710"/>
            <a:ext cx="50292" cy="771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671048" y="2928425"/>
            <a:ext cx="50292" cy="943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721340" y="2937860"/>
            <a:ext cx="50292" cy="1109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771632" y="2948955"/>
            <a:ext cx="50292" cy="1268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821924" y="2961640"/>
            <a:ext cx="50292" cy="1419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872216" y="2975834"/>
            <a:ext cx="50292" cy="15614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922508" y="2991448"/>
            <a:ext cx="50292" cy="1693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972800" y="3008383"/>
            <a:ext cx="50292" cy="18149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023092" y="3026532"/>
            <a:ext cx="50292" cy="1924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073384" y="3045780"/>
            <a:ext cx="50292" cy="20225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123676" y="3066005"/>
            <a:ext cx="50292" cy="21076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173968" y="3087081"/>
            <a:ext cx="50292" cy="21792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224260" y="3108873"/>
            <a:ext cx="50292" cy="22370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274552" y="3131243"/>
            <a:ext cx="50292" cy="2280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324844" y="3154051"/>
            <a:ext cx="50292" cy="23101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375136" y="3177152"/>
            <a:ext cx="50292" cy="23248"/>
          </a:xfrm>
          <a:prstGeom prst="line">
            <a:avLst/>
          </a:prstGeom>
          <a:ln w="2286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452360" y="4127181"/>
            <a:ext cx="50292" cy="124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502652" y="4113232"/>
            <a:ext cx="50292" cy="139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552944" y="4097848"/>
            <a:ext cx="50292" cy="1538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603236" y="4081126"/>
            <a:ext cx="50292" cy="1672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653528" y="4063172"/>
            <a:ext cx="50292" cy="1795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7703820" y="4044099"/>
            <a:ext cx="50292" cy="1907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7754112" y="4024027"/>
            <a:ext cx="50292" cy="2007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04404" y="4003084"/>
            <a:ext cx="50292" cy="2094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854696" y="3981402"/>
            <a:ext cx="50292" cy="2168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904988" y="3959118"/>
            <a:ext cx="50292" cy="2228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955280" y="3936374"/>
            <a:ext cx="50292" cy="2274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005572" y="3913312"/>
            <a:ext cx="50292" cy="2306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055864" y="3890078"/>
            <a:ext cx="50292" cy="2323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106156" y="3866820"/>
            <a:ext cx="50292" cy="2325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156448" y="3843685"/>
            <a:ext cx="50292" cy="2313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206740" y="3820818"/>
            <a:ext cx="50292" cy="2286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257032" y="3798365"/>
            <a:ext cx="50292" cy="2245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307324" y="3776467"/>
            <a:ext cx="50292" cy="2189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357616" y="3755263"/>
            <a:ext cx="50292" cy="2120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407908" y="3734886"/>
            <a:ext cx="50292" cy="203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458200" y="3715466"/>
            <a:ext cx="50292" cy="194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508492" y="3697126"/>
            <a:ext cx="50292" cy="1834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558784" y="3679981"/>
            <a:ext cx="50292" cy="1714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609076" y="3664140"/>
            <a:ext cx="50292" cy="1584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8659368" y="3649703"/>
            <a:ext cx="50292" cy="1443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8709660" y="3636761"/>
            <a:ext cx="50292" cy="1294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8759952" y="3625396"/>
            <a:ext cx="50292" cy="1136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8810244" y="3615680"/>
            <a:ext cx="50292" cy="971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860536" y="3607674"/>
            <a:ext cx="50292" cy="800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910828" y="3601429"/>
            <a:ext cx="50292" cy="624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961120" y="3596985"/>
            <a:ext cx="50292" cy="444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011412" y="3594369"/>
            <a:ext cx="50292" cy="261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061704" y="3593598"/>
            <a:ext cx="50292" cy="77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111996" y="3593598"/>
            <a:ext cx="50292" cy="107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162288" y="3594677"/>
            <a:ext cx="50292" cy="292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212580" y="3597599"/>
            <a:ext cx="50292" cy="474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62872" y="3602346"/>
            <a:ext cx="50292" cy="654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313164" y="3608887"/>
            <a:ext cx="50292" cy="82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363456" y="3617182"/>
            <a:ext cx="50292" cy="99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413748" y="3627177"/>
            <a:ext cx="50292" cy="1163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464040" y="3638810"/>
            <a:ext cx="50292" cy="1319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514332" y="3652008"/>
            <a:ext cx="50292" cy="1467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564624" y="3666685"/>
            <a:ext cx="50292" cy="1606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614916" y="3682751"/>
            <a:ext cx="50292" cy="1735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665208" y="3700103"/>
            <a:ext cx="50292" cy="1852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715500" y="3718631"/>
            <a:ext cx="50292" cy="1958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765792" y="3738219"/>
            <a:ext cx="50292" cy="2052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816084" y="3758743"/>
            <a:ext cx="50292" cy="2132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866376" y="3780072"/>
            <a:ext cx="50292" cy="220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916668" y="3802072"/>
            <a:ext cx="50292" cy="2253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966960" y="3824604"/>
            <a:ext cx="50292" cy="22922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017252" y="3847526"/>
            <a:ext cx="50292" cy="2316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0067544" y="3870692"/>
            <a:ext cx="50292" cy="2326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17836" y="3893956"/>
            <a:ext cx="50292" cy="2321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68128" y="3917171"/>
            <a:ext cx="50292" cy="2301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218420" y="3940190"/>
            <a:ext cx="50292" cy="2267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268712" y="3962868"/>
            <a:ext cx="50292" cy="2219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319004" y="3985061"/>
            <a:ext cx="50292" cy="2156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369296" y="4006630"/>
            <a:ext cx="50292" cy="2080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419588" y="4027436"/>
            <a:ext cx="50292" cy="1991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469880" y="4047350"/>
            <a:ext cx="50292" cy="188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520172" y="4066245"/>
            <a:ext cx="50292" cy="1775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570464" y="4084002"/>
            <a:ext cx="50292" cy="1650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620756" y="4100508"/>
            <a:ext cx="50292" cy="1515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671048" y="4115659"/>
            <a:ext cx="50292" cy="1370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721340" y="4129359"/>
            <a:ext cx="50292" cy="1216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771632" y="4141522"/>
            <a:ext cx="50292" cy="105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821924" y="4152071"/>
            <a:ext cx="50292" cy="886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872216" y="4160939"/>
            <a:ext cx="50292" cy="7131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922508" y="4168070"/>
            <a:ext cx="50292" cy="53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972800" y="4173419"/>
            <a:ext cx="50292" cy="353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1023092" y="4176952"/>
            <a:ext cx="50292" cy="1695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1073384" y="4178493"/>
            <a:ext cx="50292" cy="154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123676" y="4176490"/>
            <a:ext cx="50292" cy="200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1173968" y="4172653"/>
            <a:ext cx="50292" cy="3837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224260" y="4167004"/>
            <a:ext cx="50292" cy="564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1274552" y="4159581"/>
            <a:ext cx="50292" cy="742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324844" y="4150428"/>
            <a:ext cx="50292" cy="915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1375136" y="4139605"/>
            <a:ext cx="50292" cy="10823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7452360" y="4307771"/>
            <a:ext cx="50292" cy="1082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7502652" y="4298618"/>
            <a:ext cx="50292" cy="915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552944" y="4291195"/>
            <a:ext cx="50292" cy="742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7603236" y="4285546"/>
            <a:ext cx="50292" cy="56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7653528" y="4281709"/>
            <a:ext cx="50292" cy="383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703820" y="4279706"/>
            <a:ext cx="50292" cy="200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7754112" y="4279552"/>
            <a:ext cx="50292" cy="15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804404" y="4279552"/>
            <a:ext cx="50292" cy="16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854696" y="4281247"/>
            <a:ext cx="50292" cy="353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904988" y="4284780"/>
            <a:ext cx="50292" cy="53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7955280" y="4290129"/>
            <a:ext cx="50292" cy="713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005572" y="4297260"/>
            <a:ext cx="50292" cy="886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055864" y="4306128"/>
            <a:ext cx="50292" cy="105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106156" y="4316677"/>
            <a:ext cx="50292" cy="1216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8156448" y="4328840"/>
            <a:ext cx="50292" cy="1370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8206740" y="4342540"/>
            <a:ext cx="50292" cy="1515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8257032" y="4357691"/>
            <a:ext cx="50292" cy="1650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307324" y="4374197"/>
            <a:ext cx="50292" cy="1775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357616" y="4391954"/>
            <a:ext cx="50292" cy="188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407908" y="4410849"/>
            <a:ext cx="50292" cy="1991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458200" y="4430763"/>
            <a:ext cx="50292" cy="2080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8508492" y="4451569"/>
            <a:ext cx="50292" cy="2156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558784" y="4473138"/>
            <a:ext cx="50292" cy="2219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609076" y="4495331"/>
            <a:ext cx="50292" cy="2267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659368" y="4518009"/>
            <a:ext cx="50292" cy="2301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709660" y="4541028"/>
            <a:ext cx="50292" cy="2321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759952" y="4564243"/>
            <a:ext cx="50292" cy="2326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810244" y="4587507"/>
            <a:ext cx="50292" cy="2316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8860536" y="4610673"/>
            <a:ext cx="50292" cy="2292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910828" y="4633595"/>
            <a:ext cx="50292" cy="2253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961120" y="4656127"/>
            <a:ext cx="50292" cy="2200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011412" y="4678127"/>
            <a:ext cx="50292" cy="2132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061704" y="4699456"/>
            <a:ext cx="50292" cy="205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111996" y="4719980"/>
            <a:ext cx="50292" cy="1958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162288" y="4739568"/>
            <a:ext cx="50292" cy="1852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212580" y="4758096"/>
            <a:ext cx="50292" cy="1735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9262872" y="4775448"/>
            <a:ext cx="50292" cy="1606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9313164" y="4791514"/>
            <a:ext cx="50292" cy="1467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9363456" y="4806191"/>
            <a:ext cx="50292" cy="1319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9413748" y="4819389"/>
            <a:ext cx="50292" cy="1163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9464040" y="4831022"/>
            <a:ext cx="50292" cy="99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9514332" y="4841017"/>
            <a:ext cx="50292" cy="829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9564624" y="4849312"/>
            <a:ext cx="50292" cy="654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9614916" y="4855853"/>
            <a:ext cx="50292" cy="474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665208" y="4860600"/>
            <a:ext cx="50292" cy="292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715500" y="4863522"/>
            <a:ext cx="50292" cy="107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9765792" y="4863830"/>
            <a:ext cx="50292" cy="77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816084" y="4861214"/>
            <a:ext cx="50292" cy="261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9866376" y="4856770"/>
            <a:ext cx="50292" cy="444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916668" y="4850525"/>
            <a:ext cx="50292" cy="624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9966960" y="4842519"/>
            <a:ext cx="50292" cy="800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0017252" y="4832803"/>
            <a:ext cx="50292" cy="9716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0067544" y="4821438"/>
            <a:ext cx="50292" cy="1136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117836" y="4808496"/>
            <a:ext cx="50292" cy="1294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168128" y="4794059"/>
            <a:ext cx="50292" cy="1443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218420" y="4778218"/>
            <a:ext cx="50292" cy="15841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0268712" y="4761073"/>
            <a:ext cx="50292" cy="1714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319004" y="4742733"/>
            <a:ext cx="50292" cy="1834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369296" y="4723313"/>
            <a:ext cx="50292" cy="19420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419588" y="4702936"/>
            <a:ext cx="50292" cy="2037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0469880" y="4681732"/>
            <a:ext cx="50292" cy="2120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0520172" y="4659834"/>
            <a:ext cx="50292" cy="2189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0570464" y="4637381"/>
            <a:ext cx="50292" cy="2245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10620756" y="4614514"/>
            <a:ext cx="50292" cy="22867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10671048" y="4591379"/>
            <a:ext cx="50292" cy="23135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10721340" y="4568121"/>
            <a:ext cx="50292" cy="23258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0771632" y="4544887"/>
            <a:ext cx="50292" cy="2323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0821924" y="4521825"/>
            <a:ext cx="50292" cy="2306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0872216" y="4499081"/>
            <a:ext cx="50292" cy="2274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0922508" y="4476797"/>
            <a:ext cx="50292" cy="2228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0972800" y="4455115"/>
            <a:ext cx="50292" cy="2168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11023092" y="4434172"/>
            <a:ext cx="50292" cy="2094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11073384" y="4414100"/>
            <a:ext cx="50292" cy="2007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11123676" y="4395027"/>
            <a:ext cx="50292" cy="19073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1173968" y="4377073"/>
            <a:ext cx="50292" cy="1795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1224260" y="4360351"/>
            <a:ext cx="50292" cy="16722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1274552" y="4344967"/>
            <a:ext cx="50292" cy="1538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1324844" y="4331018"/>
            <a:ext cx="50292" cy="13949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1375136" y="4318594"/>
            <a:ext cx="50292" cy="12424"/>
          </a:xfrm>
          <a:prstGeom prst="line">
            <a:avLst/>
          </a:prstGeom>
          <a:ln w="22860">
            <a:solidFill>
              <a:srgbClr val="82BE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85800" y="3886200"/>
            <a:ext cx="6217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B4DCF2"/>
                </a:solidFill>
                <a:latin typeface="Aptos"/>
              </a:defRPr>
            </a:pPr>
            <a:r>
              <a:t>120° • Y / Δ • P = √3·Uv·Iv·cosφ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Miért három fázis?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 három fő előnyt emel ki.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120°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három fázis egymáshoz képest 120°-os fáziseltolással működik.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Közel állandó teljesítmény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rendszer egyenletes energiaátadást tesz lehetővé.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2763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Gazdaságos átvitel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21408"/>
            <a:ext cx="292608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vezeték-keresztmetszet mellett nagyobb teljesítmény továbbítható.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három fázis vektorképe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Három azonos nagyságú, 120°-kal eltolt fázis.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035040" y="1645919"/>
            <a:ext cx="0" cy="2011681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15000" y="1325879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L1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292874" y="3657600"/>
            <a:ext cx="1742166" cy="1005840"/>
          </a:xfrm>
          <a:prstGeom prst="line">
            <a:avLst/>
          </a:prstGeom>
          <a:ln w="635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72834" y="434340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L2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3657600"/>
            <a:ext cx="1742165" cy="10058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57165" y="434340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1005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120°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1005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3304E"/>
                </a:solidFill>
                <a:latin typeface="Aptos"/>
              </a:defRPr>
            </a:pPr>
            <a:r>
              <a:t>120°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Csillagkapcsolás -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tekercsek közös csillagpontba csatlakoznak.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657600" y="1828799"/>
            <a:ext cx="0" cy="1645921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83280" y="1554479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L1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32191" y="3474720"/>
            <a:ext cx="1425409" cy="82296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57871" y="402336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3474720"/>
            <a:ext cx="1425408" cy="822960"/>
          </a:xfrm>
          <a:prstGeom prst="line">
            <a:avLst/>
          </a:prstGeom>
          <a:ln w="635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08688" y="402336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70332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N / csillagpont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19072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Mit kell megérteni?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12848"/>
            <a:ext cx="393192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vonali és fázisfeszültség, illetve áram kapcsolatát és a gyakorlati felhasználást.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Háromszögkapcsolás - 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tekercsek zárt hurkot alkotnak.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645920" y="1645920"/>
            <a:ext cx="1828800" cy="320040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4846320"/>
            <a:ext cx="3657600" cy="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474720" y="1645920"/>
            <a:ext cx="1828800" cy="320040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13716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40233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Mit kell megérteni?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12848"/>
            <a:ext cx="393192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vonali és fázisjellemzők kapcsolatát, valamint a Δ kapcsolás gyakorlati felhasználását.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Háromfázisú aktív teljesítmény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központi képlete.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10332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13304E"/>
                </a:solidFill>
                <a:latin typeface="Aptos"/>
              </a:defRPr>
            </a:pPr>
            <a:r>
              <a:t>P = √3 · Uv · Iv · cosφ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Uv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36007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vonali feszültség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977639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636007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vonali áram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977639"/>
            <a:ext cx="3017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142231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cosφ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636007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teljesítménytényező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háromfázisú energia a modern ipar alapja.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Aszinkron motor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169164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Szivattyú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41732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Kompresszor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79" y="33832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365760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CNC gép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38328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Automatizálás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Laborfeladat - motor kapocsléc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Azonosítás • kapcsolási vázlat • teljesítményszámítás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U1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9202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9202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9202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W1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918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U2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2918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2918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3291840"/>
            <a:ext cx="685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291840"/>
            <a:ext cx="685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W2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41732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581912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1. Azonosítás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075688"/>
            <a:ext cx="4297680" cy="4571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Keresd meg a csillag- és háromszögkapcsolás lehetőségét.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92608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090672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2. Vázlat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584448"/>
            <a:ext cx="4297680" cy="4571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Készíts Y és Δ kapcsolási rajzot.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43484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59943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3. Számítás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093207"/>
            <a:ext cx="4297680" cy="4571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400 V-os motor: P = √3·Uv·Iv·cosφ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400 V-OS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ptos"/>
              </a:defRPr>
            </a:pPr>
            <a:r>
              <a:t>Kapott adatok: Iv és cosφ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B4DCF2"/>
                </a:solidFill>
                <a:latin typeface="Aptos"/>
              </a:defRPr>
            </a:pPr>
            <a:r>
              <a:t>Számítsd ki az aktív teljesítményt!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P = √3 · 400 · Iv · cosφ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eredeti jegyzet öt kérdése.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ETE-012 • 12.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Miért előnyös a háromfázisú rendszer?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Mit jelent a 120°-os fáziseltolás?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Miben különbözik az Y és Δ kapcsolás?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Hogyan számítható az aktív teljesítmény?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Nevezz meg legalább három ipari alkalmazást!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HÁROMFÁZISÚ</a:t>
            </a:r>
            <a:br/>
            <a:r>
              <a:t>ASZINKRON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Aptos"/>
              </a:defRPr>
            </a:pPr>
            <a:r>
              <a:t>felépítés • működés • forgó mágneses tér • indítási módok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9080" y="4251960"/>
            <a:ext cx="4023360" cy="118872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38912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9204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9788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0372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4434840"/>
            <a:ext cx="0" cy="822960"/>
          </a:xfrm>
          <a:prstGeom prst="line">
            <a:avLst/>
          </a:prstGeom>
          <a:ln w="25400">
            <a:solidFill>
              <a:srgbClr val="96C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