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68580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AZ EGYENÁRAMÚ MOTOR</a:t>
            </a:r>
            <a:br/>
            <a:r>
              <a:t>MŰKÖDÉSE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08760"/>
            <a:ext cx="2560320" cy="25603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08760"/>
            <a:ext cx="25603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Lorentz-erő • kommutátor • nyomaték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 működés alapelve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Árammal átjárt vezető mágneses térben.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ÁRAMMAL ÁTJÁRT</a:t>
            </a:r>
            <a:br/>
            <a:r>
              <a:t>VEZETŐ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834640"/>
            <a:ext cx="457201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2628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MÁGNESES</a:t>
            </a:r>
            <a:br/>
            <a:r>
              <a:t>TÉR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834640"/>
            <a:ext cx="45720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LORENTZ-</a:t>
            </a:r>
            <a:br/>
            <a:r>
              <a:t>ERŐ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3304E"/>
                </a:solidFill>
                <a:latin typeface="Aptos"/>
              </a:defRPr>
            </a:pPr>
            <a:r>
              <a:t>→ FORGATÓNYOMATÉK → FORGÓRÉSZ MOZGÁSA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ENERGIAÁTALAKÍTÁS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0"/>
            <a:ext cx="2468880" cy="219456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19456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VILLAMOS</a:t>
            </a:r>
            <a:br/>
            <a:r>
              <a:t>ENERGIA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2926080"/>
            <a:ext cx="3657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828800"/>
            <a:ext cx="2468880" cy="219456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19456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56ACD6"/>
                </a:solidFill>
                <a:latin typeface="Aptos"/>
              </a:defRPr>
            </a:pPr>
            <a:r>
              <a:t>MÁGNESES</a:t>
            </a:r>
            <a:br/>
            <a:r>
              <a:t>TÉR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926080"/>
            <a:ext cx="3657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1828800"/>
            <a:ext cx="2468880" cy="219456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9456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FORGATÓ-</a:t>
            </a:r>
            <a:br/>
            <a:r>
              <a:t>NYOMATÉK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2926080"/>
            <a:ext cx="3657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1828800"/>
            <a:ext cx="2468880" cy="219456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828800"/>
            <a:ext cx="219456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MECHANIKAI</a:t>
            </a:r>
            <a:br/>
            <a:r>
              <a:t>MUNKA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 motor fő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kefés DC motor szerkezeti elemei.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ÁLLÓRÉSZ</a:t>
            </a:r>
            <a:br/>
            <a:r>
              <a:t>STATOR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FORGÓRÉSZ</a:t>
            </a:r>
            <a:br/>
            <a:r>
              <a:t>ROTOR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KOMMUTÁTOR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SZÉNKEFÉK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TENGELY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CSAPÁGYAZÁS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 kommutátor feladata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Minden fél fordulat után megfordítja a rotor tekercsének áramirányát.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004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FÉL FORDULAT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7432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004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KOMMUTÁTOR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67128"/>
            <a:ext cx="27432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áramirány</a:t>
            </a:r>
            <a:br/>
            <a:r>
              <a:t>megfordítása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2004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1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2. FÉL FORDULAT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67128"/>
            <a:ext cx="274320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 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A NYOMATÉK IRÁNYA MÉGIS FOLYAMATOSAN AZONOS.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Mitől függ a nyomaték?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tényező a forrásanyag szerint.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MÁGNESES TÉR</a:t>
            </a:r>
            <a:br/>
            <a:r>
              <a:t>ERŐSSÉGE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ROTOR</a:t>
            </a:r>
            <a:br/>
            <a:r>
              <a:t>ÁRAMA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TEKERCSEK</a:t>
            </a:r>
            <a:br/>
            <a:r>
              <a:t>SZÁMA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VEZETŐK</a:t>
            </a:r>
            <a:br/>
            <a:r>
              <a:t>HOSSZA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ROTOR</a:t>
            </a:r>
            <a:br/>
            <a:r>
              <a:t>SUGARA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Előnyök és hátrányok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jó - és miért igényel karbantartást?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7548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4663440" cy="3108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• nagy indítónyomaték</a:t>
            </a:r>
            <a:br/>
            <a:r>
              <a:t>• egyszerű fordulatszám-szabályozás</a:t>
            </a:r>
            <a:br/>
            <a:r>
              <a:t>• jó dinamika</a:t>
            </a:r>
            <a:br/>
            <a:r>
              <a:t>• széles fordulatszám-tartomány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81912"/>
            <a:ext cx="47548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HÁTRÁNYOK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75688"/>
            <a:ext cx="4663440" cy="3108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• szénkefék kopása</a:t>
            </a:r>
            <a:br/>
            <a:r>
              <a:t>• kommutátor-karbantartás</a:t>
            </a:r>
            <a:br/>
            <a:r>
              <a:t>• szikrázás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B4DCF2"/>
                </a:solidFill>
                <a:latin typeface="Aptos"/>
              </a:defRPr>
            </a:pPr>
            <a:r>
              <a:t>KARBANTARTÁSI PONTOK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3246120" cy="23774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971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D48B37"/>
                </a:solidFill>
                <a:latin typeface="Aptos"/>
              </a:defRPr>
            </a:pPr>
            <a:r>
              <a:t>SZÉNKEFE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kopás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46120" cy="23774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03120"/>
            <a:ext cx="2971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56ACD6"/>
                </a:solidFill>
                <a:latin typeface="Aptos"/>
              </a:defRPr>
            </a:pPr>
            <a:r>
              <a:t>KOMMUTÁTOR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306324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felület / szikrázás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28800"/>
            <a:ext cx="3246120" cy="237744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971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98B6A"/>
                </a:solidFill>
                <a:latin typeface="Aptos"/>
              </a:defRPr>
            </a:pPr>
            <a:r>
              <a:t>CSAPÁGY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063240"/>
            <a:ext cx="2971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mechanikai állapot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Alkalmazási területek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Hol találkozunk kefés DC motorral?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AUTÓINDÍTÓ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ABLAKTÖRLŐ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AKKUS</a:t>
            </a:r>
            <a:br/>
            <a:r>
              <a:t>KÉZISZERSZÁM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KISFESZÜLTSÉGŰ</a:t>
            </a:r>
            <a:br/>
            <a:r>
              <a:t>HAJTÁS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Tanműhely - kefés DC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Azonosítsd az alkatrészeket és a karbantartási pontokat.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KOMMUTÁTOR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SZÉNKEFE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FORGÓRÉSZ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ÁLLÓRÉSZ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ellenőrző kérdései.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ETE-025 • 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051560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05156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1. Mi hozza létre a forgatónyomatékot?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64792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64792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2. Mi a Lorentz-erő?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78024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78024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3. Mi a kommutátor feladata?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91256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4. Miért van szükség szénkefére?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04487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04487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5. Mitől függ a motor nyomatéka?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6. Két előny és két hátrány?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30952"/>
            <a:ext cx="10515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10058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F2D39"/>
                </a:solidFill>
                <a:latin typeface="Aptos"/>
              </a:defRPr>
            </a:pPr>
            <a:r>
              <a:t>7. Három alkalmazási terület?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ELEKTROMOSSÁG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D48B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B4DCF2"/>
                </a:solidFill>
                <a:latin typeface="Aptos"/>
              </a:defRPr>
            </a:pPr>
            <a:r>
              <a:t>LÁTHATÓ MOZGÁS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Az egyenáramú motor egyik legszebb gyakorlati alkalmazása.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