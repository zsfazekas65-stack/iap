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777240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REZONANCIA</a:t>
            </a:r>
            <a:br/>
            <a:r>
              <a:t>VÁLTAKOZÓ ÁRAMÚ KÖRÖKBEN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0"/>
            <a:ext cx="6766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>
                <a:solidFill>
                  <a:srgbClr val="B4DCF2"/>
                </a:solidFill>
                <a:latin typeface="Aptos"/>
              </a:defRPr>
            </a:pPr>
            <a:r>
              <a:t>LC-kör • saját ritmus • energiaátadás • ipari hatások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543800" y="3657600"/>
            <a:ext cx="50292" cy="33997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594092" y="3691597"/>
            <a:ext cx="50291" cy="33020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44383" y="3724617"/>
            <a:ext cx="50292" cy="31091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94675" y="3755708"/>
            <a:ext cx="50293" cy="28269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44968" y="3783977"/>
            <a:ext cx="50292" cy="24634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95260" y="3808611"/>
            <a:ext cx="50292" cy="20289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45552" y="3828900"/>
            <a:ext cx="50292" cy="15361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95844" y="3844261"/>
            <a:ext cx="50292" cy="9991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46136" y="3854252"/>
            <a:ext cx="50291" cy="4334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996427" y="3857138"/>
            <a:ext cx="50293" cy="1448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046720" y="3849950"/>
            <a:ext cx="50292" cy="7188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097012" y="3837228"/>
            <a:ext cx="50292" cy="12722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147304" y="3819338"/>
            <a:ext cx="50292" cy="17890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197596" y="3796795"/>
            <a:ext cx="50292" cy="22543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247888" y="3770249"/>
            <a:ext cx="50291" cy="26546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298179" y="3740461"/>
            <a:ext cx="50293" cy="29788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348472" y="3708289"/>
            <a:ext cx="50292" cy="32172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398764" y="3674660"/>
            <a:ext cx="50292" cy="33629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449056" y="3640539"/>
            <a:ext cx="50292" cy="34121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499348" y="3606910"/>
            <a:ext cx="50292" cy="33629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549640" y="3574738"/>
            <a:ext cx="50292" cy="32172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99932" y="3544950"/>
            <a:ext cx="50292" cy="29788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650224" y="3518404"/>
            <a:ext cx="50292" cy="26546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700516" y="3495861"/>
            <a:ext cx="50292" cy="22543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750808" y="3477971"/>
            <a:ext cx="50292" cy="17890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801100" y="3465249"/>
            <a:ext cx="50292" cy="12722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851392" y="3458061"/>
            <a:ext cx="50292" cy="7188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901684" y="3456613"/>
            <a:ext cx="50292" cy="1448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951976" y="3456613"/>
            <a:ext cx="50292" cy="4334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002268" y="3460947"/>
            <a:ext cx="50292" cy="9991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052560" y="3470938"/>
            <a:ext cx="50292" cy="15361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102852" y="3486299"/>
            <a:ext cx="50292" cy="20289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153144" y="3506588"/>
            <a:ext cx="50292" cy="24634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203436" y="3531222"/>
            <a:ext cx="50292" cy="28269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253728" y="3559491"/>
            <a:ext cx="50292" cy="31091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304020" y="3590582"/>
            <a:ext cx="50292" cy="33020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354312" y="3623602"/>
            <a:ext cx="50292" cy="33998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404604" y="3657600"/>
            <a:ext cx="50292" cy="33997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454896" y="3691597"/>
            <a:ext cx="50292" cy="33020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505188" y="3724617"/>
            <a:ext cx="50292" cy="31091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555480" y="3755708"/>
            <a:ext cx="50292" cy="28269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05772" y="3783977"/>
            <a:ext cx="50292" cy="24634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656064" y="3808611"/>
            <a:ext cx="50292" cy="20289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706356" y="3828900"/>
            <a:ext cx="50292" cy="15361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756648" y="3844261"/>
            <a:ext cx="50292" cy="9991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806940" y="3854252"/>
            <a:ext cx="50292" cy="4334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857232" y="3857138"/>
            <a:ext cx="50292" cy="1448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9907524" y="3849950"/>
            <a:ext cx="50292" cy="7188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9957816" y="3837228"/>
            <a:ext cx="50292" cy="12722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008108" y="3819338"/>
            <a:ext cx="50292" cy="17890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0058400" y="3796795"/>
            <a:ext cx="50292" cy="22543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0108692" y="3770249"/>
            <a:ext cx="50292" cy="26546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0158984" y="3740461"/>
            <a:ext cx="50292" cy="29788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0209276" y="3708289"/>
            <a:ext cx="50292" cy="32172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259568" y="3674660"/>
            <a:ext cx="50292" cy="33629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309860" y="3640539"/>
            <a:ext cx="50292" cy="34121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360152" y="3606910"/>
            <a:ext cx="50292" cy="33629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0410444" y="3574738"/>
            <a:ext cx="50292" cy="32172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0460736" y="3544950"/>
            <a:ext cx="50292" cy="29788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0511028" y="3518404"/>
            <a:ext cx="50292" cy="26546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561320" y="3495861"/>
            <a:ext cx="50292" cy="22543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611612" y="3477971"/>
            <a:ext cx="50292" cy="17890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661904" y="3465249"/>
            <a:ext cx="50292" cy="12722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712196" y="3458061"/>
            <a:ext cx="50292" cy="7188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762488" y="3456613"/>
            <a:ext cx="50292" cy="1448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812780" y="3456613"/>
            <a:ext cx="50292" cy="4334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863072" y="3460947"/>
            <a:ext cx="50292" cy="9991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913364" y="3470938"/>
            <a:ext cx="50292" cy="15361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963656" y="3486299"/>
            <a:ext cx="50292" cy="20289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1013948" y="3506588"/>
            <a:ext cx="50292" cy="24634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1064240" y="3531222"/>
            <a:ext cx="50292" cy="28269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114532" y="3559491"/>
            <a:ext cx="50292" cy="31091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1164824" y="3590582"/>
            <a:ext cx="50292" cy="33020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1215116" y="3623602"/>
            <a:ext cx="50292" cy="33998"/>
          </a:xfrm>
          <a:prstGeom prst="line">
            <a:avLst/>
          </a:prstGeom>
          <a:ln w="2159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43800" y="3657600"/>
            <a:ext cx="50292" cy="64904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4092" y="3722504"/>
            <a:ext cx="50291" cy="63037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44383" y="3785541"/>
            <a:ext cx="50292" cy="59357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694675" y="3844898"/>
            <a:ext cx="50293" cy="53968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744968" y="3898866"/>
            <a:ext cx="50292" cy="47028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795260" y="3945894"/>
            <a:ext cx="50292" cy="38734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845552" y="3984628"/>
            <a:ext cx="50292" cy="29325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895844" y="4013953"/>
            <a:ext cx="50292" cy="19075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946136" y="4033028"/>
            <a:ext cx="50291" cy="8273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7996427" y="4038537"/>
            <a:ext cx="50293" cy="2764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046720" y="4024813"/>
            <a:ext cx="50292" cy="13724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097012" y="4000526"/>
            <a:ext cx="50292" cy="24287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147304" y="3966373"/>
            <a:ext cx="50292" cy="34153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197596" y="3923337"/>
            <a:ext cx="50292" cy="43036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247888" y="3872657"/>
            <a:ext cx="50291" cy="50680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298179" y="3815789"/>
            <a:ext cx="50293" cy="56868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348472" y="3754371"/>
            <a:ext cx="50292" cy="61418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8398764" y="3690169"/>
            <a:ext cx="50292" cy="64202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449056" y="3625030"/>
            <a:ext cx="50292" cy="65139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499348" y="3560828"/>
            <a:ext cx="50292" cy="64202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549640" y="3499410"/>
            <a:ext cx="50292" cy="61418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599932" y="3442542"/>
            <a:ext cx="50292" cy="56868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650224" y="3391862"/>
            <a:ext cx="50292" cy="50680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700516" y="3348826"/>
            <a:ext cx="50292" cy="43036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750808" y="3314673"/>
            <a:ext cx="50292" cy="34153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801100" y="3290386"/>
            <a:ext cx="50292" cy="24287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8851392" y="3276662"/>
            <a:ext cx="50292" cy="13724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901684" y="3273898"/>
            <a:ext cx="50292" cy="2764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951976" y="3273898"/>
            <a:ext cx="50292" cy="8273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002268" y="3282171"/>
            <a:ext cx="50292" cy="19075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052560" y="3301246"/>
            <a:ext cx="50292" cy="29325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102852" y="3330571"/>
            <a:ext cx="50292" cy="38734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153144" y="3369305"/>
            <a:ext cx="50292" cy="47028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203436" y="3416333"/>
            <a:ext cx="50292" cy="53968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253728" y="3470301"/>
            <a:ext cx="50292" cy="59357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304020" y="3529658"/>
            <a:ext cx="50292" cy="63037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354312" y="3592695"/>
            <a:ext cx="50292" cy="64905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404604" y="3657600"/>
            <a:ext cx="50292" cy="64904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454896" y="3722504"/>
            <a:ext cx="50292" cy="63037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505188" y="3785541"/>
            <a:ext cx="50292" cy="59357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555480" y="3844898"/>
            <a:ext cx="50292" cy="53968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605772" y="3898866"/>
            <a:ext cx="50292" cy="47028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656064" y="3945894"/>
            <a:ext cx="50292" cy="38734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706356" y="3984628"/>
            <a:ext cx="50292" cy="29325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756648" y="4013953"/>
            <a:ext cx="50292" cy="19075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806940" y="4033028"/>
            <a:ext cx="50292" cy="8273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857232" y="4038537"/>
            <a:ext cx="50292" cy="2764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907524" y="4024813"/>
            <a:ext cx="50292" cy="13724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957816" y="4000526"/>
            <a:ext cx="50292" cy="24287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0008108" y="3966373"/>
            <a:ext cx="50292" cy="34153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0058400" y="3923337"/>
            <a:ext cx="50292" cy="43036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0108692" y="3872657"/>
            <a:ext cx="50292" cy="50680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0158984" y="3815789"/>
            <a:ext cx="50292" cy="56868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0209276" y="3754371"/>
            <a:ext cx="50292" cy="61418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0259568" y="3690169"/>
            <a:ext cx="50292" cy="64202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0309860" y="3625030"/>
            <a:ext cx="50292" cy="65139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0360152" y="3560828"/>
            <a:ext cx="50292" cy="64202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0410444" y="3499410"/>
            <a:ext cx="50292" cy="61418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0460736" y="3442542"/>
            <a:ext cx="50292" cy="56868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0511028" y="3391862"/>
            <a:ext cx="50292" cy="50680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0561320" y="3348826"/>
            <a:ext cx="50292" cy="43036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0611612" y="3314673"/>
            <a:ext cx="50292" cy="34153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661904" y="3290386"/>
            <a:ext cx="50292" cy="24287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712196" y="3276662"/>
            <a:ext cx="50292" cy="13724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762488" y="3273898"/>
            <a:ext cx="50292" cy="2764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0812780" y="3273898"/>
            <a:ext cx="50292" cy="8273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0863072" y="3282171"/>
            <a:ext cx="50292" cy="19075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0913364" y="3301246"/>
            <a:ext cx="50292" cy="29325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963656" y="3330571"/>
            <a:ext cx="50292" cy="38734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1013948" y="3369305"/>
            <a:ext cx="50292" cy="47028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1064240" y="3416333"/>
            <a:ext cx="50292" cy="53968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1114532" y="3470301"/>
            <a:ext cx="50292" cy="59357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1164824" y="3529658"/>
            <a:ext cx="50292" cy="63037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1215116" y="3592695"/>
            <a:ext cx="50292" cy="64905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7543800" y="3657600"/>
            <a:ext cx="50292" cy="105083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7594092" y="3762683"/>
            <a:ext cx="50291" cy="102060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7644383" y="3864743"/>
            <a:ext cx="50292" cy="96101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7694675" y="3960844"/>
            <a:ext cx="50293" cy="87378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7744968" y="4048222"/>
            <a:ext cx="50292" cy="76140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7795260" y="4124362"/>
            <a:ext cx="50292" cy="62712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7845552" y="4187074"/>
            <a:ext cx="50292" cy="47479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7895844" y="4234553"/>
            <a:ext cx="50292" cy="30883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7946136" y="4265436"/>
            <a:ext cx="50291" cy="13395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7996427" y="4274355"/>
            <a:ext cx="50293" cy="4476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8046720" y="4252136"/>
            <a:ext cx="50292" cy="22219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8097012" y="4212814"/>
            <a:ext cx="50292" cy="39322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8147304" y="4157518"/>
            <a:ext cx="50292" cy="55296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8197596" y="4087842"/>
            <a:ext cx="50292" cy="69676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247888" y="4005787"/>
            <a:ext cx="50291" cy="82055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298179" y="3913716"/>
            <a:ext cx="50293" cy="92071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8348472" y="3814277"/>
            <a:ext cx="50292" cy="99439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8398764" y="3710331"/>
            <a:ext cx="50292" cy="103946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8449056" y="3604868"/>
            <a:ext cx="50292" cy="105463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8499348" y="3500922"/>
            <a:ext cx="50292" cy="103946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8549640" y="3401483"/>
            <a:ext cx="50292" cy="99439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8599932" y="3309412"/>
            <a:ext cx="50292" cy="92071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8650224" y="3227357"/>
            <a:ext cx="50292" cy="82055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8700516" y="3157681"/>
            <a:ext cx="50292" cy="69676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8750808" y="3102385"/>
            <a:ext cx="50292" cy="55296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8801100" y="3063063"/>
            <a:ext cx="50292" cy="39322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8851392" y="3040844"/>
            <a:ext cx="50292" cy="22219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8901684" y="3036368"/>
            <a:ext cx="50292" cy="4476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8951976" y="3036368"/>
            <a:ext cx="50292" cy="13395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9002268" y="3049763"/>
            <a:ext cx="50292" cy="30883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9052560" y="3080646"/>
            <a:ext cx="50292" cy="47479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9102852" y="3128125"/>
            <a:ext cx="50292" cy="62712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9153144" y="3190837"/>
            <a:ext cx="50292" cy="76140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9203436" y="3266977"/>
            <a:ext cx="50292" cy="87378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9253728" y="3354355"/>
            <a:ext cx="50292" cy="96101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9304020" y="3450456"/>
            <a:ext cx="50292" cy="102060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9354312" y="3552516"/>
            <a:ext cx="50292" cy="105084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9404604" y="3657600"/>
            <a:ext cx="50292" cy="105083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9454896" y="3762683"/>
            <a:ext cx="50292" cy="102060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9505188" y="3864743"/>
            <a:ext cx="50292" cy="96101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9555480" y="3960844"/>
            <a:ext cx="50292" cy="87378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9605772" y="4048222"/>
            <a:ext cx="50292" cy="76140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9656064" y="4124362"/>
            <a:ext cx="50292" cy="62712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9706356" y="4187074"/>
            <a:ext cx="50292" cy="47479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9756648" y="4234553"/>
            <a:ext cx="50292" cy="30883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9806940" y="4265436"/>
            <a:ext cx="50292" cy="13395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9857232" y="4274355"/>
            <a:ext cx="50292" cy="4476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9907524" y="4252136"/>
            <a:ext cx="50292" cy="22219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9957816" y="4212814"/>
            <a:ext cx="50292" cy="39322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10008108" y="4157518"/>
            <a:ext cx="50292" cy="55296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10058400" y="4087842"/>
            <a:ext cx="50292" cy="69676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10108692" y="4005787"/>
            <a:ext cx="50292" cy="82055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10158984" y="3913716"/>
            <a:ext cx="50292" cy="92071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10209276" y="3814277"/>
            <a:ext cx="50292" cy="99439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10259568" y="3710331"/>
            <a:ext cx="50292" cy="103946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10309860" y="3604868"/>
            <a:ext cx="50292" cy="105463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10360152" y="3500922"/>
            <a:ext cx="50292" cy="103946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10410444" y="3401483"/>
            <a:ext cx="50292" cy="99439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10460736" y="3309412"/>
            <a:ext cx="50292" cy="92071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10511028" y="3227357"/>
            <a:ext cx="50292" cy="82055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10561320" y="3157681"/>
            <a:ext cx="50292" cy="69676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10611612" y="3102385"/>
            <a:ext cx="50292" cy="55296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10661904" y="3063063"/>
            <a:ext cx="50292" cy="39322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10712196" y="3040844"/>
            <a:ext cx="50292" cy="22219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10762488" y="3036368"/>
            <a:ext cx="50292" cy="4476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10812780" y="3036368"/>
            <a:ext cx="50292" cy="13395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10863072" y="3049763"/>
            <a:ext cx="50292" cy="30883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10913364" y="3080646"/>
            <a:ext cx="50292" cy="47479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10963656" y="3128125"/>
            <a:ext cx="50292" cy="62712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11013948" y="3190837"/>
            <a:ext cx="50292" cy="76140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11064240" y="3266977"/>
            <a:ext cx="50292" cy="87378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11114532" y="3354355"/>
            <a:ext cx="50292" cy="96101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11164824" y="3450456"/>
            <a:ext cx="50292" cy="102060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11215116" y="3552516"/>
            <a:ext cx="50292" cy="105083"/>
          </a:xfrm>
          <a:prstGeom prst="line">
            <a:avLst/>
          </a:prstGeom>
          <a:ln w="21590">
            <a:solidFill>
              <a:srgbClr val="9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TextBox 227"/>
          <p:cNvSpPr txBox="1"/>
          <p:nvPr/>
        </p:nvSpPr>
        <p:spPr>
          <a:xfrm>
            <a:off x="7452360" y="5029200"/>
            <a:ext cx="4023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 megfelelő ütem felerősíti a választ.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Történelmi kitekintés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rezonancia megértéséhez több nagy kutató munkája vezetett.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ETE-011 • 11.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3566160"/>
          </a:xfrm>
          <a:prstGeom prst="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19"/>
            <a:ext cx="29718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Oliver Heaviside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2971800" cy="2852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A váltakozó áramú jelenségek elméleti megértésének fontos alakja.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5087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508760"/>
            <a:ext cx="73152" cy="3566160"/>
          </a:xfrm>
          <a:prstGeom prst="rect">
            <a:avLst/>
          </a:prstGeom>
          <a:solidFill>
            <a:srgbClr val="498B6A"/>
          </a:solidFill>
          <a:ln>
            <a:solidFill>
              <a:srgbClr val="498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45919"/>
            <a:ext cx="29718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Lord Kelvin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75688"/>
            <a:ext cx="2971800" cy="2852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A 19. századi villamosságtan meghatározó kutatója.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5087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508760"/>
            <a:ext cx="73152" cy="3566160"/>
          </a:xfrm>
          <a:prstGeom prst="rect">
            <a:avLst/>
          </a:prstGeom>
          <a:solidFill>
            <a:srgbClr val="D48B37"/>
          </a:solidFill>
          <a:ln>
            <a:solidFill>
              <a:srgbClr val="D48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645919"/>
            <a:ext cx="29718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Nikola Tesla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075688"/>
            <a:ext cx="2971800" cy="2852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Nagyfrekvenciás kísérletei és Tesla-transzformátora látványosan mutatta meg a rezonancia erejét.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A rádiótechnika fejlődése is rezonáns LC-körökre épült.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 hinta - a rezonancia legegyszerűbb képe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Ha mindig a megfelelő ütemben adunk energiát, a kilengés egyre nagyobb.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ETE-011 • 11.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1371600"/>
            <a:ext cx="0" cy="228600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1371600"/>
            <a:ext cx="1920240" cy="1920240"/>
          </a:xfrm>
          <a:prstGeom prst="line">
            <a:avLst/>
          </a:prstGeom>
          <a:ln w="381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51960" y="3246120"/>
            <a:ext cx="914400" cy="320040"/>
          </a:xfrm>
          <a:prstGeom prst="roundRect">
            <a:avLst/>
          </a:prstGeom>
          <a:solidFill>
            <a:srgbClr val="13304E"/>
          </a:solidFill>
          <a:ln>
            <a:solidFill>
              <a:srgbClr val="13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834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498B6A"/>
                </a:solidFill>
                <a:latin typeface="Aptos"/>
              </a:defRPr>
            </a:pPr>
            <a:r>
              <a:t>jó ütem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280160" y="4663440"/>
            <a:ext cx="365760" cy="36576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828800" y="4663440"/>
            <a:ext cx="365760" cy="36576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377439" y="4663440"/>
            <a:ext cx="365761" cy="36576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926079" y="4663440"/>
            <a:ext cx="365760" cy="36576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5349240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1F2D39"/>
                </a:solidFill>
                <a:latin typeface="Aptos"/>
              </a:defRPr>
            </a:pPr>
            <a:r>
              <a:t>→ egyre nagyobb válasz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64592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1645920"/>
            <a:ext cx="73152" cy="3383280"/>
          </a:xfrm>
          <a:prstGeom prst="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783080"/>
            <a:ext cx="44348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Elektromos megfelelője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212848"/>
            <a:ext cx="4434840" cy="2670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Az LC-körben megfelelő frekvencián az energia folyamatosan cserélődik a tekercs és a kondenzátor között.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Energia a tekercs és a kondenzátor között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jegyzet kulcsmondata vizuálisan.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ETE-011 • 11.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2004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200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200" b="1">
                <a:solidFill>
                  <a:srgbClr val="2A74B2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3200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TEKERCS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004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148840"/>
            <a:ext cx="3200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200" b="1">
                <a:solidFill>
                  <a:srgbClr val="D48B37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063240"/>
            <a:ext cx="3200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KONDENZÁTOR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97680" y="2514600"/>
            <a:ext cx="3520440" cy="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97680" y="3154680"/>
            <a:ext cx="3520440" cy="0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92040" y="2240280"/>
            <a:ext cx="2286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498B6A"/>
                </a:solidFill>
                <a:latin typeface="Aptos"/>
              </a:defRPr>
            </a:pPr>
            <a:r>
              <a:t>ENERGIA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291840"/>
            <a:ext cx="2286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oda-vissza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937760"/>
            <a:ext cx="99669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3304E"/>
                </a:solidFill>
                <a:latin typeface="Aptos"/>
              </a:defRPr>
            </a:pPr>
            <a:r>
              <a:t>Megfelelő frekvencián ez az energiacsere válik meghatározóvá.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Rádiótechnika - kiválasztani egy frekvenciát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rezonáns LC-körök tették lehetővé az egyes rádióállomások kiválasztását.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ETE-011 • 11.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572000"/>
            <a:ext cx="411480" cy="457200"/>
          </a:xfrm>
          <a:prstGeom prst="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4297680"/>
            <a:ext cx="411480" cy="731520"/>
          </a:xfrm>
          <a:prstGeom prst="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0" y="3931920"/>
            <a:ext cx="411480" cy="1097280"/>
          </a:xfrm>
          <a:prstGeom prst="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2560320"/>
            <a:ext cx="411480" cy="2468880"/>
          </a:xfrm>
          <a:prstGeom prst="rect">
            <a:avLst/>
          </a:prstGeom>
          <a:solidFill>
            <a:srgbClr val="D48B37"/>
          </a:solidFill>
          <a:ln>
            <a:solidFill>
              <a:srgbClr val="D48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0" y="3840480"/>
            <a:ext cx="411480" cy="1188720"/>
          </a:xfrm>
          <a:prstGeom prst="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4251960"/>
            <a:ext cx="411480" cy="777240"/>
          </a:xfrm>
          <a:prstGeom prst="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4526280"/>
            <a:ext cx="411480" cy="502920"/>
          </a:xfrm>
          <a:prstGeom prst="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691640"/>
            <a:ext cx="3108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D48B37"/>
                </a:solidFill>
                <a:latin typeface="Aptos"/>
              </a:defRPr>
            </a:pPr>
            <a:r>
              <a:t>kiválasztott frekvencia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74720" y="2148840"/>
            <a:ext cx="0" cy="59436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92240" y="1508760"/>
            <a:ext cx="4480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508760"/>
            <a:ext cx="73152" cy="3383280"/>
          </a:xfrm>
          <a:prstGeom prst="rect">
            <a:avLst/>
          </a:prstGeom>
          <a:solidFill>
            <a:srgbClr val="498B6A"/>
          </a:solidFill>
          <a:ln>
            <a:solidFill>
              <a:srgbClr val="498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645919"/>
            <a:ext cx="40690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Mi történik?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075688"/>
            <a:ext cx="4069080" cy="2670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A rezonáns kör egy adott frekvenciára érzékeny. Ez tette lehetővé, hogy a rádióvevő egy kiválasztott állomás jelét emelje ki.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Rezonancia az iparban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Egyszerre lehet tudatosan használt jelenség és kerülendő probléma.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ETE-011 • 11.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0749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73152" cy="4160520"/>
          </a:xfrm>
          <a:prstGeom prst="rect">
            <a:avLst/>
          </a:prstGeom>
          <a:solidFill>
            <a:srgbClr val="498B6A"/>
          </a:solidFill>
          <a:ln>
            <a:solidFill>
              <a:srgbClr val="498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4663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HASZNOS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84248"/>
            <a:ext cx="4663440" cy="34472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• szűrők</a:t>
            </a:r>
            <a:br/>
            <a:r>
              <a:t>• oszcillátorok</a:t>
            </a:r>
            <a:br/>
            <a:r>
              <a:t>• vezeték nélküli energiaátvitel</a:t>
            </a:r>
            <a:br/>
            <a:br/>
            <a:r>
              <a:t>Itt a rezonanciát szándékosan használjuk.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0749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73152" cy="4160520"/>
          </a:xfrm>
          <a:prstGeom prst="rect">
            <a:avLst/>
          </a:prstGeom>
          <a:solidFill>
            <a:srgbClr val="D48B37"/>
          </a:solidFill>
          <a:ln>
            <a:solidFill>
              <a:srgbClr val="D48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4663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KÁROS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84248"/>
            <a:ext cx="4663440" cy="34472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• frekvenciaváltók környezetében</a:t>
            </a:r>
            <a:br/>
            <a:r>
              <a:t>• hosszú motorkábeleknél</a:t>
            </a:r>
            <a:br/>
            <a:r>
              <a:t>• EMC problémáknál</a:t>
            </a:r>
            <a:br/>
            <a:br/>
            <a:r>
              <a:t>Itt a nem kívánt rezonanciát csillapítani kell.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Automatizálási kapcsolat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rezonancia nem csak elmélet: hajtásoknál és EMC-helyzetekben is megjelenhet.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ETE-011 • 11.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2331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057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Frekvenciaváltó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2788920"/>
            <a:ext cx="411480" cy="0"/>
          </a:xfrm>
          <a:prstGeom prst="line">
            <a:avLst/>
          </a:prstGeom>
          <a:ln w="381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20440" y="2057400"/>
            <a:ext cx="2331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468880"/>
            <a:ext cx="2057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Hosszú motorkábel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52160" y="2788920"/>
            <a:ext cx="411480" cy="0"/>
          </a:xfrm>
          <a:prstGeom prst="line">
            <a:avLst/>
          </a:prstGeom>
          <a:ln w="381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55080" y="2057400"/>
            <a:ext cx="2331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2057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Motor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0" y="2788920"/>
            <a:ext cx="411480" cy="0"/>
          </a:xfrm>
          <a:prstGeom prst="line">
            <a:avLst/>
          </a:prstGeom>
          <a:ln w="381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89720" y="2057400"/>
            <a:ext cx="2331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468880"/>
            <a:ext cx="2057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EMC-probléma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3304E"/>
                </a:solidFill>
                <a:latin typeface="Aptos"/>
              </a:defRPr>
            </a:pPr>
            <a:r>
              <a:t>A jegyzet üzenete: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160520"/>
            <a:ext cx="78638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D48B37"/>
                </a:solidFill>
                <a:latin typeface="Aptos"/>
              </a:defRPr>
            </a:pPr>
            <a:r>
              <a:t>a nem kívánt rezonanciát ilyen rendszerekben csillapítani kell.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10058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5E7180"/>
                </a:solidFill>
                <a:latin typeface="Aptos"/>
              </a:defRPr>
            </a:pPr>
            <a:r>
              <a:t>A pontos csillapítási módszereket a forrásanyag nem részletezi.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IAP MÉRNÖKI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HASZNOS VAGY KÁROS?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3154680" cy="18288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063240"/>
            <a:ext cx="2788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Szűrő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03320"/>
            <a:ext cx="2788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498B6A"/>
                </a:solidFill>
                <a:latin typeface="Aptos"/>
              </a:defRPr>
            </a:pPr>
            <a:r>
              <a:t>tudatos alkalmazás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743200"/>
            <a:ext cx="3154680" cy="18288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3063240"/>
            <a:ext cx="2788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Oszcillátor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3703320"/>
            <a:ext cx="2788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498B6A"/>
                </a:solidFill>
                <a:latin typeface="Aptos"/>
              </a:defRPr>
            </a:pPr>
            <a:r>
              <a:t>tudatos alkalmazás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743200"/>
            <a:ext cx="3154680" cy="18288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3063240"/>
            <a:ext cx="2788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Hosszú motorkábel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3703320"/>
            <a:ext cx="2788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D48B37"/>
                </a:solidFill>
                <a:latin typeface="Aptos"/>
              </a:defRPr>
            </a:pPr>
            <a:r>
              <a:t>nem kívánt rezonancia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9966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B4DCF2"/>
                </a:solidFill>
                <a:latin typeface="Aptos"/>
              </a:defRPr>
            </a:pPr>
            <a:r>
              <a:t>Indokold meg mindhárom besorolást a jegyzet alapján!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11. hét négy kulcsgondolata.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ETE-011 • 11.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80160"/>
            <a:ext cx="914400" cy="777240"/>
          </a:xfrm>
          <a:prstGeom prst="round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914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280160"/>
            <a:ext cx="886968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F2D39"/>
                </a:solidFill>
                <a:latin typeface="Aptos"/>
              </a:defRPr>
            </a:pPr>
            <a:r>
              <a:t>Bizonyos frekvenciákon a kör különleges viselkedést mutat.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68880"/>
            <a:ext cx="914400" cy="777240"/>
          </a:xfrm>
          <a:prstGeom prst="roundRect">
            <a:avLst/>
          </a:prstGeom>
          <a:solidFill>
            <a:srgbClr val="498B6A"/>
          </a:solidFill>
          <a:ln>
            <a:solidFill>
              <a:srgbClr val="498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914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468880"/>
            <a:ext cx="886968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F2D39"/>
                </a:solidFill>
                <a:latin typeface="Aptos"/>
              </a:defRPr>
            </a:pPr>
            <a:r>
              <a:t>Az LC-körben az energia a tekercs és a kondenzátor között cserélődik.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57600"/>
            <a:ext cx="914400" cy="777240"/>
          </a:xfrm>
          <a:prstGeom prst="roundRect">
            <a:avLst/>
          </a:prstGeom>
          <a:solidFill>
            <a:srgbClr val="D48B37"/>
          </a:solidFill>
          <a:ln>
            <a:solidFill>
              <a:srgbClr val="D48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914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657600"/>
            <a:ext cx="886968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F2D39"/>
                </a:solidFill>
                <a:latin typeface="Aptos"/>
              </a:defRPr>
            </a:pPr>
            <a:r>
              <a:t>A rezonancia a rádiótechnikában és más alkalmazásokban hasznos.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846320"/>
            <a:ext cx="914400" cy="777240"/>
          </a:xfrm>
          <a:prstGeom prst="round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914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846320"/>
            <a:ext cx="886968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F2D39"/>
                </a:solidFill>
                <a:latin typeface="Aptos"/>
              </a:defRPr>
            </a:pPr>
            <a:r>
              <a:t>Ipari hajtásoknál és EMC-helyzetekben káros is lehet.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300" b="1">
                <a:solidFill>
                  <a:srgbClr val="FFFFFF"/>
                </a:solidFill>
                <a:latin typeface="Aptos"/>
              </a:defRPr>
            </a:pPr>
            <a:r>
              <a:t>HÁROMFÁZISÚ</a:t>
            </a:r>
            <a:br/>
            <a:r>
              <a:t>VÁLTAKOZÓ ÁRAMÚ RENDSZEREK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332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ptos"/>
              </a:defRPr>
            </a:pPr>
            <a:r>
              <a:t>120° • Y / Δ • vonali és fázisfeszültség • teljesítmény • motorok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28800" y="4937760"/>
            <a:ext cx="82295" cy="2435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11095" y="4962117"/>
            <a:ext cx="82297" cy="24260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93392" y="4986377"/>
            <a:ext cx="82296" cy="2406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75688" y="5010441"/>
            <a:ext cx="82296" cy="2377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57984" y="5034212"/>
            <a:ext cx="82296" cy="23383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240280" y="5057595"/>
            <a:ext cx="82296" cy="2290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22576" y="5080496"/>
            <a:ext cx="82296" cy="2232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404872" y="5102821"/>
            <a:ext cx="82296" cy="2166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87168" y="5124482"/>
            <a:ext cx="82296" cy="20910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569464" y="5145392"/>
            <a:ext cx="82296" cy="20073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651760" y="5165465"/>
            <a:ext cx="82296" cy="1915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34056" y="5184621"/>
            <a:ext cx="82296" cy="1816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16352" y="5202783"/>
            <a:ext cx="82296" cy="1709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98648" y="5219878"/>
            <a:ext cx="82296" cy="1595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980944" y="5235837"/>
            <a:ext cx="82295" cy="1475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63239" y="5250596"/>
            <a:ext cx="82297" cy="1349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145536" y="5264095"/>
            <a:ext cx="82296" cy="1218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27832" y="5276280"/>
            <a:ext cx="82296" cy="1082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310128" y="5287102"/>
            <a:ext cx="82296" cy="941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392424" y="5296517"/>
            <a:ext cx="82296" cy="797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74720" y="5304488"/>
            <a:ext cx="82295" cy="649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57015" y="5310982"/>
            <a:ext cx="82297" cy="499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39312" y="5315973"/>
            <a:ext cx="82296" cy="3468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21608" y="5319441"/>
            <a:ext cx="82296" cy="193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03904" y="5321373"/>
            <a:ext cx="82296" cy="38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886200" y="5320600"/>
            <a:ext cx="82296" cy="115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968496" y="5317898"/>
            <a:ext cx="82295" cy="270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050791" y="5313667"/>
            <a:ext cx="82296" cy="423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133087" y="5307921"/>
            <a:ext cx="82296" cy="574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215383" y="5300685"/>
            <a:ext cx="82296" cy="723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297679" y="5291988"/>
            <a:ext cx="82297" cy="869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379976" y="5281864"/>
            <a:ext cx="82296" cy="1012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462272" y="5270355"/>
            <a:ext cx="82296" cy="1150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544568" y="5257506"/>
            <a:ext cx="82296" cy="1284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626864" y="5243370"/>
            <a:ext cx="82296" cy="1413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709160" y="5228004"/>
            <a:ext cx="82296" cy="1536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791456" y="5211468"/>
            <a:ext cx="82296" cy="1653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873752" y="5193831"/>
            <a:ext cx="82296" cy="1763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956048" y="5175162"/>
            <a:ext cx="82296" cy="1866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038344" y="5155538"/>
            <a:ext cx="82296" cy="1962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120640" y="5135036"/>
            <a:ext cx="82296" cy="2050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202936" y="5113740"/>
            <a:ext cx="82295" cy="2129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285231" y="5091736"/>
            <a:ext cx="82296" cy="2200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367527" y="5069112"/>
            <a:ext cx="82297" cy="2262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449824" y="5045958"/>
            <a:ext cx="82296" cy="2315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532120" y="5022369"/>
            <a:ext cx="82296" cy="2358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614416" y="4998440"/>
            <a:ext cx="82296" cy="2392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696712" y="4974266"/>
            <a:ext cx="82296" cy="2417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79008" y="4949945"/>
            <a:ext cx="82296" cy="2432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861304" y="4925574"/>
            <a:ext cx="82296" cy="2437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943600" y="4901253"/>
            <a:ext cx="82296" cy="2432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025896" y="4877079"/>
            <a:ext cx="82296" cy="2417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108192" y="4853150"/>
            <a:ext cx="82296" cy="2392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190488" y="4829561"/>
            <a:ext cx="82295" cy="2358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272783" y="4806407"/>
            <a:ext cx="82297" cy="2315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355080" y="4783783"/>
            <a:ext cx="82296" cy="2262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437376" y="4761779"/>
            <a:ext cx="82296" cy="2200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519672" y="4740483"/>
            <a:ext cx="82296" cy="2129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601968" y="4719981"/>
            <a:ext cx="82296" cy="2050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684264" y="4700357"/>
            <a:ext cx="82295" cy="1962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766559" y="4681688"/>
            <a:ext cx="82297" cy="1866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848856" y="4664051"/>
            <a:ext cx="82296" cy="1763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931152" y="4647515"/>
            <a:ext cx="82296" cy="1653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013448" y="4632149"/>
            <a:ext cx="82296" cy="1536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095744" y="4618013"/>
            <a:ext cx="82296" cy="1413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178040" y="4605164"/>
            <a:ext cx="82296" cy="1284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260336" y="4593655"/>
            <a:ext cx="82295" cy="1150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342631" y="4583531"/>
            <a:ext cx="82297" cy="1012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424928" y="4574834"/>
            <a:ext cx="82296" cy="869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507224" y="4567598"/>
            <a:ext cx="82296" cy="723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589520" y="4561852"/>
            <a:ext cx="82296" cy="574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671816" y="4557621"/>
            <a:ext cx="82296" cy="423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754112" y="4554919"/>
            <a:ext cx="82296" cy="270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836408" y="4553760"/>
            <a:ext cx="82296" cy="115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918704" y="4553760"/>
            <a:ext cx="82296" cy="38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001000" y="4554146"/>
            <a:ext cx="82296" cy="193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83296" y="4556078"/>
            <a:ext cx="82296" cy="3468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65592" y="4559546"/>
            <a:ext cx="82296" cy="499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47888" y="4564537"/>
            <a:ext cx="82295" cy="649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30183" y="4571031"/>
            <a:ext cx="82297" cy="797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12480" y="4579002"/>
            <a:ext cx="82296" cy="941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494776" y="4588417"/>
            <a:ext cx="82296" cy="1082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577072" y="4599239"/>
            <a:ext cx="82295" cy="1218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659367" y="4611424"/>
            <a:ext cx="82296" cy="1349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41663" y="4624923"/>
            <a:ext cx="82296" cy="1475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823959" y="4639682"/>
            <a:ext cx="82296" cy="1595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906255" y="4655641"/>
            <a:ext cx="82297" cy="1709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988552" y="4672736"/>
            <a:ext cx="82296" cy="1816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070848" y="4690898"/>
            <a:ext cx="82296" cy="1915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153144" y="4710054"/>
            <a:ext cx="82296" cy="20073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235440" y="4730127"/>
            <a:ext cx="82296" cy="20910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317736" y="4751037"/>
            <a:ext cx="82296" cy="2166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400032" y="4772698"/>
            <a:ext cx="82296" cy="2232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482328" y="4795023"/>
            <a:ext cx="82296" cy="2290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564624" y="4817924"/>
            <a:ext cx="82295" cy="23383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646919" y="4841307"/>
            <a:ext cx="82297" cy="2377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729216" y="4865078"/>
            <a:ext cx="82296" cy="2406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811512" y="4889142"/>
            <a:ext cx="82296" cy="24260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93808" y="4913402"/>
            <a:ext cx="82296" cy="24358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828800" y="5257506"/>
            <a:ext cx="82295" cy="1284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911095" y="5243370"/>
            <a:ext cx="82297" cy="1413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993392" y="5228004"/>
            <a:ext cx="82296" cy="1536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2075688" y="5211468"/>
            <a:ext cx="82296" cy="1653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2157984" y="5193831"/>
            <a:ext cx="82296" cy="1763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2240280" y="5175162"/>
            <a:ext cx="82296" cy="1866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2322576" y="5155538"/>
            <a:ext cx="82296" cy="1962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2404872" y="5135036"/>
            <a:ext cx="82296" cy="2050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2487168" y="5113740"/>
            <a:ext cx="82296" cy="2129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2569464" y="5091736"/>
            <a:ext cx="82296" cy="2200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2651760" y="5069112"/>
            <a:ext cx="82296" cy="2262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2734056" y="5045958"/>
            <a:ext cx="82296" cy="2315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2816352" y="5022369"/>
            <a:ext cx="82296" cy="2358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2898648" y="4998440"/>
            <a:ext cx="82296" cy="2392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980944" y="4974266"/>
            <a:ext cx="82295" cy="2417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3063239" y="4949945"/>
            <a:ext cx="82297" cy="2432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3145536" y="4925574"/>
            <a:ext cx="82296" cy="2437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3227832" y="4901253"/>
            <a:ext cx="82296" cy="2432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3310128" y="4877079"/>
            <a:ext cx="82296" cy="2417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3392424" y="4853150"/>
            <a:ext cx="82296" cy="2392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3474720" y="4829561"/>
            <a:ext cx="82295" cy="2358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3557015" y="4806407"/>
            <a:ext cx="82297" cy="2315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3639312" y="4783783"/>
            <a:ext cx="82296" cy="2262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3721608" y="4761779"/>
            <a:ext cx="82296" cy="2200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3803904" y="4740483"/>
            <a:ext cx="82296" cy="2129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3886200" y="4719981"/>
            <a:ext cx="82296" cy="2050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3968496" y="4700357"/>
            <a:ext cx="82295" cy="1962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4050791" y="4681688"/>
            <a:ext cx="82296" cy="1866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4133087" y="4664051"/>
            <a:ext cx="82296" cy="1763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4215383" y="4647515"/>
            <a:ext cx="82296" cy="1653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4297679" y="4632149"/>
            <a:ext cx="82297" cy="1536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4379976" y="4618013"/>
            <a:ext cx="82296" cy="1413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4462272" y="4605164"/>
            <a:ext cx="82296" cy="1284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4544568" y="4593655"/>
            <a:ext cx="82296" cy="1150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4626864" y="4583531"/>
            <a:ext cx="82296" cy="1012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4709160" y="4574834"/>
            <a:ext cx="82296" cy="869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4791456" y="4567598"/>
            <a:ext cx="82296" cy="723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4873752" y="4561852"/>
            <a:ext cx="82296" cy="574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4956048" y="4557621"/>
            <a:ext cx="82296" cy="423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5038344" y="4554919"/>
            <a:ext cx="82296" cy="270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5120640" y="4553760"/>
            <a:ext cx="82296" cy="115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5202936" y="4553760"/>
            <a:ext cx="82295" cy="38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5285231" y="4554146"/>
            <a:ext cx="82296" cy="193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5367527" y="4556078"/>
            <a:ext cx="82297" cy="3468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5449824" y="4559546"/>
            <a:ext cx="82296" cy="499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532120" y="4564537"/>
            <a:ext cx="82296" cy="649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5614416" y="4571031"/>
            <a:ext cx="82296" cy="797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5696712" y="4579002"/>
            <a:ext cx="82296" cy="9415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5779008" y="4588417"/>
            <a:ext cx="82296" cy="1082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5861304" y="4599239"/>
            <a:ext cx="82296" cy="12185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943600" y="4611424"/>
            <a:ext cx="82296" cy="1349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6025896" y="4624923"/>
            <a:ext cx="82296" cy="1475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6108192" y="4639682"/>
            <a:ext cx="82296" cy="1595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6190488" y="4655641"/>
            <a:ext cx="82295" cy="17095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6272783" y="4672736"/>
            <a:ext cx="82297" cy="1816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6355080" y="4690898"/>
            <a:ext cx="82296" cy="1915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6437376" y="4710054"/>
            <a:ext cx="82296" cy="2007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6519672" y="4730127"/>
            <a:ext cx="82296" cy="2091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6601968" y="4751037"/>
            <a:ext cx="82296" cy="2166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6684264" y="4772698"/>
            <a:ext cx="82295" cy="22325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6766559" y="4795023"/>
            <a:ext cx="82297" cy="2290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6848856" y="4817924"/>
            <a:ext cx="82296" cy="2338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6931152" y="4841307"/>
            <a:ext cx="82296" cy="2377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7013448" y="4865078"/>
            <a:ext cx="82296" cy="2406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7095744" y="4889142"/>
            <a:ext cx="82296" cy="2426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7178040" y="4913402"/>
            <a:ext cx="82296" cy="24358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7260336" y="4937760"/>
            <a:ext cx="82295" cy="2435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7342631" y="4962117"/>
            <a:ext cx="82297" cy="2426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7424928" y="4986377"/>
            <a:ext cx="82296" cy="2406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7507224" y="5010441"/>
            <a:ext cx="82296" cy="2377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7589520" y="5034212"/>
            <a:ext cx="82296" cy="2338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7671816" y="5057595"/>
            <a:ext cx="82296" cy="2290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7754112" y="5080496"/>
            <a:ext cx="82296" cy="22325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7836408" y="5102821"/>
            <a:ext cx="82296" cy="2166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7918704" y="5124482"/>
            <a:ext cx="82296" cy="2091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8001000" y="5145392"/>
            <a:ext cx="82296" cy="2007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8083296" y="5165465"/>
            <a:ext cx="82296" cy="1915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8165592" y="5184621"/>
            <a:ext cx="82296" cy="1816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8247888" y="5202783"/>
            <a:ext cx="82295" cy="17095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8330183" y="5219878"/>
            <a:ext cx="82297" cy="1595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8412480" y="5235837"/>
            <a:ext cx="82296" cy="1475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8494776" y="5250596"/>
            <a:ext cx="82296" cy="1349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8577072" y="5264095"/>
            <a:ext cx="82295" cy="12185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8659367" y="5276280"/>
            <a:ext cx="82296" cy="1082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8741663" y="5287102"/>
            <a:ext cx="82296" cy="9415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8823959" y="5296517"/>
            <a:ext cx="82296" cy="797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8906255" y="5304488"/>
            <a:ext cx="82297" cy="649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8988552" y="5310982"/>
            <a:ext cx="82296" cy="499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9070848" y="5315973"/>
            <a:ext cx="82296" cy="3468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9153144" y="5319441"/>
            <a:ext cx="82296" cy="193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9235440" y="5321373"/>
            <a:ext cx="82296" cy="38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9317736" y="5320600"/>
            <a:ext cx="82296" cy="115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9400032" y="5317898"/>
            <a:ext cx="82296" cy="270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9482328" y="5313667"/>
            <a:ext cx="82296" cy="423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9564624" y="5307921"/>
            <a:ext cx="82295" cy="574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9646919" y="5300685"/>
            <a:ext cx="82297" cy="723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9729216" y="5291988"/>
            <a:ext cx="82296" cy="869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9811512" y="5281864"/>
            <a:ext cx="82296" cy="1012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9893808" y="5270355"/>
            <a:ext cx="82296" cy="1150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1828800" y="4593655"/>
            <a:ext cx="82295" cy="1150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1911095" y="4583531"/>
            <a:ext cx="82297" cy="1012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1993392" y="4574834"/>
            <a:ext cx="82296" cy="8697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2075688" y="4567598"/>
            <a:ext cx="82296" cy="723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2157984" y="4561852"/>
            <a:ext cx="82296" cy="574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2240280" y="4557621"/>
            <a:ext cx="82296" cy="423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2322576" y="4554919"/>
            <a:ext cx="82296" cy="270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2404872" y="4553760"/>
            <a:ext cx="82296" cy="115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2487168" y="4553760"/>
            <a:ext cx="82296" cy="38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2569464" y="4554146"/>
            <a:ext cx="82296" cy="193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2651760" y="4556078"/>
            <a:ext cx="82296" cy="3468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2734056" y="4559546"/>
            <a:ext cx="82296" cy="499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2816352" y="4564537"/>
            <a:ext cx="82296" cy="649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2898648" y="4571031"/>
            <a:ext cx="82296" cy="797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2980944" y="4579002"/>
            <a:ext cx="82295" cy="9415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3063239" y="4588417"/>
            <a:ext cx="82297" cy="1082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3145536" y="4599239"/>
            <a:ext cx="82296" cy="12185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3227832" y="4611424"/>
            <a:ext cx="82296" cy="1349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3310128" y="4624923"/>
            <a:ext cx="82296" cy="1475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3392424" y="4639682"/>
            <a:ext cx="82296" cy="1595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3474720" y="4655641"/>
            <a:ext cx="82295" cy="17095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3557015" y="4672736"/>
            <a:ext cx="82297" cy="1816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3639312" y="4690898"/>
            <a:ext cx="82296" cy="1915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3721608" y="4710054"/>
            <a:ext cx="82296" cy="20073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3803904" y="4730127"/>
            <a:ext cx="82296" cy="20910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3886200" y="4751037"/>
            <a:ext cx="82296" cy="2166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3968496" y="4772698"/>
            <a:ext cx="82295" cy="22325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4050791" y="4795023"/>
            <a:ext cx="82296" cy="2290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4133087" y="4817924"/>
            <a:ext cx="82296" cy="23383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4215383" y="4841307"/>
            <a:ext cx="82296" cy="2377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4297679" y="4865078"/>
            <a:ext cx="82297" cy="2406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4379976" y="4889142"/>
            <a:ext cx="82296" cy="24260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4462272" y="4913402"/>
            <a:ext cx="82296" cy="24358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4544568" y="4937760"/>
            <a:ext cx="82296" cy="24357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4626864" y="4962117"/>
            <a:ext cx="82296" cy="24260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4709160" y="4986377"/>
            <a:ext cx="82296" cy="2406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4791456" y="5010441"/>
            <a:ext cx="82296" cy="2377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4873752" y="5034212"/>
            <a:ext cx="82296" cy="23383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4956048" y="5057595"/>
            <a:ext cx="82296" cy="2290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5038344" y="5080496"/>
            <a:ext cx="82296" cy="22325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5120640" y="5102821"/>
            <a:ext cx="82296" cy="2166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5202936" y="5124482"/>
            <a:ext cx="82295" cy="20910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5285231" y="5145392"/>
            <a:ext cx="82296" cy="20073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5367527" y="5165465"/>
            <a:ext cx="82297" cy="1915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5449824" y="5184621"/>
            <a:ext cx="82296" cy="1816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5532120" y="5202783"/>
            <a:ext cx="82296" cy="17095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5614416" y="5219878"/>
            <a:ext cx="82296" cy="1595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5696712" y="5235837"/>
            <a:ext cx="82296" cy="1475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5779008" y="5250596"/>
            <a:ext cx="82296" cy="1349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5861304" y="5264095"/>
            <a:ext cx="82296" cy="12185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5943600" y="5276280"/>
            <a:ext cx="82296" cy="1082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6025896" y="5287102"/>
            <a:ext cx="82296" cy="9415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6108192" y="5296517"/>
            <a:ext cx="82296" cy="797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6190488" y="5304488"/>
            <a:ext cx="82295" cy="649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6272783" y="5310982"/>
            <a:ext cx="82297" cy="499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6355080" y="5315973"/>
            <a:ext cx="82296" cy="3468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6437376" y="5319441"/>
            <a:ext cx="82296" cy="193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6519672" y="5321373"/>
            <a:ext cx="82296" cy="38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6601968" y="5320600"/>
            <a:ext cx="82296" cy="115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6684264" y="5317898"/>
            <a:ext cx="82295" cy="270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6766559" y="5313667"/>
            <a:ext cx="82297" cy="423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6848856" y="5307921"/>
            <a:ext cx="82296" cy="574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6931152" y="5300685"/>
            <a:ext cx="82296" cy="723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7013448" y="5291988"/>
            <a:ext cx="82296" cy="8697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7095744" y="5281864"/>
            <a:ext cx="82296" cy="1012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7178040" y="5270355"/>
            <a:ext cx="82296" cy="1150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7260336" y="5257506"/>
            <a:ext cx="82295" cy="1284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7342631" y="5243370"/>
            <a:ext cx="82297" cy="1413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7424928" y="5228004"/>
            <a:ext cx="82296" cy="1536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7507224" y="5211468"/>
            <a:ext cx="82296" cy="1653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7589520" y="5193831"/>
            <a:ext cx="82296" cy="17637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7671816" y="5175162"/>
            <a:ext cx="82296" cy="1866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7754112" y="5155538"/>
            <a:ext cx="82296" cy="1962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7836408" y="5135036"/>
            <a:ext cx="82296" cy="2050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7918704" y="5113740"/>
            <a:ext cx="82296" cy="2129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8001000" y="5091736"/>
            <a:ext cx="82296" cy="2200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8083296" y="5069112"/>
            <a:ext cx="82296" cy="2262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8165592" y="5045958"/>
            <a:ext cx="82296" cy="2315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8247888" y="5022369"/>
            <a:ext cx="82295" cy="2358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8330183" y="4998440"/>
            <a:ext cx="82297" cy="2392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8412480" y="4974266"/>
            <a:ext cx="82296" cy="2417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8494776" y="4949945"/>
            <a:ext cx="82296" cy="2432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8577072" y="4925574"/>
            <a:ext cx="82295" cy="2437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8659367" y="4901253"/>
            <a:ext cx="82296" cy="2432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8741663" y="4877079"/>
            <a:ext cx="82296" cy="2417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8823959" y="4853150"/>
            <a:ext cx="82296" cy="2392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8906255" y="4829561"/>
            <a:ext cx="82297" cy="2358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8988552" y="4806407"/>
            <a:ext cx="82296" cy="2315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9070848" y="4783783"/>
            <a:ext cx="82296" cy="2262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9153144" y="4761779"/>
            <a:ext cx="82296" cy="2200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9235440" y="4740483"/>
            <a:ext cx="82296" cy="2129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9317736" y="4719981"/>
            <a:ext cx="82296" cy="2050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9400032" y="4700357"/>
            <a:ext cx="82296" cy="1962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9482328" y="4681688"/>
            <a:ext cx="82296" cy="1866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9564624" y="4664051"/>
            <a:ext cx="82295" cy="17637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9646919" y="4647515"/>
            <a:ext cx="82297" cy="1653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9729216" y="4632149"/>
            <a:ext cx="82296" cy="1536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9811512" y="4618013"/>
            <a:ext cx="82296" cy="1413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9893808" y="4605164"/>
            <a:ext cx="82296" cy="1284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