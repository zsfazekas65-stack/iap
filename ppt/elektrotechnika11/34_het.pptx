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7665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FREKVENCIAVÁLTÓK</a:t>
            </a:r>
            <a:br/>
            <a:r>
              <a:t>PARAMÉTEREZÉSE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motoradatok • rámpák • védelem • próbaüzem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17320"/>
            <a:ext cx="2743200" cy="27432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417320"/>
            <a:ext cx="27432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  <a:br/>
            <a:r>
              <a:t>→</a:t>
            </a:r>
            <a:br/>
            <a:r>
              <a:t>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nem elegendő csupán bekötni a frekvenciaváltót?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csak a hardveres</a:t>
            </a:r>
            <a:br/>
            <a:r>
              <a:t>kapcsolatot teremti meg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hajtást a motorhoz</a:t>
            </a:r>
            <a:br/>
            <a:r>
              <a:t>és feladathoz igazítja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üzembe helyezés öt lépése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heti céljai folyamatként.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554480"/>
            <a:ext cx="1965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17830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MOTOR-</a:t>
            </a:r>
            <a:br/>
            <a:r>
              <a:t>ADATOK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554480"/>
            <a:ext cx="1965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78308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56AC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17830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6ACD6"/>
                </a:solidFill>
                <a:latin typeface="Aptos"/>
              </a:defRPr>
            </a:pPr>
            <a:r>
              <a:t>RÁMPA-</a:t>
            </a:r>
            <a:br/>
            <a:r>
              <a:t>IDŐK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1554480"/>
            <a:ext cx="1965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78308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743200"/>
            <a:ext cx="17830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FREKVENCIA-</a:t>
            </a:r>
            <a:br/>
            <a:r>
              <a:t>HATÁROK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554480"/>
            <a:ext cx="1965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78308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743200"/>
            <a:ext cx="17830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FORGÁS-</a:t>
            </a:r>
            <a:br/>
            <a:r>
              <a:t>IRÁNY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3063240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60" y="1554480"/>
            <a:ext cx="1965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178308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3304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17830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PRÓBA-</a:t>
            </a:r>
            <a:br/>
            <a:r>
              <a:t>ÜZEM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Motoradatok bevitele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motor adattáblája a paraméterezés kiindulópontja.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201168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névleges</a:t>
            </a:r>
            <a:br/>
            <a:r>
              <a:t>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0020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64792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58568"/>
            <a:ext cx="201168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névleges</a:t>
            </a:r>
            <a:br/>
            <a:r>
              <a:t>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4792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201168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1764792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fₙ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258568"/>
            <a:ext cx="201168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névleges</a:t>
            </a:r>
            <a:br/>
            <a:r>
              <a:t>frekvencia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Gyorsítási és lassítási rámpa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motor nem egyik pillanatról a másikra jut a kívánt frekvenciára.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188720" y="1463040"/>
            <a:ext cx="0" cy="329184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4754880"/>
            <a:ext cx="960120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63040" y="1828800"/>
            <a:ext cx="3749040" cy="274320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1828800"/>
            <a:ext cx="2103120" cy="0"/>
          </a:xfrm>
          <a:prstGeom prst="line">
            <a:avLst/>
          </a:prstGeom>
          <a:ln w="762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1828800"/>
            <a:ext cx="2926080" cy="2743200"/>
          </a:xfrm>
          <a:prstGeom prst="line">
            <a:avLst/>
          </a:prstGeom>
          <a:ln w="762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0" y="292608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gyorsítás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1732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üzem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2608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lassítás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Minimális és maximális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üzemi tartomány határainak beállítása.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fmin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194560"/>
            <a:ext cx="7498080" cy="0"/>
          </a:xfrm>
          <a:prstGeom prst="line">
            <a:avLst/>
          </a:prstGeom>
          <a:ln w="762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0" y="182880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fmax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5943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engedélyezett üzemi tartomány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FORGÁSIRÁNY ELLENŐRZÉSE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600200"/>
            <a:ext cx="1097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D48B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0020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M 3~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50876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D48B37"/>
                </a:solidFill>
                <a:latin typeface="Aptos"/>
              </a:defRPr>
            </a:pPr>
            <a:r>
              <a:t>↻ / 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A helyes irányt próbaüzemben ellenőrizni kell.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Próbaüzem és hibakódok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3. tanóra gyakorlati fókusza.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indítás és</a:t>
            </a:r>
            <a:br/>
            <a:r>
              <a:t>működésellenőrzés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hajtás</a:t>
            </a:r>
            <a:br/>
            <a:r>
              <a:t>jelzése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ok feltárása</a:t>
            </a:r>
            <a:br/>
            <a:r>
              <a:t>és javítás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Gyorsítási idő: 10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2A74B2"/>
                </a:solidFill>
                <a:latin typeface="Aptos"/>
              </a:defRPr>
            </a:pPr>
            <a:r>
              <a:t>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10 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286000" y="1828800"/>
            <a:ext cx="7498080" cy="2468880"/>
          </a:xfrm>
          <a:prstGeom prst="line">
            <a:avLst/>
          </a:prstGeom>
          <a:ln w="889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0" y="155448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498B6A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0 → 50 Hz = 10 másodperc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Paraméterezés → indítás → ellenőrzés → próbaüzem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MOTORADAT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RÁMPA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PRÓBAÜZEM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paraméterezési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négy tipikus hibája.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MOTORÁRAM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ROSSZ NÉVLEGES</a:t>
            </a:r>
            <a:br/>
            <a:r>
              <a:t>FREKVENCIA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TÚL RÖVID</a:t>
            </a:r>
            <a:br/>
            <a:r>
              <a:t>GYORSÍTÁSI IDŐ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FORGÁSIRÁNY</a:t>
            </a:r>
            <a:br/>
            <a:r>
              <a:t>FIGYELMEN KÍVÜL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A LEGTÖBB ÜZEMBE HELYEZÉSI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nem hardverhiba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B4DCF2"/>
                </a:solidFill>
                <a:latin typeface="Aptos"/>
              </a:defRPr>
            </a:pPr>
            <a:r>
              <a:t>hanem hibás paraméterezési probléma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Üzembe helyezési ellenőrzőlista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mesterfeladat mintája.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7160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Motor adattábla adatai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Gyorsítási / lassítási idő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Min. / max. frekvencia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517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78892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8892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20624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0624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Védelmi paraméterek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69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40"/>
            <a:ext cx="594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06240"/>
            <a:ext cx="4114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Próbaüzem és hibakód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4 kW-os motor frekvenciaváltójának paraméterezése.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Uₙ • Iₙ • Pₙ • fₙ</a:t>
            </a:r>
            <a:br/>
            <a:r>
              <a:t>adatok leolvasása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értékek bevitele</a:t>
            </a:r>
            <a:br/>
            <a:r>
              <a:t>és biztonságos próbaüzem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ETE-033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Mely adatokat kell beállítani?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Mire szolgál a gyorsítási rámpa?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fontos a motoráram?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Hogyan ellenőrizhető a forgásirány?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Mit jelezhet egy hibakód?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FREKVENCIAVÁLTÓK IPARI ALKALMAZÁSAI</a:t>
            </a:r>
            <a:br/>
            <a:r>
              <a:t>ÉS ENERGIAHATÉKONYSÁG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