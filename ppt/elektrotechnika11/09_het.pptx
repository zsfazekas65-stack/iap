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"/>
              </a:defRPr>
            </a:pPr>
            <a:r>
              <a:t>CSILLAG- ÉS HÁROMSZÖG-</a:t>
            </a:r>
            <a:br/>
            <a:r>
              <a:t>KAPCSOLÁSOK SZÁMÍTÁSAI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Y • Δ • Uf • Uv • If • Iv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Miért lehet három vezetéken nagy teljesítményt gazdaságosan továbbítani?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Csillagkapcsolás –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Uv = √3 × Uf</a:t>
            </a:r>
            <a:br/>
            <a:r>
              <a:t>Iv =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Háromszögkapcsolás – 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Uv = Uf</a:t>
            </a:r>
            <a:br/>
            <a:r>
              <a:t>Iv = √3 ×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Számítás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Uf = 230 V</a:t>
            </a:r>
            <a:br/>
            <a:r>
              <a:t>Uv = √3 × 230 ≈ 400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Számítás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If = 5 A</a:t>
            </a:r>
            <a:br/>
            <a:r>
              <a:t>Iv = √3 × 5 ≈ 8,66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Motor adattábla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A megfelelő kapcsolás a hálózati feszültségtől és a motor adattáblájától függ.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Kapocsléc • fázis- és vonali feszültségek • Y/Δ összehasonlítás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A motor helyes bekötését mindig az adattábla alapján kell meghatározni.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Rajzold le a motor kapocslécét csillag- és háromszögkapcsolásban.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HÁROMFÁZISÚ TELJESÍTMÉNYSZÁMÍTÁS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ETE-009 • 9.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