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77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71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AEB"/>
                </a:solidFill>
                <a:latin typeface="Aptos"/>
              </a:defRPr>
            </a:pPr>
            <a:r>
              <a:t>11. évfolyam • Elektrotechnika • ETE-002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299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A VÁLTAKOZÓ ÁRAM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SZÜLETÉSE – AZ ÁRAMHÁBORÚ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E4F1"/>
                </a:solidFill>
                <a:latin typeface="Aptos"/>
              </a:defRPr>
            </a:pPr>
            <a:r>
              <a:t>Edison • Tesla • Westinghouse • Niagara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50 Hz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20 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ETE-002 • 2.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32720" cy="338328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24028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MIÉRT VÁLT A VÁLTAKOZÓ ÁRAM A VILÁG VILLAMOSENERGIA-RENDSZEREINEK ALAPJÁVÁ?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Az áramháború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Az 1880-as évek végének technológiai versenye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ETE-002 • 2.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56616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73152" cy="3794760"/>
          </a:xfrm>
          <a:prstGeom prst="rect">
            <a:avLst/>
          </a:prstGeom>
          <a:solidFill>
            <a:srgbClr val="B9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THOMAS EDISON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04872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Az egyenáramú rendszer támogatója.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691640"/>
            <a:ext cx="356616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691640"/>
            <a:ext cx="73152" cy="379476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NIKOLA TESLA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04872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váltakozó áram előnyeit és gyakorlati lehetőségeit bizonyította.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691640"/>
            <a:ext cx="356616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9016" y="1691640"/>
            <a:ext cx="73152" cy="379476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GEORGE WESTINGHOUSE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404872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Támogatásával megépültek az első nagy AC-rendszerek.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Miért lett erős az AC?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ETE-002 • 2.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TRANSZFORMÁLHATÓ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váltakozó feszültség egyszerűen alakítható.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NAGY TÁVOLSÁG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Gazdaságos energiaátvitel vált lehetővé.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28800"/>
            <a:ext cx="73152" cy="338328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NIAGARA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Az erőmű sikere bizonyította a rendszer életképességét.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váltakozó áram fogalma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ETE-002 • 2.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737360"/>
            <a:ext cx="10241280" cy="347472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24028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A VÁLTAKOZÓ ÁRAM NAGYSÁGA ÉS IRÁNYA IDŐBEN VÁLTOZIK.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204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D3E4F1"/>
                </a:solidFill>
                <a:latin typeface="Aptos"/>
              </a:defRPr>
            </a:pPr>
            <a:r>
              <a:t>Európában a hálózati frekvencia: 50 Hz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Frekvencia és periódusidő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50 Hz-es hálózat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ETE-002 • 2.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FREKVENCIA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f = 50 Hz</a:t>
            </a:r>
            <a:br/>
            <a:r>
              <a:t>→ másodpercenként 50 periódus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PERIÓDUSIDŐ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T = 1/f = 0,02 s = 20 ms</a:t>
            </a:r>
            <a:br/>
            <a:r>
              <a:t>Fél periódus = 10 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230 V / 50 Hz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ETE-002 • 2.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783080"/>
            <a:ext cx="10149840" cy="347472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24028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t>230 V / 50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474720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D3E4F1"/>
                </a:solidFill>
                <a:latin typeface="Aptos"/>
              </a:defRPr>
            </a:pPr>
            <a:r>
              <a:t>Minden villamos szakember számára alapinformáció.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DC és AC jelalak összehasonlítása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ETE-002 • 2.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EGYENFESZÜLTSÉG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Figyeld meg oszcilloszkóppal vagy szimulációban a jelalakot.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VÁLTAKOZÓ FESZÜLTSÉG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Hasonlítsd össze az egyenfeszültség jelalakjával.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IAP Mesterfeladat és Mérnöki kihívás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ETE-002 • 2.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MESTERFELADAT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AC–DC összehasonlító táblázat: előnyök, hátrányok és felhasználási területek.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MÉRNÖKI KIHÍVÁS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Vita: a napelemek és akkumulátorok korában újra növekszik az egyenáram szerepe?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ETE-002 • 2.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4416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Kik voltak az áramháború fő szereplői?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67128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8541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Miért előnyös a váltakozó áram?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08376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26664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Mit jelent az 50 Hz?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9624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4106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67911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Mennyi a periódusidő 50 Hz esetén?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90872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823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09159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Miért fontos a transzformátor?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