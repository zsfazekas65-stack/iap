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36. HÉT - ÉV VÉGI ÖSSZEFOGLALÁS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2B5376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IAP • 11. évfolyam • Elektrotechnika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2B5376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Komplex gyakorlati projekt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2B5376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36 / 36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Az egész éves tudás egy rendszerben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Villamos gépek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Motorok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Transzformátorok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Hajtások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Mérések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Hibakeresés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A hét öt célja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Ismétlés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Komplex feladat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Mérések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Értékelés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1. tanóra - Ismétlés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Villamos gépek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Motorok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Transzformátorok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Hajtások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2. tanóra - Komplex labor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Motor bekötése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Frekvenciaváltós szabályozás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Hibakeresés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3. tanóra - Projektbemutató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Tudásellenőrzés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Közös értékelés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Szakmai visszajelzés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Komplex projekt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Mérési jegyzőkönyv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Mérőlabor eszközei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Aszinkron motor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Lakatfogó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Szigetelésvizsgáló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Dokumentáció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Projektfolyamat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Paraméterezés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Hibakeresés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Értékelési szempontok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Biztonságos munkavégzés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Mérések pontossága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Dokumentáció minősége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Kis ipari szállítószalag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Teljes villamos hajtásrendszer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 tanév során tanult elemek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Választott hajtásrendszer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Műszaki megoldások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Indoklás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Motorválasztás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Frekvenciaváltó szerepe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Hibakeresés kezdete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Legfontosabb tananyagrész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Mit viszel tovább?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13304E"/>
                </a:solidFill>
                <a:latin typeface="Aptos"/>
              </a:defRPr>
            </a:pPr>
            <a:r>
              <a:t>Moodle záróteszt - 30 kérdés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Elmélet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Jelleggörbék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Motorok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Frekvenciaváltók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7490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Hibakeresés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GRATULÁLUNK!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2B5376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 11. évfolyam Elektrotechnika tanéve lezárult.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2B5376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691639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Az alapok készen állnak a következő évfolyamra.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