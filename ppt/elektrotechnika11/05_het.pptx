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R • L • C VÁLTAKOZÓ</a:t>
            </a:r>
            <a:br/>
            <a:r>
              <a:t>ÁRAMÚ KÖRBEN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69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fáziseltolás • reaktancia • mérés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Miért viselkedik másként egy villanymotor,</a:t>
            </a:r>
            <a:br/>
            <a:r>
              <a:t>mint egy fűtőtest ugyanazon a hálózaton?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ETE-005 • 5.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R – ellenállás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Energiát alakít át hővé.</a:t>
            </a:r>
            <a:br/>
            <a:br/>
            <a:r>
              <a:t>Váltakozó áramnál a feszültség és az áram azonos fázisban van.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ETE-005 • 5.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L – tekercs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Energiát tárol és visszaad.</a:t>
            </a:r>
            <a:br/>
            <a:br/>
            <a:r>
              <a:t>Induktív fáziseltolást okoz.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ETE-005 • 5.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C – kondenzátor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Energiát tárol és visszaad.</a:t>
            </a:r>
            <a:br/>
            <a:br/>
            <a:r>
              <a:t>Kapacitív fáziseltolást okoz.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ETE-005 • 5.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Induktív reaktancia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XL = 2πfL</a:t>
            </a:r>
            <a:br/>
            <a:br/>
            <a:r>
              <a:t>Példa: f = 50 Hz, L = 100 mH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ETE-005 • 5.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R → L → C terhelés</a:t>
            </a:r>
            <a:br/>
            <a:br/>
            <a:r>
              <a:t>Kétcsatornás oszcilloszkóp</a:t>
            </a:r>
            <a:br/>
            <a:r>
              <a:t>Jelalakok és fáziseltolás összehasonlítása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ETE-005 • 5.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Oliver Heaviside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A váltakozó áramú hálózatok matematikai leírásának úttörője,</a:t>
            </a:r>
            <a:br/>
            <a:r>
              <a:t>az impedancia fogalmának elterjedéséhez is hozzájárult.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ETE-005 • 5.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Miért alkalmaznak fázisjavító kondenzátorokat ipari hálózatokban?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ETE-005 • 5.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IMPEDANCIA • Z</a:t>
            </a:r>
            <a:br/>
            <a:br/>
            <a:r>
              <a:t>Az R, L és C után összerakjuk a váltakozó áramú ellenállás fogalmát.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ETE-005 • 5.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