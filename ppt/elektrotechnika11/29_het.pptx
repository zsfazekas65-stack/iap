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SZLIP ÉS</a:t>
            </a:r>
            <a:br/>
            <a:r>
              <a:t>NYOMATÉKKÉPZŐDÉS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aszinkron motor • fordulatszám-különbség • nyomaték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645920"/>
            <a:ext cx="1097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56ACD6"/>
                </a:solidFill>
                <a:latin typeface="Aptos"/>
              </a:defRPr>
            </a:pPr>
            <a:r>
              <a:t>nₛ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331720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48B3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971800"/>
            <a:ext cx="1097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498B6A"/>
                </a:solidFill>
                <a:latin typeface="Aptos"/>
              </a:defRPr>
            </a:pPr>
            <a:r>
              <a:t>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nem érheti el a rotor a szinkron fordulatszámot?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HA n = nₛ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nincs relatív</a:t>
            </a:r>
            <a:br/>
            <a:r>
              <a:t>fordulatszám-különbség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nincs indukált áram</a:t>
            </a:r>
            <a:br/>
            <a:r>
              <a:t>→ nincs nyomaték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 a szlip?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szinkron és tényleges fordulatszám különbségének aránya.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13304E"/>
                </a:solidFill>
                <a:latin typeface="Aptos"/>
              </a:defRPr>
            </a:pPr>
            <a:r>
              <a:t>s 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25880"/>
            <a:ext cx="6492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325880"/>
            <a:ext cx="6126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nₛ - 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057400"/>
            <a:ext cx="448056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2057400"/>
            <a:ext cx="6126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2A74B2"/>
                </a:solidFill>
                <a:latin typeface="Aptos"/>
              </a:defRPr>
            </a:pPr>
            <a:r>
              <a:t>nₛ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241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98B6A"/>
                </a:solidFill>
                <a:latin typeface="Aptos"/>
              </a:defRPr>
            </a:pPr>
            <a:r>
              <a:t>százalékban: s ×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három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fogalomtól a jelleggörbéig.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nₛ és n</a:t>
            </a:r>
            <a:br/>
            <a:r>
              <a:t>összehasonlítása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szlip számítása</a:t>
            </a:r>
            <a:br/>
            <a:r>
              <a:t>és jelentése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nyomaték-szlip</a:t>
            </a:r>
            <a:br/>
            <a:r>
              <a:t>kapcsolat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Miért kell a szlip?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működés feltétele maga a fordulatszám-különbség.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FORGÓ TÉR</a:t>
            </a:r>
            <a:br/>
            <a:r>
              <a:t>nₛ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4612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FORDULATSZÁM-</a:t>
            </a:r>
            <a:br/>
            <a:r>
              <a:t>KÜLÖNBSÉG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INDUKÁLT</a:t>
            </a:r>
            <a:br/>
            <a:r>
              <a:t>ROTORÁRAM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1080" y="2880360"/>
            <a:ext cx="36576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8280" y="1691640"/>
            <a:ext cx="24688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691640"/>
            <a:ext cx="228600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ELEKTROMÁGNESES</a:t>
            </a:r>
            <a:br/>
            <a:r>
              <a:t>NYOMATÉK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Terhelés és szlip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feltöltött anyag megfigyelése.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0175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TERHELÉS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56032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rotor jobban</a:t>
            </a:r>
            <a:br/>
            <a:r>
              <a:t>lemarad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4688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463040"/>
            <a:ext cx="30175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627632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SZLIP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21408"/>
            <a:ext cx="256032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nₛ - n</a:t>
            </a:r>
            <a:br/>
            <a:r>
              <a:t>növekszik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914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1330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63040"/>
            <a:ext cx="24688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627632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21408"/>
            <a:ext cx="2011680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szükséges</a:t>
            </a:r>
            <a:br/>
            <a:r>
              <a:t>értékre nő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nₛ = 1500 1/min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n = 1455 1/min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s = (1500 - 1455) / 1500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B4DCF2"/>
                </a:solidFill>
                <a:latin typeface="Aptos"/>
              </a:defRPr>
            </a:pPr>
            <a:r>
              <a:t>s = 0,03 = 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Nyomaték-szlip jelleggörbe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mesterfeladat vizuális előkészítése.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325880"/>
            <a:ext cx="0" cy="374904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074920"/>
            <a:ext cx="941832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52120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554480" y="3840480"/>
            <a:ext cx="1188720" cy="9144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2651760"/>
            <a:ext cx="1188720" cy="11887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931920" y="1920240"/>
            <a:ext cx="1188720" cy="7315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1920240"/>
            <a:ext cx="1188720" cy="3657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286000"/>
            <a:ext cx="1280160" cy="7315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3017520"/>
            <a:ext cx="1280160" cy="731519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3749039"/>
            <a:ext cx="1371600" cy="457201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0" y="150876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jelleggörbe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Három üzemi állapot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Indítás • üresjárás • névleges terhelés.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 = 0</a:t>
            </a:r>
            <a:br/>
            <a:r>
              <a:t>szlip nagy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ÜRESJÁRÁS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 közel nₛ</a:t>
            </a:r>
            <a:br/>
            <a:r>
              <a:t>szlip kicsi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NÉVLEGES TERHELÉS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 &lt; nₛ</a:t>
            </a:r>
            <a:br/>
            <a:r>
              <a:t>szükséges szlip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 terhelési állapotban számítsuk ki a szlipet.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NÉVLEGES ADAT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FORDULATSZÁM 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SZLIP SZÁMÍTÁS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ÖSSZEHASONLÍTÁS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három tipikus hibája.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154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788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ROSSZ</a:t>
            </a:r>
            <a:br/>
            <a:r>
              <a:t>FORDULATSZÁMMÉRÉS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3154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54680"/>
            <a:ext cx="2788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ADATTÁBLA-ADAT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154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54680"/>
            <a:ext cx="2788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TERHELÉS</a:t>
            </a:r>
            <a:br/>
            <a:r>
              <a:t>FIGYELMEN KÍVÜL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Aptos"/>
              </a:defRPr>
            </a:pPr>
            <a:r>
              <a:t>HA s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nincs indukált rotoráram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B4DCF2"/>
                </a:solidFill>
                <a:latin typeface="Aptos"/>
              </a:defRPr>
            </a:pPr>
            <a:r>
              <a:t>→ nincs elektromágneses nyomaték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szlip ne csak képlet legyen.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nyomaték-szlip</a:t>
            </a:r>
            <a:br/>
            <a:r>
              <a:t>grafikont.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Magyarázd az indítás,</a:t>
            </a:r>
            <a:br/>
            <a:r>
              <a:t>üresjárás és terhelés szlipjét.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ETE-029 • 29.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szlip?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Hogyan számítható?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szükséges?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Hogyan változik terhelésre?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Mit jelent a szinkron fordulatszám?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AZ ASZINKRON MOTOR</a:t>
            </a:r>
            <a:br/>
            <a:r>
              <a:t>INDÍTÁSI MÓDJAI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