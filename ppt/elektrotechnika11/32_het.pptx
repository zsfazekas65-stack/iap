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8580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FREKVENCIAVÁLTÓS</a:t>
            </a:r>
            <a:br/>
            <a:r>
              <a:t>HAJTÁSOK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B4DCF2"/>
                </a:solidFill>
                <a:latin typeface="Aptos"/>
              </a:defRPr>
            </a:pPr>
            <a:r>
              <a:t>egyenirányító • DC kör • inverter • U/f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17320"/>
            <a:ext cx="2743200" cy="27432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274320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AC</a:t>
            </a:r>
            <a:br/>
            <a:r>
              <a:t>→ DC →</a:t>
            </a:r>
            <a:br/>
            <a:r>
              <a:t>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Hogyan szabályozható fokozatmentesen egy AC motor fordulatszáma?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motor szinkron</a:t>
            </a:r>
            <a:br/>
            <a:r>
              <a:t>fordulatszámát meghatározza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szabályozható f és U</a:t>
            </a:r>
            <a:br/>
            <a:r>
              <a:t>értéket állít elő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frekvenciaváltó blokkvázlata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három fő teljesítményáramköri egység.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5E7180"/>
                </a:solidFill>
                <a:latin typeface="Aptos"/>
              </a:defRPr>
            </a:pPr>
            <a:r>
              <a:t>HÁLÓZAT</a:t>
            </a:r>
            <a:br/>
            <a:r>
              <a:t>AC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0604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EGYENIRÁNYÍTÓ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8348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DC KÖZBENSŐ</a:t>
            </a:r>
            <a:br/>
            <a:r>
              <a:t>KÖR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INVERTER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0" y="2926080"/>
            <a:ext cx="320040" cy="0"/>
          </a:xfrm>
          <a:prstGeom prst="line">
            <a:avLst/>
          </a:prstGeom>
          <a:ln w="508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1828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828800"/>
            <a:ext cx="178308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56ACD6"/>
                </a:solidFill>
                <a:latin typeface="Aptos"/>
              </a:defRPr>
            </a:pPr>
            <a:r>
              <a:t>MOTOR</a:t>
            </a:r>
            <a:br/>
            <a:r>
              <a:t>3~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1. Egyenirányító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hálózati váltakozó feszültségből egyenfeszültség készül.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A74B2"/>
                </a:solidFill>
                <a:latin typeface="Aptos"/>
              </a:defRPr>
            </a:pPr>
            <a:r>
              <a:t>~ 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330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17320"/>
            <a:ext cx="2834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17320"/>
            <a:ext cx="283464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48B37"/>
                </a:solidFill>
                <a:latin typeface="Aptos"/>
              </a:defRPr>
            </a:pPr>
            <a:r>
              <a:t>EGYEN-</a:t>
            </a:r>
            <a:br/>
            <a:r>
              <a:t>IRÁNYÍTÓ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330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2286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498B6A"/>
                </a:solidFill>
                <a:latin typeface="Aptos"/>
              </a:defRPr>
            </a:pPr>
            <a:r>
              <a:t>⎓ DC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2. DC közbenső kör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frekvenciaváltó belső egyenfeszültségű energiatároló szakasza.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00200"/>
            <a:ext cx="83210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7955279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3304E"/>
                </a:solidFill>
                <a:latin typeface="Aptos"/>
              </a:defRPr>
            </a:pPr>
            <a:r>
              <a:t>DC KÖZBENSŐ KÖR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8892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A74B2"/>
                </a:solidFill>
                <a:latin typeface="Aptos"/>
              </a:defRPr>
            </a:pPr>
            <a:r>
              <a:t>egyenfeszültség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788920"/>
            <a:ext cx="457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48B37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8892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98B6A"/>
                </a:solidFill>
                <a:latin typeface="Aptos"/>
              </a:defRPr>
            </a:pPr>
            <a:r>
              <a:t>energiatárolás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3. Inverter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DC körből szabályozható frekvenciájú AC kimenet készül.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D48B37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330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173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17320"/>
            <a:ext cx="310896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498B6A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330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00200"/>
            <a:ext cx="292608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56ACD6"/>
                </a:solidFill>
                <a:latin typeface="Aptos"/>
              </a:defRPr>
            </a:pPr>
            <a:r>
              <a:t>3~ AC</a:t>
            </a:r>
            <a:br/>
            <a:r>
              <a:t>f = változó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U/f SZABÁLYOZÁS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f ↓  →  U 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D48B37"/>
                </a:solidFill>
                <a:latin typeface="Aptos"/>
              </a:defRPr>
            </a:pPr>
            <a:r>
              <a:t>f ↑  →  U 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B4DCF2"/>
                </a:solidFill>
                <a:latin typeface="Aptos"/>
              </a:defRPr>
            </a:pPr>
            <a:r>
              <a:t>A feszültség és frekvencia együtt változik.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Frekvencia és fordulatszám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számítási példája.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13304E"/>
                </a:solidFill>
                <a:latin typeface="Aptos"/>
              </a:defRPr>
            </a:pPr>
            <a:r>
              <a:t>nₛ = 120 · f /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2A74B2"/>
                </a:solidFill>
                <a:latin typeface="Aptos"/>
              </a:defRPr>
            </a:pPr>
            <a:r>
              <a:t>4 pólus • 25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120 × 25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241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498B6A"/>
                </a:solidFill>
                <a:latin typeface="Aptos"/>
              </a:defRPr>
            </a:pPr>
            <a:r>
              <a:t>= 750 1/min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Paraméterezés alapjai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3. tanóra gyakorlati fókusza.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MOTORADATOK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névleges U • I</a:t>
            </a:r>
            <a:br/>
            <a:r>
              <a:t>f • teljesítmény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INDÍTÁS / LEÁLLÍTÁS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vezérlési</a:t>
            </a:r>
            <a:br/>
            <a:r>
              <a:t>parancsok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RÁMPÁK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gyorsítási és</a:t>
            </a:r>
            <a:br/>
            <a:r>
              <a:t>lassítási idő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20 Hz • 35 Hz • 50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A74B2"/>
                </a:solidFill>
                <a:latin typeface="Aptos"/>
              </a:defRPr>
            </a:pPr>
            <a:r>
              <a:t>20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48B37"/>
                </a:solidFill>
                <a:latin typeface="Aptos"/>
              </a:defRPr>
            </a:pPr>
            <a:r>
              <a:t>35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98B6A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Készíts fordulatszám–frekvencia diagramot!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mérési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tipikus beállítási hiba.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MOTOR-</a:t>
            </a:r>
            <a:br/>
            <a:r>
              <a:t>PARAMÉTEREK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ROSSZ NÉVLEGES</a:t>
            </a:r>
            <a:br/>
            <a:r>
              <a:t>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TÉVES</a:t>
            </a:r>
            <a:br/>
            <a:r>
              <a:t>FORGÁSIRÁNY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GYORSÍTÁSI /</a:t>
            </a:r>
            <a:br/>
            <a:r>
              <a:t>LASSÍTÁSI IDŐ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Hol találkozunk frekvenciaváltós hajtással?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FELVONÓ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KEVERŐ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CNC GÉP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A FREKVENCIAVÁLTÓ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48B37"/>
                </a:solidFill>
                <a:latin typeface="Aptos"/>
              </a:defRPr>
            </a:pPr>
            <a:r>
              <a:t>nem csak fordulatszámot szabályoz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B4DCF2"/>
                </a:solidFill>
                <a:latin typeface="Aptos"/>
              </a:defRPr>
            </a:pPr>
            <a:r>
              <a:t>motorvédelmi funkciókat is tartalmazhat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 és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Blokkvázlat + ipari választás.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Készíts blokkvázlatot</a:t>
            </a:r>
            <a:br/>
            <a:r>
              <a:t>a frekvenciaváltóról.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Válassz frekvenciaváltót</a:t>
            </a:r>
            <a:br/>
            <a:r>
              <a:t>egy 7,5 kW-os szivattyúhoz.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ETE-032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frekvenciaváltó feladata?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 az inverter?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Mit jelent az U/f szabályozás?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Hogyan változik a fordulatszám a frekvenciával?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Hol alkalmaznak frekvenciaváltót?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D48B37"/>
                </a:solidFill>
                <a:latin typeface="Aptos"/>
              </a:defRPr>
            </a:pPr>
            <a:r>
              <a:t>FREKVENCIAVÁLTÓK PARAMÉTEREZÉSE</a:t>
            </a:r>
            <a:br/>
            <a:r>
              <a:t>ÉS GYAKORLATI ÜZEMBE HELYEZÉSE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