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74066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FREKVENCIAVÁLTÓK</a:t>
            </a:r>
            <a:br/>
            <a:r>
              <a:t>FELÉPÍTÉSE ÉS MŰKÖDÉSE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874519"/>
            <a:ext cx="1417320" cy="105156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0" y="1874519"/>
            <a:ext cx="141732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AC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1874519"/>
            <a:ext cx="1417320" cy="105156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1874519"/>
            <a:ext cx="141732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DC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3383279"/>
            <a:ext cx="1417320" cy="105156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3383279"/>
            <a:ext cx="141732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IGBT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3383279"/>
            <a:ext cx="1417320" cy="105156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20" y="3383279"/>
            <a:ext cx="141732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3~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77639"/>
            <a:ext cx="66751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0">
                <a:solidFill>
                  <a:srgbClr val="B4DCF2"/>
                </a:solidFill>
                <a:latin typeface="Aptos"/>
              </a:defRPr>
            </a:pPr>
            <a:r>
              <a:t>egyenirányító • DC-közbensőkör • inverter • PWM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Miért használunk frekvenciaváltót?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50 Hz-es hálózatból szabályozható motorhajtás.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ETE-015 • 15.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2918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HÁLÓZAT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283464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50 Hz</a:t>
            </a:r>
            <a:br/>
            <a:r>
              <a:t>közel állandó motorfordulat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2918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73351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67128"/>
            <a:ext cx="283464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feszültség + frekvencia szabályozása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08760"/>
            <a:ext cx="32918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73351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MOTOR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167128"/>
            <a:ext cx="283464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fokozatmentesen változtatható fordulatszám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A frekvenciaváltó energiaútja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Három fő egység.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ETE-015 • 15.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32461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971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1. EGYENIRÁNYÍTÓ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71800"/>
            <a:ext cx="2880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D39"/>
                </a:solidFill>
                <a:latin typeface="Aptos"/>
              </a:defRPr>
            </a:pPr>
            <a:r>
              <a:t>AC → DC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49039" y="2971800"/>
            <a:ext cx="548641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89120" y="1828800"/>
            <a:ext cx="32461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148840"/>
            <a:ext cx="2971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2. DC-KÖZBENSŐKÖR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71800"/>
            <a:ext cx="2880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D39"/>
                </a:solidFill>
                <a:latin typeface="Aptos"/>
              </a:defRPr>
            </a:pPr>
            <a:r>
              <a:t>simítás + energiatárolás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35240" y="2971800"/>
            <a:ext cx="548639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75320" y="1828800"/>
            <a:ext cx="32461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148840"/>
            <a:ext cx="2971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3. INVERTER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971800"/>
            <a:ext cx="2880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D39"/>
                </a:solidFill>
                <a:latin typeface="Aptos"/>
              </a:defRPr>
            </a:pPr>
            <a:r>
              <a:t>IGBT → kívánt f, 3~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00600"/>
            <a:ext cx="1828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1">
                <a:solidFill>
                  <a:srgbClr val="13304E"/>
                </a:solidFill>
                <a:latin typeface="Aptos"/>
              </a:defRPr>
            </a:pPr>
            <a:r>
              <a:t>HÁLÓZAT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0060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5E71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4800600"/>
            <a:ext cx="1371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1">
                <a:solidFill>
                  <a:srgbClr val="13304E"/>
                </a:solidFill>
                <a:latin typeface="Aptos"/>
              </a:defRPr>
            </a:pPr>
            <a:r>
              <a:t>MOTOR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1. Egyenirányító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váltakozó feszültséget egyenfeszültséggé alakítja.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ETE-015 • 15.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2926080"/>
            <a:ext cx="59436" cy="115928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73836" y="3042008"/>
            <a:ext cx="59435" cy="112095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33271" y="3154103"/>
            <a:ext cx="59437" cy="104552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2708" y="3258655"/>
            <a:ext cx="59436" cy="93551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52144" y="3352206"/>
            <a:ext cx="59436" cy="79457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11580" y="3431663"/>
            <a:ext cx="59436" cy="62734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71016" y="3494397"/>
            <a:ext cx="59436" cy="43936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30452" y="3538333"/>
            <a:ext cx="59436" cy="23684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89888" y="3562017"/>
            <a:ext cx="59436" cy="2650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449324" y="3546195"/>
            <a:ext cx="59436" cy="18472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508760" y="3507211"/>
            <a:ext cx="59436" cy="38984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568196" y="3449006"/>
            <a:ext cx="59436" cy="58205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627632" y="3373503"/>
            <a:ext cx="59436" cy="75503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687068" y="3283202"/>
            <a:ext cx="59436" cy="90301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746504" y="3181088"/>
            <a:ext cx="59436" cy="102114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805940" y="3070539"/>
            <a:ext cx="59436" cy="110549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865376" y="2955212"/>
            <a:ext cx="59436" cy="115327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924812" y="2838922"/>
            <a:ext cx="59436" cy="116290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984248" y="2725514"/>
            <a:ext cx="59436" cy="113408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043684" y="2618741"/>
            <a:ext cx="59436" cy="106773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103120" y="2522133"/>
            <a:ext cx="59436" cy="96608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162556" y="2438886"/>
            <a:ext cx="59436" cy="83247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221992" y="2371754"/>
            <a:ext cx="59436" cy="67132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281428" y="2322957"/>
            <a:ext cx="59436" cy="48797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340864" y="2294110"/>
            <a:ext cx="59436" cy="28847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400300" y="2286165"/>
            <a:ext cx="59436" cy="7945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459736" y="2286165"/>
            <a:ext cx="59436" cy="13222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519172" y="2299387"/>
            <a:ext cx="59436" cy="33951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578608" y="2333338"/>
            <a:ext cx="59436" cy="53557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638044" y="2386895"/>
            <a:ext cx="59436" cy="71391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697480" y="2458286"/>
            <a:ext cx="59436" cy="86864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756916" y="2545150"/>
            <a:ext cx="59436" cy="99464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816352" y="2644614"/>
            <a:ext cx="59436" cy="108774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875788" y="2753388"/>
            <a:ext cx="59436" cy="114486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935224" y="2867874"/>
            <a:ext cx="59436" cy="116411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994660" y="2984285"/>
            <a:ext cx="59436" cy="114486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054096" y="3098771"/>
            <a:ext cx="59436" cy="108774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113532" y="3207545"/>
            <a:ext cx="59436" cy="99464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172968" y="3307009"/>
            <a:ext cx="59436" cy="86864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232404" y="3393873"/>
            <a:ext cx="59436" cy="71391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291840" y="3465264"/>
            <a:ext cx="59436" cy="53557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351276" y="3518821"/>
            <a:ext cx="59436" cy="33951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410712" y="3552772"/>
            <a:ext cx="59436" cy="13222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470148" y="3558049"/>
            <a:ext cx="59436" cy="7945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529584" y="3529202"/>
            <a:ext cx="59436" cy="28847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589020" y="3480405"/>
            <a:ext cx="59436" cy="48797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648456" y="3413273"/>
            <a:ext cx="59435" cy="67132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707891" y="3330026"/>
            <a:ext cx="59437" cy="83247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767328" y="3233418"/>
            <a:ext cx="59436" cy="96608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826764" y="3126645"/>
            <a:ext cx="59436" cy="106773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886200" y="3013237"/>
            <a:ext cx="59435" cy="113408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945635" y="2896947"/>
            <a:ext cx="59437" cy="116290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005072" y="2781620"/>
            <a:ext cx="59436" cy="115327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064508" y="2671071"/>
            <a:ext cx="59436" cy="110549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123944" y="2568957"/>
            <a:ext cx="59436" cy="102114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183380" y="2478656"/>
            <a:ext cx="59436" cy="90301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242816" y="2403153"/>
            <a:ext cx="59436" cy="75503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302252" y="2344948"/>
            <a:ext cx="59436" cy="58205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361688" y="2305964"/>
            <a:ext cx="59436" cy="38984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421124" y="2287492"/>
            <a:ext cx="59436" cy="18472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480560" y="2287492"/>
            <a:ext cx="59436" cy="2650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39996" y="2290142"/>
            <a:ext cx="59436" cy="23684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599432" y="2313826"/>
            <a:ext cx="59436" cy="43936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658868" y="2357762"/>
            <a:ext cx="59436" cy="62734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718304" y="2420496"/>
            <a:ext cx="59436" cy="79457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777740" y="2499953"/>
            <a:ext cx="59436" cy="93551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837176" y="2593504"/>
            <a:ext cx="59436" cy="104552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896612" y="2698056"/>
            <a:ext cx="59436" cy="112095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956048" y="2810151"/>
            <a:ext cx="59436" cy="115928"/>
          </a:xfrm>
          <a:prstGeom prst="line">
            <a:avLst/>
          </a:prstGeom>
          <a:ln w="254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2286000" y="3931920"/>
            <a:ext cx="914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A74B2"/>
                </a:solidFill>
                <a:latin typeface="Aptos"/>
              </a:defRPr>
            </a:pPr>
            <a:r>
              <a:t>AC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12080" y="2606040"/>
            <a:ext cx="7315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5E7180"/>
                </a:solidFill>
                <a:latin typeface="Aptos"/>
              </a:defRPr>
            </a:pPr>
            <a:r>
              <a:t>→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492240" y="2331720"/>
            <a:ext cx="4297680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6492240" y="3520440"/>
            <a:ext cx="4297680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8138160" y="3931920"/>
            <a:ext cx="914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D48B37"/>
                </a:solidFill>
                <a:latin typeface="Aptos"/>
              </a:defRPr>
            </a:pPr>
            <a:r>
              <a:t>DC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2. DC-közbensőkör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Kondenzátorokkal kisimítja és tárolja az energiát.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ETE-015 • 15.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63040" y="2011680"/>
            <a:ext cx="0" cy="2286000"/>
          </a:xfrm>
          <a:prstGeom prst="line">
            <a:avLst/>
          </a:prstGeom>
          <a:ln w="635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783080" y="2011680"/>
            <a:ext cx="0" cy="2286000"/>
          </a:xfrm>
          <a:prstGeom prst="line">
            <a:avLst/>
          </a:prstGeom>
          <a:ln w="635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40" y="2011680"/>
            <a:ext cx="0" cy="2286000"/>
          </a:xfrm>
          <a:prstGeom prst="line">
            <a:avLst/>
          </a:prstGeom>
          <a:ln w="635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11880" y="2011680"/>
            <a:ext cx="0" cy="2286000"/>
          </a:xfrm>
          <a:prstGeom prst="line">
            <a:avLst/>
          </a:prstGeom>
          <a:ln w="635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120640" y="2011680"/>
            <a:ext cx="0" cy="2286000"/>
          </a:xfrm>
          <a:prstGeom prst="line">
            <a:avLst/>
          </a:prstGeom>
          <a:ln w="635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40679" y="2011680"/>
            <a:ext cx="0" cy="2286000"/>
          </a:xfrm>
          <a:prstGeom prst="line">
            <a:avLst/>
          </a:prstGeom>
          <a:ln w="635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4709160"/>
            <a:ext cx="5943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13304E"/>
                </a:solidFill>
                <a:latin typeface="Aptos"/>
              </a:defRPr>
            </a:pPr>
            <a:r>
              <a:t>KONDENZÁTOROK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1554480"/>
            <a:ext cx="4114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719072"/>
            <a:ext cx="374903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SIMÍTÁS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12848"/>
            <a:ext cx="36576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stabilabb egyenfeszültség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3337560"/>
            <a:ext cx="4114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3502152"/>
            <a:ext cx="374903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ENERGIATÁROLÁS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995928"/>
            <a:ext cx="36576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energia a közbensőkörben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3. Inverter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IGBT tranzisztorokkal készül a kívánt frekvenciájú háromfázisú feszültség.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ETE-015 • 15.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828800"/>
            <a:ext cx="1051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5E71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105156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A74B2"/>
                </a:solidFill>
                <a:latin typeface="Aptos"/>
              </a:defRPr>
            </a:pPr>
            <a:r>
              <a:t>IGBT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39" y="1828800"/>
            <a:ext cx="1051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5E71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1828800"/>
            <a:ext cx="105156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A74B2"/>
                </a:solidFill>
                <a:latin typeface="Aptos"/>
              </a:defRPr>
            </a:pPr>
            <a:r>
              <a:t>IGBT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828800"/>
            <a:ext cx="1051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5E71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828800"/>
            <a:ext cx="105156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A74B2"/>
                </a:solidFill>
                <a:latin typeface="Aptos"/>
              </a:defRPr>
            </a:pPr>
            <a:r>
              <a:t>IGBT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657600"/>
            <a:ext cx="1051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5E71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57600"/>
            <a:ext cx="105156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D48B37"/>
                </a:solidFill>
                <a:latin typeface="Aptos"/>
              </a:defRPr>
            </a:pPr>
            <a:r>
              <a:t>IGBT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39" y="3657600"/>
            <a:ext cx="1051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5E71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39" y="3657600"/>
            <a:ext cx="105156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D48B37"/>
                </a:solidFill>
                <a:latin typeface="Aptos"/>
              </a:defRPr>
            </a:pPr>
            <a:r>
              <a:t>IGBT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3657600"/>
            <a:ext cx="1051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5E71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3657600"/>
            <a:ext cx="105156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D48B37"/>
                </a:solidFill>
                <a:latin typeface="Aptos"/>
              </a:defRPr>
            </a:pPr>
            <a:r>
              <a:t>IGBT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3304E"/>
                </a:solidFill>
                <a:latin typeface="Aptos"/>
              </a:defRPr>
            </a:pPr>
            <a:r>
              <a:t>kapcsolóhíd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0" y="2057400"/>
            <a:ext cx="4114800" cy="0"/>
          </a:xfrm>
          <a:prstGeom prst="line">
            <a:avLst/>
          </a:prstGeom>
          <a:ln w="508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698480" y="1874519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A74B2"/>
                </a:solidFill>
                <a:latin typeface="Aptos"/>
              </a:defRPr>
            </a:pPr>
            <a:r>
              <a:t>U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0" y="3108960"/>
            <a:ext cx="4114800" cy="0"/>
          </a:xfrm>
          <a:prstGeom prst="line">
            <a:avLst/>
          </a:prstGeom>
          <a:ln w="508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698480" y="2926079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498B6A"/>
                </a:solidFill>
                <a:latin typeface="Aptos"/>
              </a:defRPr>
            </a:pPr>
            <a:r>
              <a:t>V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0" y="4160520"/>
            <a:ext cx="4114800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698480" y="3977639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D48B37"/>
                </a:solidFill>
                <a:latin typeface="Aptos"/>
              </a:defRPr>
            </a:pPr>
            <a:r>
              <a:t>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5212080"/>
            <a:ext cx="2926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3304E"/>
                </a:solidFill>
                <a:latin typeface="Aptos"/>
              </a:defRPr>
            </a:pPr>
            <a:r>
              <a:t>3~ motor felé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PWM - impulzusszélesség-moduláció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Gyors kapcsolásokkal közel szinuszos motoráram.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ETE-015 • 15.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7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914400" y="1828800"/>
            <a:ext cx="0" cy="237744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1828800"/>
            <a:ext cx="182880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97280" y="1828800"/>
            <a:ext cx="0" cy="237744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61872" y="1828800"/>
            <a:ext cx="0" cy="237744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61872" y="1828800"/>
            <a:ext cx="320040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81912" y="1828800"/>
            <a:ext cx="0" cy="237744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746504" y="1828800"/>
            <a:ext cx="0" cy="237744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746504" y="1828800"/>
            <a:ext cx="502920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249424" y="1828800"/>
            <a:ext cx="0" cy="237744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414015" y="1828800"/>
            <a:ext cx="0" cy="237744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414015" y="1828800"/>
            <a:ext cx="685800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99815" y="1828800"/>
            <a:ext cx="0" cy="237744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264407" y="1828800"/>
            <a:ext cx="0" cy="237744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264407" y="1828800"/>
            <a:ext cx="868680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133087" y="1828800"/>
            <a:ext cx="0" cy="237744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297679" y="1828800"/>
            <a:ext cx="0" cy="237744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297679" y="1828800"/>
            <a:ext cx="685800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983479" y="1828800"/>
            <a:ext cx="0" cy="237744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148071" y="1828800"/>
            <a:ext cx="0" cy="237744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148071" y="1828800"/>
            <a:ext cx="502920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650991" y="1828800"/>
            <a:ext cx="0" cy="237744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815583" y="1828800"/>
            <a:ext cx="0" cy="237744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815583" y="1828800"/>
            <a:ext cx="320040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135623" y="1828800"/>
            <a:ext cx="0" cy="237744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300216" y="1828800"/>
            <a:ext cx="0" cy="237744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1828800"/>
            <a:ext cx="182880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6" y="1828800"/>
            <a:ext cx="0" cy="2377440"/>
          </a:xfrm>
          <a:prstGeom prst="line">
            <a:avLst/>
          </a:prstGeom>
          <a:ln w="254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400800" y="3017520"/>
            <a:ext cx="64008" cy="70678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464808" y="3088198"/>
            <a:ext cx="64008" cy="70092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528816" y="3158290"/>
            <a:ext cx="64008" cy="68926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592824" y="3227216"/>
            <a:ext cx="64008" cy="67189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656832" y="3294405"/>
            <a:ext cx="64008" cy="64894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720840" y="3359299"/>
            <a:ext cx="64008" cy="62062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784848" y="3421361"/>
            <a:ext cx="64008" cy="58716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848856" y="3480077"/>
            <a:ext cx="64008" cy="54882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912864" y="3534959"/>
            <a:ext cx="64008" cy="50595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976872" y="3585554"/>
            <a:ext cx="64008" cy="45889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040880" y="3631443"/>
            <a:ext cx="64008" cy="40801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104888" y="3672244"/>
            <a:ext cx="64008" cy="35375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168896" y="3707619"/>
            <a:ext cx="64008" cy="29658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232904" y="3737277"/>
            <a:ext cx="64008" cy="23693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96912" y="3760970"/>
            <a:ext cx="64008" cy="17533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360920" y="3778503"/>
            <a:ext cx="64008" cy="11227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424928" y="3789730"/>
            <a:ext cx="64008" cy="4828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488936" y="3792948"/>
            <a:ext cx="64008" cy="1610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552944" y="3784912"/>
            <a:ext cx="64008" cy="8036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616952" y="3770517"/>
            <a:ext cx="64008" cy="14395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680960" y="3749882"/>
            <a:ext cx="64008" cy="20635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744968" y="3723179"/>
            <a:ext cx="64007" cy="26703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808975" y="3690629"/>
            <a:ext cx="64008" cy="32550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7872983" y="3652501"/>
            <a:ext cx="64009" cy="38128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7936992" y="3609112"/>
            <a:ext cx="64008" cy="43389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8001000" y="3560820"/>
            <a:ext cx="64008" cy="48292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8065008" y="3508026"/>
            <a:ext cx="64008" cy="52794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129016" y="3451168"/>
            <a:ext cx="64008" cy="56858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193024" y="3390717"/>
            <a:ext cx="64008" cy="60451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8257032" y="3327173"/>
            <a:ext cx="64008" cy="63544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321040" y="3261063"/>
            <a:ext cx="64008" cy="66110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8385048" y="3192935"/>
            <a:ext cx="64008" cy="68128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8449056" y="3123354"/>
            <a:ext cx="64008" cy="69581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8513064" y="3052895"/>
            <a:ext cx="64008" cy="70459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577072" y="2982144"/>
            <a:ext cx="64008" cy="70751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641080" y="2911685"/>
            <a:ext cx="64008" cy="70459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705088" y="2842104"/>
            <a:ext cx="64008" cy="69581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769096" y="2773976"/>
            <a:ext cx="64008" cy="68128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833104" y="2707866"/>
            <a:ext cx="64008" cy="66110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8897112" y="2644322"/>
            <a:ext cx="64008" cy="63544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961120" y="2583871"/>
            <a:ext cx="64008" cy="60451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025128" y="2527013"/>
            <a:ext cx="64008" cy="56858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089136" y="2474219"/>
            <a:ext cx="64008" cy="52794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9153144" y="2425927"/>
            <a:ext cx="64008" cy="48292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217152" y="2382538"/>
            <a:ext cx="64008" cy="43389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9281160" y="2344410"/>
            <a:ext cx="64008" cy="38128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345168" y="2311860"/>
            <a:ext cx="64008" cy="32550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9409176" y="2285157"/>
            <a:ext cx="64008" cy="26703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9473184" y="2264522"/>
            <a:ext cx="64008" cy="20635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9537192" y="2250127"/>
            <a:ext cx="64008" cy="14395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9601200" y="2242091"/>
            <a:ext cx="64008" cy="8036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9665208" y="2240481"/>
            <a:ext cx="64008" cy="1610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729216" y="2240481"/>
            <a:ext cx="64008" cy="4828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793224" y="2245309"/>
            <a:ext cx="64008" cy="11227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857232" y="2256536"/>
            <a:ext cx="64008" cy="17533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9921240" y="2274069"/>
            <a:ext cx="64008" cy="23693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9985248" y="2297762"/>
            <a:ext cx="64008" cy="29658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0049256" y="2327420"/>
            <a:ext cx="64008" cy="35375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0113264" y="2362795"/>
            <a:ext cx="64008" cy="40801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0177272" y="2403596"/>
            <a:ext cx="64008" cy="45889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0241280" y="2449485"/>
            <a:ext cx="64008" cy="50595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0305288" y="2500080"/>
            <a:ext cx="64008" cy="54882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0369296" y="2554962"/>
            <a:ext cx="64008" cy="58716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0433304" y="2613678"/>
            <a:ext cx="64008" cy="62062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0497312" y="2675740"/>
            <a:ext cx="64008" cy="64894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0561320" y="2740634"/>
            <a:ext cx="64008" cy="67189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0625328" y="2807823"/>
            <a:ext cx="64008" cy="68926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10689336" y="2876749"/>
            <a:ext cx="64008" cy="70092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10753344" y="2946841"/>
            <a:ext cx="64008" cy="70679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914400" y="4709160"/>
            <a:ext cx="4663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PWM kapcsolások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00800" y="4709160"/>
            <a:ext cx="4572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közel szinuszos motoráram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Fordulatszám és frekvencia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Négypólusú motor példája a jegyzetből.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ETE-015 • 15.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4114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73351"/>
            <a:ext cx="374903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50 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67128"/>
            <a:ext cx="365760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szinkron fordulatszám</a:t>
            </a:r>
            <a:br/>
            <a:r>
              <a:t>1500 1/min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148840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5E71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4114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73351"/>
            <a:ext cx="374903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35 Hz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8"/>
            <a:ext cx="365760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szinkron fordulatszám</a:t>
            </a:r>
            <a:br/>
            <a:r>
              <a:t>1050 1/min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9418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13304E"/>
                </a:solidFill>
                <a:latin typeface="Aptos"/>
              </a:defRPr>
            </a:pPr>
            <a:r>
              <a:t>f ↓  →  n 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Ipari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frekvenciaváltó sokféle hajtásban alapvető eszköz.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ETE-015 • 15.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2423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Szállítószalag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79" y="1371600"/>
            <a:ext cx="2423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39" y="169164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Szivattyú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2423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9164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Ventilátor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19" y="1371600"/>
            <a:ext cx="2423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69164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Kompresszor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383280"/>
            <a:ext cx="2423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0332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Keverő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79" y="3383280"/>
            <a:ext cx="2423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39" y="370332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CNC gép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383280"/>
            <a:ext cx="2423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70332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Gyártósor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Labor - vizsgálj meg egy frekvenciaváltót!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Öt dolgot kell biztosan azonosítani.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ETE-015 • 15.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2971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A74B2"/>
                </a:solidFill>
                <a:latin typeface="Aptos"/>
              </a:defRPr>
            </a:pPr>
            <a:r>
              <a:t>Hálózati bemenet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83080"/>
            <a:ext cx="2971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498B6A"/>
                </a:solidFill>
                <a:latin typeface="Aptos"/>
              </a:defRPr>
            </a:pPr>
            <a:r>
              <a:t>Motorkimenet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716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783080"/>
            <a:ext cx="2971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D48B37"/>
                </a:solidFill>
                <a:latin typeface="Aptos"/>
              </a:defRPr>
            </a:pPr>
            <a:r>
              <a:t>Vezérlőkapcsok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7472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886200"/>
            <a:ext cx="2971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56ACD6"/>
                </a:solidFill>
                <a:latin typeface="Aptos"/>
              </a:defRPr>
            </a:pPr>
            <a:r>
              <a:t>Kijelző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47472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886200"/>
            <a:ext cx="2971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A74B2"/>
                </a:solidFill>
                <a:latin typeface="Aptos"/>
              </a:defRPr>
            </a:pPr>
            <a:r>
              <a:t>Adattábla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327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"/>
              </a:defRPr>
            </a:pPr>
            <a:r>
              <a:t>NEM MINDEN HIBA HARDVERHIBA.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4663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907792"/>
            <a:ext cx="429767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HIBÁS PARAMÉTEREZÉS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401568"/>
            <a:ext cx="42062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gyakori üzembe helyezési hiba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743200"/>
            <a:ext cx="4663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907792"/>
            <a:ext cx="429767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HELYTELEN BEKÖTÉS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3401568"/>
            <a:ext cx="42062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motor adattáblájának pontos megadása alapfeltétel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t>FREKVENCIAVÁLTÓ</a:t>
            </a:r>
            <a:br/>
            <a:r>
              <a:t>PARAMÉTEREZÉSE ÉS ÜZEMBE HELYEZÉSE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3657600"/>
            <a:ext cx="2514600" cy="123444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657600"/>
            <a:ext cx="251460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MOTORADATOK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3657600"/>
            <a:ext cx="2514600" cy="123444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3657600"/>
            <a:ext cx="251460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RÁMPÁK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657600"/>
            <a:ext cx="2514600" cy="123444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3657600"/>
            <a:ext cx="251460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FREKVENCIA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3657600"/>
            <a:ext cx="2514600" cy="123444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3657600"/>
            <a:ext cx="251460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VEZÉRLÉS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