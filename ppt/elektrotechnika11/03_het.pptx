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11. évfolyam • Elektrotechnika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 SZINUSZOS VÁLTAKOZÓ</a:t>
            </a:r>
            <a:br/>
            <a:r>
              <a:t>FESZÜLTSÉG JELLEMZŐI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69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ptos"/>
              </a:defRPr>
            </a:pPr>
            <a:r>
              <a:t>f • T • Û • 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63746"/>
                </a:solidFill>
                <a:latin typeface="Aptos"/>
              </a:defRPr>
            </a:pPr>
            <a:r>
              <a:t>Miért éppen szinuszos alakú a hálózati feszültség?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ETE-003 • 3.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Kulcsfogalmak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63746"/>
                </a:solidFill>
                <a:latin typeface="Aptos"/>
              </a:defRPr>
            </a:pPr>
            <a:r>
              <a:t>Szinuszos jelalak</a:t>
            </a:r>
            <a:br/>
            <a:r>
              <a:t>Pillanatérték</a:t>
            </a:r>
            <a:br/>
            <a:r>
              <a:t>Csúcsérték</a:t>
            </a:r>
            <a:br/>
            <a:r>
              <a:t>Periódusidő</a:t>
            </a:r>
            <a:br/>
            <a:r>
              <a:t>Frekvencia</a:t>
            </a:r>
            <a:br/>
            <a:r>
              <a:t>Szögsebesség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ETE-003 • 3.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Frekvencia és periódusidő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63746"/>
                </a:solidFill>
                <a:latin typeface="Aptos"/>
              </a:defRPr>
            </a:pPr>
            <a:r>
              <a:t>T = 1/f</a:t>
            </a:r>
            <a:br/>
            <a:br/>
            <a:r>
              <a:t>50 Hz → T = 0,02 s = 20 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ETE-003 • 3.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Szögsebesség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63746"/>
                </a:solidFill>
                <a:latin typeface="Aptos"/>
              </a:defRPr>
            </a:pPr>
            <a:r>
              <a:t>ω = 2πf</a:t>
            </a:r>
            <a:br/>
            <a:br/>
            <a:r>
              <a:t>50 Hz → ω ≈ 314 rad/s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ETE-003 • 3.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63746"/>
                </a:solidFill>
                <a:latin typeface="Aptos"/>
              </a:defRPr>
            </a:pPr>
            <a:r>
              <a:t>10 Hz • 50 Hz • 100 Hz</a:t>
            </a:r>
            <a:br/>
            <a:br/>
            <a:r>
              <a:t>Függvénygenerátor + oszcilloszkóp</a:t>
            </a:r>
            <a:br/>
            <a:r>
              <a:t>Mérd meg és hasonlítsd össze a periódusidőket.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ETE-003 • 3.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63746"/>
                </a:solidFill>
                <a:latin typeface="Aptos"/>
              </a:defRPr>
            </a:pPr>
            <a:r>
              <a:t>Rajzolj szinuszgörbét, és jelöld rajta:</a:t>
            </a:r>
            <a:br/>
            <a:br/>
            <a:r>
              <a:t>• csúcsérték</a:t>
            </a:r>
            <a:br/>
            <a:r>
              <a:t>• periódus</a:t>
            </a:r>
            <a:br/>
            <a:r>
              <a:t>• nullaátmenetek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ETE-003 • 3.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63746"/>
                </a:solidFill>
                <a:latin typeface="Aptos"/>
              </a:defRPr>
            </a:pPr>
            <a:r>
              <a:t>Effektív érték</a:t>
            </a:r>
            <a:br/>
            <a:r>
              <a:t>Miért 230 V a hálózati névleges feszültség?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ETE-003 • 3.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