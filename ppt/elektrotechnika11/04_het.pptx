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AZ EFFEKTÍV ÉRTÉK ÉS A</a:t>
            </a:r>
            <a:br/>
            <a:r>
              <a:t>HÁLÓZATI FESZÜLTSÉG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69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230 V RMS • 325 V csúcs • 650 Vpp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mutat a multiméter 230 V-ot,</a:t>
            </a:r>
            <a:br/>
            <a:r>
              <a:t>amikor a hálózati feszültség csúcsértéke körülbelül 325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Mit jelent az effektív érték?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Az RMS érték olyan váltakozó feszültségérték,</a:t>
            </a:r>
            <a:br/>
            <a:r>
              <a:t>amely ellenállásos fogyasztón ugyanakkora teljesítményt ad le,</a:t>
            </a:r>
            <a:br/>
            <a:r>
              <a:t>mint az azonos értékű egyenfeszültség.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√2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Ueff = Umax / √2</a:t>
            </a:r>
            <a:br/>
            <a:r>
              <a:t>Umax = Ueff × 1,414</a:t>
            </a:r>
            <a:br/>
            <a:br/>
            <a:r>
              <a:t>230 V × 1,414 ≈ 325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Csúcs–csúcs érték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Umax ≈ 325 V</a:t>
            </a:r>
            <a:br/>
            <a:r>
              <a:t>Upp = 2 × Umax</a:t>
            </a:r>
            <a:br/>
            <a:br/>
            <a:r>
              <a:t>Upp ≈ 650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Multiméter és oszcilloszkóp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MULTIMÉTER → RMS érték: kb. 230 V</a:t>
            </a:r>
            <a:br/>
            <a:br/>
            <a:r>
              <a:t>OSZCILLOSZKÓP → jelalak és csúcsérték: kb. 325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Történelmi személy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Charles Proteus Steinmetz</a:t>
            </a:r>
            <a:br/>
            <a:br/>
            <a:r>
              <a:t>Munkássága alapozta meg a váltakozó áram matematikai leírását.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Számítsd ki Umax értékét:</a:t>
            </a:r>
            <a:br/>
            <a:br/>
            <a:r>
              <a:t>12 V RMS • 24 V RMS • 48 V RMS • 400 V 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Fáziseltolás</a:t>
            </a:r>
            <a:br/>
            <a:r>
              <a:t>R • L • C elemek viselkedése váltakozó áramú körökben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ETE-004 • 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