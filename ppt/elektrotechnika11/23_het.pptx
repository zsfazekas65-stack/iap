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863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HÁROMFÁZISÚ TRANSZFORMÁTOROK</a:t>
            </a:r>
            <a:br/>
            <a:r>
              <a:t>ÉS KAPCSOLÁSI CSOPORTOK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737360"/>
            <a:ext cx="640080" cy="27432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69748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59" y="1737360"/>
            <a:ext cx="640080" cy="27432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59" y="269748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737360"/>
            <a:ext cx="640080" cy="27432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69748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Y • D • Dyn11 • nullpont • fáziseltolás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Miért háromfázisú?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háromfázisú rendszer gyakorlati előnyei.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KISEBB</a:t>
            </a:r>
            <a:br/>
            <a:r>
              <a:t>VEZETÉKVESZTESÉG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GAZDASÁGOSABB</a:t>
            </a:r>
            <a:br/>
            <a:r>
              <a:t>ENERGIAÁTVITEL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EGYENLETESEBB</a:t>
            </a:r>
            <a:br/>
            <a:r>
              <a:t>TELJESÍTMÉNY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JOBB</a:t>
            </a:r>
            <a:br/>
            <a:r>
              <a:t>MOTORÜZEM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NAGYOBB ÁTVIHETŐ</a:t>
            </a:r>
            <a:br/>
            <a:r>
              <a:t>TELJESÍTMÉNY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 primer és három szekunder tekercs.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PRIMER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3 tekercs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VASMAG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lemezes</a:t>
            </a:r>
            <a:br/>
            <a:r>
              <a:t>mágneses kör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200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581912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SZEKUNDER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75688"/>
            <a:ext cx="274320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3 tekercs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+ szigetelés • kivezetések • szükség esetén hűtés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Csillagkapcsolás -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tekercsek egyik vége közös pontra csatlakozik.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834640" y="1371600"/>
            <a:ext cx="3200400" cy="169164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4600" y="1051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35040" y="1371600"/>
            <a:ext cx="3200400" cy="169164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15400" y="10515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3063240"/>
            <a:ext cx="0" cy="196596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15000" y="47091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651760"/>
            <a:ext cx="822960" cy="822960"/>
          </a:xfrm>
          <a:prstGeom prst="roundRect">
            <a:avLst/>
          </a:prstGeom>
          <a:solidFill>
            <a:srgbClr val="13304E"/>
          </a:solidFill>
          <a:ln>
            <a:solidFill>
              <a:srgbClr val="13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651760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KIVEZETHETŐ NULLPONT • 400/230 V ELOSZTÓHÁLÓZAT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Deltakapcsolás -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tekercsek zárt hurkot alkotnak.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200400" y="1325880"/>
            <a:ext cx="2880360" cy="324612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1325880"/>
            <a:ext cx="2880360" cy="324612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00400" y="4572000"/>
            <a:ext cx="5760720" cy="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466344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77724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66344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NAGY ÁRAMOK • IPARI ÉS KÖZÉPFESZÜLTSÉGŰ HÁLÓZATOK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Kapcsolási csoportok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primer és szekunder tekercsek kapcsolásának jelölése.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819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Yy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csillag / csillag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75688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delta / csillag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6393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33087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csillag / delta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39312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33087"/>
            <a:ext cx="4572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delta / delta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DYN11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2468880" cy="2560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2194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primer</a:t>
            </a:r>
            <a:br/>
            <a:r>
              <a:t>delta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57400"/>
            <a:ext cx="2468880" cy="2560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14884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498B6A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3154680"/>
            <a:ext cx="2194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szekunder</a:t>
            </a:r>
            <a:br/>
            <a:r>
              <a:t>csillag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2468880" cy="2560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56ACD6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54680"/>
            <a:ext cx="2194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kivezetett</a:t>
            </a:r>
            <a:br/>
            <a:r>
              <a:t>nullpont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057400"/>
            <a:ext cx="2468880" cy="256032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4688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2A74B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154680"/>
            <a:ext cx="21945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30° fáziseltolás</a:t>
            </a:r>
            <a:br/>
            <a:r>
              <a:t>órajelölés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Mit jelent a 11-es órajel?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szerint 30°-os fáziseltolást jelöl.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A7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41732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406908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9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80760" y="1783080"/>
            <a:ext cx="0" cy="118872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486400" y="2971800"/>
            <a:ext cx="594360" cy="8229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5074920"/>
            <a:ext cx="6675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11 → 30° fáziseltolás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Hol találkozunk háromfázisú transzformátorokkal?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ELOSZTÓ</a:t>
            </a:r>
            <a:br/>
            <a:r>
              <a:t>TRAFÓÁLLOMÁS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IPARI</a:t>
            </a:r>
            <a:br/>
            <a:r>
              <a:t>ÜZEM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NAPERŐMŰ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SZÉLERŐMŰ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NAGYTELJESÍTMÉNYŰ</a:t>
            </a:r>
            <a:br/>
            <a:r>
              <a:t>FOGYASZTÓ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Tanműhely - adattábla vizsgálata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kapcsolási csoportot is olvasd 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KAPCSOLÁSI</a:t>
            </a:r>
            <a:br/>
            <a:r>
              <a:t>CSOPORT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PRIMER 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SZEKUNDER 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NÉVLEGES 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hat ellenőrző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ETE-023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1. Miért alkalmazunk háromfázisú rendszert?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47672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47672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2. Mi a csillagkapcsolás előnye?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52344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52344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3. Mire használják a deltakapcsolást?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57016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57016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4. Mit jelent a Dyn11 jelölés?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61688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61688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5. Mi a nullpont szerepe?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66360"/>
            <a:ext cx="1051560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66360"/>
            <a:ext cx="1005840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1F2D39"/>
                </a:solidFill>
                <a:latin typeface="Aptos"/>
              </a:defRPr>
            </a:pPr>
            <a:r>
              <a:t>6. Hol alkalmaznak háromfázisú transzformátorokat?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HÁROM FÁZIS.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B4DCF2"/>
                </a:solidFill>
                <a:latin typeface="Aptos"/>
              </a:defRPr>
            </a:pPr>
            <a:r>
              <a:t>GAZDASÁGOS ENERGIAÁTVITEL.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48B37"/>
                </a:solidFill>
                <a:latin typeface="Aptos"/>
              </a:defRPr>
            </a:pPr>
            <a:r>
              <a:t>MEGBÍZHATÓ VILLAMOSENERGIA-ELLÁTÁS.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