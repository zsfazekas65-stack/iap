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20. hét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10881360" cy="86868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73A5E"/>
                </a:solidFill>
                <a:latin typeface="Aptos"/>
              </a:defRPr>
            </a:pPr>
            <a:r>
              <a:t>Áram-védőkapcsolók (RCD): működés, típusok, kiválasztás és alkalmazás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Az RCD alapelve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Kifolyó és visszatérő áram összehasonlítása.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Normál üzemben a különbség közel nulla.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Hibaáramnál az RCD lekapcsol.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IΔn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Névleges különbözeti kioldóáram.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Kiegészítő személyvédelemnél gyakori a 30 mA.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 feladathoz megfelelő érzékenységet kell választani.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RCD típusok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AC: szinuszos váltakozó hibaáram.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A: pulzáló egyenáramú összetevőre is.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F/B: speciális elektronikus és hajtásalkalmazások.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Mit nem helyettesít?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Nem helyettesíti a túlterhelésvédelmet.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Nem helyettesíti a zárlatvédelmet.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Nem teszi feleslegessé a PE vezetőt.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TEST gomb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Működési próbát végez.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Az RCD-nek le kell kapcsolnia.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Nem helyettesíti a műszeres vizsgálatot.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RCD és RCBO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RCD/RCCB: különbözeti áramú védelem.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RCBO: különbözeti áramú + túláramvédelem.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 funkciót az adattábla alapján azonosítsd.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Tipikus hibák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N-PE összekötés az RCD után.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Nullavezetők összekeverése.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Az N megkerüli az RCD-t.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Nem megfelelő RCD-típus.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Kiválasztási lánc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10881360" cy="86868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73A5E"/>
                </a:solidFill>
                <a:latin typeface="Aptos"/>
              </a:defRPr>
            </a:pPr>
            <a:r>
              <a:t>Fogyasztó → hálózat → típus → IΔn → In → túláramvédelem → ellenőrzés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Következő hét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10881360" cy="86868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73A5E"/>
                </a:solidFill>
                <a:latin typeface="Aptos"/>
              </a:defRPr>
            </a:pPr>
            <a:r>
              <a:t>21. hét - Földelések és földelőrendszerek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