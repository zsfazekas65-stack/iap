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16. hét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86868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73A5E"/>
                </a:solidFill>
                <a:latin typeface="Aptos"/>
              </a:defRPr>
            </a:pPr>
            <a:r>
              <a:t>Hibavédelem: védővezető, földelés, EPH és automatikus lekapcsolás alapjai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Miért kell hibavédelem?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Az alapvédelem normál állapotra szolgál.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Szigetelési hiba esetén egy fémház feszültség alá kerülhet.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hibavédelem feladata a veszélyes állapot megszüntetése.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Test és idegen vezetőképes rész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Test: a villamos szerkezet érinthető vezetőképes része.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Idegen vezetőképes rész: nem a villamos berendezés része, de potenciált vezethet be.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két fogalom megkülönböztetése fontos a védelmi rendszerben.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PE - védővezető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készüléktestet a védelmi rendszerhez kapcsolja.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Hiba esetén segíti a hibaáram útjának kialakulását.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Folytonossága alapvető biztonsági követelmény.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Földelés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Vezetőképes kapcsolat a rendszer meghatározott pontja és a föld között.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földelő és a földelővezető a védelmi rendszer része lehet.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Szerepe a hálózatrendszer típusától is függ.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EPH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86868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73A5E"/>
                </a:solidFill>
                <a:latin typeface="Aptos"/>
              </a:defRPr>
            </a:pPr>
            <a:r>
              <a:t>Cél: az egyidejűleg érinthető vezetőképes részek közötti veszélyes potenciálkülönbség csökkentése.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Automatikus lekapcsolás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Hibaáram alakul ki.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védelmi készülék érzékeli a hibás állapotot.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táplálás megfelelő időn belül lekapcsol.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Kismegszakító/biztosító vagy RCD is szerepet kaphat.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A hibaáram útja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86868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73A5E"/>
                </a:solidFill>
                <a:latin typeface="Aptos"/>
              </a:defRPr>
            </a:pPr>
            <a:r>
              <a:t>Mindig kövesd végig: honnan indul, min halad át, hogyan jut vissza, és mi kapcsol 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PE ≠ 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PE: védelmi célú vezető.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N: üzemi áramot vezethet.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Összekötésük és szétválasztásuk az adott hálózatrendszer szabályai szerint történik.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Szakmai gondolkodási lánc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86868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73A5E"/>
                </a:solidFill>
                <a:latin typeface="Aptos"/>
              </a:defRPr>
            </a:pPr>
            <a:r>
              <a:t>Hiba → készüléktest → PE/földelés → hibaáram → védelem → lekapcsolás → biztonság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Következő hét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86868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73A5E"/>
                </a:solidFill>
                <a:latin typeface="Aptos"/>
              </a:defRPr>
            </a:pPr>
            <a:r>
              <a:t>17. hét - TN-rendszerek: TN-C, TN-S és TN-C-S, PE/PEN vezetők és hibaáramkör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