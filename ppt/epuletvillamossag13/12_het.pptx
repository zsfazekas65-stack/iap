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Mért fővezetékek,</a:t>
            </a:r>
            <a:br/>
            <a:r>
              <a:t>főelosztók és lakáselosztók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6217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Aptos"/>
              </a:defRPr>
            </a:pPr>
            <a:r>
              <a:t>A mérőhelytől a végáramkörökig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 mért fővezeték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Kiindulópont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Fogyasztásmérő után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Feladat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Energia továbbítása az elosztóhoz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Méretezés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Terhelhetőség • feszültségesés • szerelési mód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Főelosztó és lakáselosztó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Fogadja a fő betáplálást és továbboszt.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Lakáselosztó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A végáramkörök védelmi és elosztási központja.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Végáramkör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Világítás, dugalj, gép vagy fogyasztói csoport.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Az elosztó készülékei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Kapcsolás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Főkapcsoló / leválasztó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Kismegszakító • RCD • szükség szerint SPD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Rendezés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PE- és N-sín • jelölések • tartalék hely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Miért bontjuk külön áramkörökre?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Üzembiztonság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Egy hiba nem feltétlenül állít le mindent.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Gyorsabban behatárolható a hibás rész.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A nagyobb fogyasztók önállóan kezelhetők.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Három fázis - egyensúly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Világítás + kisebb fogyasztók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Dugaljak + mosógép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Konyhai / gépészeti fogyasztók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Az energia útja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26060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73152" cy="25603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66544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96312"/>
            <a:ext cx="2240280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Fogyasztásmérő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6060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73152" cy="25603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066544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496312"/>
            <a:ext cx="2240280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Mért fővezeték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26060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73152" cy="256032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066544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496312"/>
            <a:ext cx="2240280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Elosztó és védelmek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920240"/>
            <a:ext cx="26060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920240"/>
            <a:ext cx="73152" cy="256032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2066544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496312"/>
            <a:ext cx="2240280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Végáramkörök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Családi ház - példa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Világítás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külön körök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Dugaljak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helyiségek / használat szerint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Nagy fogyasztók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sütő • főzőlap • mosogatógép • klíma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Ellenőrző lista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megfelelő keresztmetszet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73152" cy="3383280"/>
          </a:xfrm>
          <a:prstGeom prst="rect">
            <a:avLst/>
          </a:prstGeom>
          <a:solidFill>
            <a:srgbClr val="2F7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összehangolt készülékek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3736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73152" cy="3383280"/>
          </a:xfrm>
          <a:prstGeom prst="rect">
            <a:avLst/>
          </a:prstGeom>
          <a:solidFill>
            <a:srgbClr val="B87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88366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Elosztó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313432"/>
            <a:ext cx="306324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áttekinthető és feliratozott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78B8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A5E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920240"/>
            <a:ext cx="85039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920240"/>
            <a:ext cx="73152" cy="25603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9968" y="2066544"/>
            <a:ext cx="8138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73A5E"/>
                </a:solidFill>
                <a:latin typeface="Aptos"/>
              </a:defRPr>
            </a:pPr>
            <a:r>
              <a:t>13. hét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2496312"/>
            <a:ext cx="8138160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30">
                <a:solidFill>
                  <a:srgbClr val="243746"/>
                </a:solidFill>
                <a:latin typeface="Aptos"/>
              </a:defRPr>
            </a:pPr>
            <a:r>
              <a:t>Végáramkörök kialakítása, vezetékek és védelmi készülékek összehangolása.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