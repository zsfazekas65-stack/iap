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24.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9875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</a:defRPr>
            </a:pPr>
            <a:r>
              <a:t>Védővezető-folytonosság és</a:t>
            </a:r>
            <a:br/>
            <a:r>
              <a:t>szigetelési ellenállás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8961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D6E6F0"/>
                </a:solidFill>
                <a:latin typeface="Aptos"/>
              </a:defRPr>
            </a:pPr>
            <a:r>
              <a:t>A villamos biztonság igazolása méréssel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4160520"/>
            <a:ext cx="1600200" cy="82296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53527" y="4251959"/>
            <a:ext cx="1380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3527" y="4599431"/>
            <a:ext cx="13807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folytonos?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4160520"/>
            <a:ext cx="1600200" cy="82296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93807" y="4251959"/>
            <a:ext cx="1380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Riso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3807" y="4599431"/>
            <a:ext cx="13807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megfelelő?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4572000"/>
            <a:ext cx="640080" cy="0"/>
          </a:xfrm>
          <a:prstGeom prst="line">
            <a:avLst/>
          </a:prstGeom>
          <a:ln w="50800">
            <a:solidFill>
              <a:srgbClr val="7D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" y="5806440"/>
            <a:ext cx="5943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Mérés nélkül a jó szerelés csak feltételezés.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MÉRÉSI STRATÉGIA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akarunk bizonyítani?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Két külön kérdés: működik-e a védővezető útja, és megfelelő-e a szigetelés?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4480560" cy="20116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4261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PE-FOLYTONOSSÁG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6312"/>
            <a:ext cx="4261104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Van-e megbízható, kis ellenállású védőkapcsolat?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057400"/>
            <a:ext cx="4480560" cy="20116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3448" y="2148840"/>
            <a:ext cx="4261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SZIGETELÉSI ELLENÁLLÁS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496312"/>
            <a:ext cx="4261104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Megfelelően el vannak-e választva a különböző potenciálú részek?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09160"/>
            <a:ext cx="9418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2304D"/>
                </a:solidFill>
                <a:latin typeface="Aptos"/>
              </a:defRPr>
            </a:pPr>
            <a:r>
              <a:t>A két mérés más hibát keres - ezért egyik sem helyettesíti a másikat.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RENDSZERÁBRA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PE útja a fő földelőkapocstól a készülékházig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16916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37744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Fő földelő-</a:t>
            </a:r>
            <a:br/>
            <a:r>
              <a:t>kapocs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852928"/>
            <a:ext cx="68580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286000"/>
            <a:ext cx="16916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237744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 sín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852928"/>
            <a:ext cx="68580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57800" y="2286000"/>
            <a:ext cx="16916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237744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Végáramkör</a:t>
            </a:r>
            <a:br/>
            <a:r>
              <a:t>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852928"/>
            <a:ext cx="68580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35240" y="2286000"/>
            <a:ext cx="169164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7" y="237744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Csatlakozó-</a:t>
            </a:r>
            <a:br/>
            <a:r>
              <a:t>pont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26880" y="2852928"/>
            <a:ext cx="68580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12680" y="2286000"/>
            <a:ext cx="1691640" cy="1143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22407" y="2377440"/>
            <a:ext cx="14721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Fémház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343400"/>
            <a:ext cx="8366760" cy="77724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4526280"/>
            <a:ext cx="790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78758"/>
                </a:solidFill>
                <a:latin typeface="Aptos"/>
              </a:defRPr>
            </a:pPr>
            <a:r>
              <a:t>A mérés célja: megszakadás, rossz kötés vagy túl nagy átmeneti ellenállás felismerése.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Hogyan mérjük a védővezető folytonosságát?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Kis ellenállást mérünk - ezért a mérővezeték saját ellenállása is számít.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6888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Mérőműszer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kisellenállás-mérés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148840"/>
            <a:ext cx="246888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Vizsgált 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vezető + kötések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148840"/>
            <a:ext cx="246888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R [Ω]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2724912"/>
            <a:ext cx="164592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2724912"/>
            <a:ext cx="164592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28800" y="4297680"/>
            <a:ext cx="8549640" cy="91440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4480560"/>
            <a:ext cx="8092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Mérés előtt: mérővezetékek rövidrezárása → saját ellenállás ellenőrzése / kompenzálása.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MÉRÉSI PONTOK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Hol ellenőrizzük a PE-folytonosságot?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993392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PE sín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elosztó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1993392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Dugalj 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végpont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9912" y="1993392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Fémház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készülék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3822191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EPH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összekötés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5152" y="3822191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Fő földelőkapocs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központ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39912" y="3822191"/>
            <a:ext cx="502920" cy="384048"/>
          </a:xfrm>
          <a:prstGeom prst="round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Kötések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csatlakozások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ALAPFOGALOM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mond a szigetelési ellenállás?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jó szigetelés megakadályozza a nem kívánt áramutakat.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246888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9456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L /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42032"/>
            <a:ext cx="224942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aktív vezetők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874519"/>
            <a:ext cx="4023360" cy="155448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48840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51760"/>
            <a:ext cx="3474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1AA37"/>
                </a:solidFill>
                <a:latin typeface="Aptos"/>
              </a:defRPr>
            </a:pPr>
            <a:r>
              <a:t>nagy ellenállás kívánatos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103120"/>
            <a:ext cx="246888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219456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 / föld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542032"/>
            <a:ext cx="224942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védett oldal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2651760"/>
            <a:ext cx="868680" cy="0"/>
          </a:xfrm>
          <a:prstGeom prst="line">
            <a:avLst/>
          </a:prstGeom>
          <a:ln w="254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2651760"/>
            <a:ext cx="868680" cy="0"/>
          </a:xfrm>
          <a:prstGeom prst="line">
            <a:avLst/>
          </a:prstGeom>
          <a:ln w="254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240" y="4343400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Sérült vagy nedves szigetelés → nem kívánt szivárgó út → kisebb mérési ellenállás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Szigetelésmérés előtt kötelező a helyes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1288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1965960" cy="14630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578608"/>
            <a:ext cx="174650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Leválasztás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3063240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93007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7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2331720"/>
            <a:ext cx="1965960" cy="14630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2578608"/>
            <a:ext cx="174650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Visszakapcsolás megakadályozása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600" y="3063240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24727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7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2331720"/>
            <a:ext cx="1965960" cy="14630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578608"/>
            <a:ext cx="174650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Feszültségmentesség ellenőrzése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19" y="3063240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56448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331720"/>
            <a:ext cx="1965960" cy="14630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7" y="2578608"/>
            <a:ext cx="174650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Érzékeny elektronika kezelése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40" y="3063240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88168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33888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331720"/>
            <a:ext cx="1965960" cy="14630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9528" y="2578608"/>
            <a:ext cx="174650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Mérési pontok kialakítása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572000"/>
            <a:ext cx="8915400" cy="82296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4736592"/>
            <a:ext cx="8458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A szigetelésvizsgáló saját vizsgálati feszültséget kapcsol a mérendő áramkörre.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GYAKORI VESZÉLY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Miért kell figyelni az elektronikára?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vizsgálati feszültség olyan készülékre is kerülhet, amelyet nem erre terveztek.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2560320" cy="12344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48840"/>
            <a:ext cx="23408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Szigetelésvizsgáló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96312"/>
            <a:ext cx="2340863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DC vizsgálati feszültség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057400"/>
            <a:ext cx="2560320" cy="123444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2148840"/>
            <a:ext cx="23408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Bekötve maradt elektronika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496312"/>
            <a:ext cx="2340863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SPD, tápegység, vezérlés...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057400"/>
            <a:ext cx="2560320" cy="123444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7" y="2148840"/>
            <a:ext cx="23408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Kockázat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7" y="2496312"/>
            <a:ext cx="2340863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hibás eredmény / károsodás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" y="2679192"/>
            <a:ext cx="1508760" cy="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2679192"/>
            <a:ext cx="1508760" cy="0"/>
          </a:xfrm>
          <a:prstGeom prst="line">
            <a:avLst/>
          </a:prstGeom>
          <a:ln w="508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28800" y="4389120"/>
            <a:ext cx="8595360" cy="82296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4553712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78758"/>
                </a:solidFill>
                <a:latin typeface="Aptos"/>
              </a:defRPr>
            </a:pPr>
            <a:r>
              <a:t>A mérési összeállítást mindig a tényleges berendezéshez kell megtervezni.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 okozhat rossz szigetelési eredményt?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993392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Sérült kábel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mechanikai hiba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1993392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Nedvesség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szivárgó út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9912" y="1993392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Szennyeződés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felületi vezetés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3822191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Összenyomott szigetelés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szerelési hiba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5152" y="3822191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Hibás készülék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belső szivárgás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39912" y="3822191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Bekötött elektronika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mérési zavar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ÖSSZEHASONLÍTÁS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Folytonosságmérés és szigetelésmérés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379476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828800"/>
            <a:ext cx="5257800" cy="379476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"/>
              </a:defRPr>
            </a:pPr>
            <a:r>
              <a:t>PE-FOLYTONOSSÁG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103120"/>
            <a:ext cx="4617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2304D"/>
                </a:solidFill>
                <a:latin typeface="Aptos"/>
              </a:defRPr>
            </a:pPr>
            <a:r>
              <a:t>SZIGETELÉSI ELLENÁLLÁS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kis ellenállást keresünk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3756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védővezető és kötések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8620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folytonos út a cél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3484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mérővezeték-kompenzáció fontos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78892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nagy ellenállást várunk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33756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vezetők közötti szigetelés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88620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nem kívánt áramút hiánya a cél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443484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• vizsgálati feszültségre figyelni kell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DOKUMENTÁLÁS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tartalmazzon a mérési jegyzőkönyv?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Mérési hely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3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Vizsgálat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3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Műszer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7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Beállítás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0749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mérési számérték önmagában kevés: a követelményhez viszonyított minősítés a lényeg.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24. hét mérési munkamenete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69164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7282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PE útvonal azonosítása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86584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386584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Mérővezeték ellenőrzése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81528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9816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081528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118104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PE-folytonosság mérése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76472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776472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813048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Feszültségmentesítés és előkészítés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71416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9704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4471416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507992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Szigetelési ellenállás mérése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16636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516636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20293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Jegyzőkönyv és minősítés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24.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PE-folytonosság a védőáramút megbízhatóságát igazolja.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Kis ellenállás mérésénél a mérővezeték is számít.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szigetelésmérés előtt a berendezést biztonságosan elő kell készíteni.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Az érzékeny elektronika külön figyelmet igényel.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Minden eredményt dokumentálni és követelmény alapján minősíteni kell.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RCD-vizsgálatok:</a:t>
            </a:r>
            <a:br/>
            <a:r>
              <a:t>kioldóáram és kioldási idő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Nem elég a TEST gomb: műszeresen is ellenőrizni kell a védelmi készülék működését.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7DC6E7"/>
                </a:solidFill>
                <a:latin typeface="Aptos"/>
              </a:defRPr>
            </a:pPr>
            <a:r>
              <a:t>RCD → vizsgálóáram → kioldási idő → eredmény → minősítés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