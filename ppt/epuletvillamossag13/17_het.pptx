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17.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TN-rendszerek: TN-C, TN-S és TN-C-S, PE/PEN vezetők és hibaáramkör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Mit jelent a TN-rendszer?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tápláló rendszer egy pontja közvetlenül földelt.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testek védővezetőn keresztül ehhez a ponthoz kapcsolódnak.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Hiba esetén a hibaáram fémes vezetői úton tér vissza.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betűk jelentése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 = közvetlen földelés a tápláló oldalon.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 = a testek a tápláló rendszer földelt pontjához kapcsolódnak.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C / S = a PE és N vezetők közös vagy külön kialakítása.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TN-C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Közös PEN vezető.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PEN üzemi és védelmi feladatot is ellát.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PEN folytonossága kritikus biztonsági kérdés.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TN-S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PE és N vezető végig külön van.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Áttekinthetőbb és korszerűbb kialakítás.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PE védelmi célú, az N üzemi vezető.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TN-C-S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Egy szakaszon PEN vezető van.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szétválasztási pont után külön PE és N vezető fut.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szétválasztás után nem kötjük össze tetszőlegesen újra.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PE és 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PE: védővezető.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PEN: védővezető + nullavezető funkció egyben.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PEN megszakadás = súlyos veszélyhelyzet.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Hibaáramkör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Fázis → készülékház → PE/PEN → táplálási pont → védelem működése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Automatikus lekapcsolás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kis hurokimpedancia nagyobb hibaáramot tesz lehetővé.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védelmi készüléknek megfelelő időn belül le kell kapcsolnia.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hurokimpedancia és a védelem együtt döntő.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PE és N hibás összekötése.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PEN szerepének félreértése.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Szétválasztási pont utáni rossz kötés.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Védővezető folytonosságának figyelmen kívül hagyása.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18. hét - TT-rendszer: földelő, RCD, földelési ellenállás és hibavédelem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