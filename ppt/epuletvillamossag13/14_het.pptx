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14. hét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60120"/>
            <a:ext cx="10881360" cy="82296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73A5E"/>
                </a:solidFill>
                <a:latin typeface="Aptos"/>
              </a:defRPr>
            </a:pPr>
            <a:r>
              <a:t>Az áramütés veszélye és az áramütés elleni védelem alapjai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Új témakör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60120"/>
            <a:ext cx="10881360" cy="82296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73A5E"/>
                </a:solidFill>
                <a:latin typeface="Aptos"/>
              </a:defRPr>
            </a:pPr>
            <a:r>
              <a:t>3. témakör • Áramütés elleni védelem • 40 óra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Mi az áramütés?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Az emberi testen villamos áram halad át.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A veszélyt az áramerősség, az áram útja és a behatás ideje is meghatározza.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A környezet és a bőr állapota jelentősen befolyásolja a kockázatot.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Két alaphelyzet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Közvetlen érintés: üzemszerűen feszültség alatt álló aktív rész érintése.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Közvetett érintés: hiba miatt feszültség alá kerülő vezetőképes rész érintése.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Élettani hatások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Érzékelés és izomreakció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Elengedési képtelenség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Légzési zavar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Szívritmuszavar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Súlyos esetben életveszély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Alapvédelem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60120"/>
            <a:ext cx="10881360" cy="82296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73A5E"/>
                </a:solidFill>
                <a:latin typeface="Aptos"/>
              </a:defRPr>
            </a:pPr>
            <a:r>
              <a:t>Normál üzemben akadályozza meg a veszélyes aktív részek érintését.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Hibavédelem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60120"/>
            <a:ext cx="10881360" cy="82296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73A5E"/>
                </a:solidFill>
                <a:latin typeface="Aptos"/>
              </a:defRPr>
            </a:pPr>
            <a:r>
              <a:t>Hiba esetén akadályozza meg, hogy tartósan veszélyes érintési helyzet maradjon fenn.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A védelem rétegei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Szigetelés és burkolat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Védővezető (PE)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Földelés és EPH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Automatikus lekapcsolás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Áram-védőkapcsoló megfelelő alkalmazása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A legfontosabb kérdés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60120"/>
            <a:ext cx="10881360" cy="82296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73A5E"/>
                </a:solidFill>
                <a:latin typeface="Aptos"/>
              </a:defRPr>
            </a:pPr>
            <a:r>
              <a:t>Hiba esetén merre folyik a hibaáram, és mi kapcsolja le a veszélyes állapotot?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Következő hét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60120"/>
            <a:ext cx="10881360" cy="82296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73A5E"/>
                </a:solidFill>
                <a:latin typeface="Aptos"/>
              </a:defRPr>
            </a:pPr>
            <a:r>
              <a:t>15. hét - Alapvédelem: szigetelés, burkolatok, elkerítések és hozzáférés elleni védelem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