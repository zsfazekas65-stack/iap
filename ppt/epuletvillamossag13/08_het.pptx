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6CA5"/>
                </a:solidFill>
                <a:latin typeface="Aptos"/>
              </a:defRPr>
            </a:pPr>
            <a:r>
              <a:t>Csatlakozási módok és</a:t>
            </a:r>
            <a:br/>
            <a:r>
              <a:t>fogyasztásmérőhely kialakítása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Mit kell ma átlátni?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közcélú hálózat és a felhasználói hálózat kapcsolata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Légvezetékes és földkábeles csatlakozás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Méretlen és mért hálózatrész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Fogyasztásmérőhely és főbiztosító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PEN → PE + N szétválasztás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mérőhelytől a főelosztóig vezető energiaút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Az energia útja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Közcélú KIF hálózat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Csatlakozóvezeték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Méretlen fővezeték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Főbiztosító és fogyasztásmérő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Mért fővezeték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Főelosztó → végáramkörök → fogyasztók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Két alapvető csatlakozási mód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Légvezetékes: levegőben vezetett csatlakozóvezeték, megfelelő rögzítéssel és védőtávolsággal.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Földkábeles: talajban vezetett kábel, kijelölt nyomvonallal és mechanikai védelemmel.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konkrét megoldást a hálózati adottság és az elosztói előírás határozza meg.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Méretlen és mért oldal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Méretlen oldal: a fogyasztásmérő előtti hálózatrész.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méretlen berendezések egy része plombálható, hozzáférésük korlátozott.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Mért oldal: a fogyasztásmérő után a felhasználói hálózat felé haladó rész.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két oldal egyértelmű elkülönítése műszaki és elszámolási szempontból is fontos.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 fogyasztásmérőhely 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mérőkészülékek szabályos elhelyezése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Biztonságos és hozzáférhető kialakítás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Plombálhatóság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Megfelelő mechanikai védelem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Rendszerengedélyes mérőszekrény és az elosztói követelmények betartása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Főbiztosító és csatlakozási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főbiztosító névleges árama összefügg az engedélyezett teljesítménnyel.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fázisszám és a névleges áram együtt határozza meg az igénybe vehető teljesítményt.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Teljesítménybővítés nem egyszerű készülékcsere: elosztói feltételei vannak.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PEN → PE +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PEN egy szakaszon közös védő- és nullavezetői funkciót lát el.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szétválasztási pont után külön PE és N vezető halad.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PE és N vezetőt a szétválasztás után nem kötjük ismét össze.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helyes kialakítás az áramütés elleni védelem része.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 mérőtől a főelosztóig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Fogyasztásmérő → mért fővezeték → főelosztó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főelosztó osztja szét a hálózatot végáramkörökre.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vezeték terhelhetőségét, keresztmetszetét, feszültségesését és védelmét össze kell hangolni.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Szakmai gondolkodás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Hol van a csatlakozási pont?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Melyik rész méretlen és melyik mért?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Hol történik a PEN szétválasztása?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Mekkora teljesítmény áll rendelkezésre?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mérőhely kialakítása megfelel-e az elosztói követelményeknek?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Az elosztói hálózat és a felhasználó között szabályosan kialakított csatlakozás szükséges.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Légvezetékes és földkábeles csatlakozás egyaránt előfordulhat.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fogyasztásmérő előtti rész méretlen, utána mért hálózatrész következik.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mérőhelynek hozzáférhetőnek, védettnek és plombálhatónak kell lennie.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PEN szétválasztása után a PE és N vezető külön rendszerben halad tovább.</a:t>
            </a:r>
          </a:p>
          <a:p>
            <a:pPr>
              <a:spcAft>
                <a:spcPts val="1200"/>
              </a:spcAft>
              <a:defRPr sz="2000">
                <a:solidFill>
                  <a:srgbClr val="263746"/>
                </a:solidFill>
                <a:latin typeface="Aptos"/>
              </a:defRPr>
            </a:pPr>
            <a:r>
              <a:t>A pontos műszaki kialakításnál mindig az aktuális elosztói előírás a mérvadó.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6CA5"/>
                </a:solidFill>
                <a:latin typeface="Aptos"/>
              </a:defRPr>
            </a:pPr>
            <a:r>
              <a:t>Csatlakozási teljesítmény,</a:t>
            </a:r>
            <a:br/>
            <a:r>
              <a:t>fázisszám és teljesítménybővítés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7487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