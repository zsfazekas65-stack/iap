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</a:defRPr>
            </a:pPr>
            <a:r>
              <a:t>Hurokimpedancia és</a:t>
            </a:r>
            <a:br/>
            <a:r>
              <a:t>automatikus lekapcsolás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34640"/>
            <a:ext cx="8961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A hibavédelem ellenőrzése méréssel • Zs • hibaáram • kioldási feltétel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251960"/>
            <a:ext cx="128016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0688" y="4343400"/>
            <a:ext cx="1060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4690872"/>
            <a:ext cx="1060704" cy="274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230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4251960"/>
            <a:ext cx="128016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85248" y="4343400"/>
            <a:ext cx="1060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5248" y="4690872"/>
            <a:ext cx="1060704" cy="274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visszaút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4645152"/>
            <a:ext cx="914400" cy="0"/>
          </a:xfrm>
          <a:prstGeom prst="line">
            <a:avLst/>
          </a:prstGeom>
          <a:ln w="508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0" y="5029200"/>
            <a:ext cx="0" cy="640080"/>
          </a:xfrm>
          <a:prstGeom prst="line">
            <a:avLst/>
          </a:prstGeom>
          <a:ln w="508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321040" y="5669280"/>
            <a:ext cx="2194560" cy="0"/>
          </a:xfrm>
          <a:prstGeom prst="line">
            <a:avLst/>
          </a:prstGeom>
          <a:ln w="508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321040" y="5029200"/>
            <a:ext cx="0" cy="640080"/>
          </a:xfrm>
          <a:prstGeom prst="line">
            <a:avLst/>
          </a:prstGeom>
          <a:ln w="508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5897880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A kérdés: elég nagy lesz-e a hibaáram a gyors lekapcsoláshoz?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ALAPFOGALOM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 a hibahurok?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Fázis-test hiba esetén a hibaáramnak zárt útvonalon kell visszajutnia a táplálási ponthoz.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194560" cy="10058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Táplálás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1975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 vezető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48840"/>
            <a:ext cx="2194560" cy="100584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24028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Hibahely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587752"/>
            <a:ext cx="1975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 →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48840"/>
            <a:ext cx="2194560" cy="10058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24028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/ 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587752"/>
            <a:ext cx="19751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védő visszaút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148840"/>
            <a:ext cx="1920240" cy="10058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8" y="2240280"/>
            <a:ext cx="17007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Forrás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2587752"/>
            <a:ext cx="17007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csillagpont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6080" y="2651760"/>
            <a:ext cx="731520" cy="0"/>
          </a:xfrm>
          <a:prstGeom prst="line">
            <a:avLst/>
          </a:prstGeom>
          <a:ln w="508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52160" y="2651760"/>
            <a:ext cx="731520" cy="0"/>
          </a:xfrm>
          <a:prstGeom prst="line">
            <a:avLst/>
          </a:prstGeom>
          <a:ln w="508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2651760"/>
            <a:ext cx="731520" cy="0"/>
          </a:xfrm>
          <a:prstGeom prst="line">
            <a:avLst/>
          </a:prstGeom>
          <a:ln w="508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3154680"/>
            <a:ext cx="0" cy="150876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83080" y="4663440"/>
            <a:ext cx="8686800" cy="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83080" y="3154680"/>
            <a:ext cx="0" cy="150876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91840" y="4919472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374AD"/>
                </a:solidFill>
                <a:latin typeface="Aptos"/>
              </a:defRPr>
            </a:pPr>
            <a:r>
              <a:t>A teljes út impedanciája: Zs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ÖSSZEFÜGGÉS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Zs és a várható hibaáram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Minél kisebb a hibahurok impedanciája, annál nagyobb hibaáram tud kialakulni.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4572000" cy="2468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2304D"/>
                </a:solidFill>
                <a:latin typeface="Aptos Display"/>
              </a:defRPr>
            </a:pPr>
            <a:r>
              <a:t>Ia ≈ U₀ / Zs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3840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1F303E"/>
                </a:solidFill>
                <a:latin typeface="Aptos"/>
              </a:defRPr>
            </a:pPr>
            <a:r>
              <a:t>Ia = várható hibaáram</a:t>
            </a:r>
            <a:br/>
            <a:r>
              <a:t>U₀ = fázisfeszültség</a:t>
            </a:r>
            <a:br/>
            <a:r>
              <a:t>Zs = hurokimpedancia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4572000" cy="246888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267712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78892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74AD"/>
                </a:solidFill>
                <a:latin typeface="Aptos"/>
              </a:defRPr>
            </a:pPr>
            <a:r>
              <a:t>U₀ = 230 V</a:t>
            </a:r>
            <a:br/>
            <a:r>
              <a:t>Zs = 1,0 Ω</a:t>
            </a:r>
            <a:br/>
            <a:r>
              <a:t>→ Ia ≈ 230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83480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8758"/>
                </a:solidFill>
                <a:latin typeface="Aptos"/>
              </a:defRPr>
            </a:pPr>
            <a:r>
              <a:t>Kisebb Zs  →  nagyobb Ia  →  nagyobb esély a gyors kioldásra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SZEMLÉLTETÉS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Ugyanaz a 230 V - három különböző hurok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337560" cy="30175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Zs = 0,8 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278758"/>
                </a:solidFill>
                <a:latin typeface="Aptos Display"/>
              </a:defRPr>
            </a:pPr>
            <a:r>
              <a:t>Ia ≈ 288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5C707E"/>
                </a:solidFill>
                <a:latin typeface="Aptos"/>
              </a:defRPr>
            </a:pPr>
            <a:r>
              <a:t>kedvezőbb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337560" cy="301752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Zs = 1,6 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63240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E1AA37"/>
                </a:solidFill>
                <a:latin typeface="Aptos Display"/>
              </a:defRPr>
            </a:pPr>
            <a:r>
              <a:t>Ia ≈ 144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977639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5C707E"/>
                </a:solidFill>
                <a:latin typeface="Aptos"/>
              </a:defRPr>
            </a:pPr>
            <a:r>
              <a:t>közepes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3337560" cy="301752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Zs = 3,2 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63240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BE433F"/>
                </a:solidFill>
                <a:latin typeface="Aptos Display"/>
              </a:defRPr>
            </a:pPr>
            <a:r>
              <a:t>Ia ≈ 72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977639"/>
            <a:ext cx="2697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5C707E"/>
                </a:solidFill>
                <a:latin typeface="Aptos"/>
              </a:defRPr>
            </a:pPr>
            <a:r>
              <a:t>kedvezőtlenebb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mérési eredményt mindig a konkrét védelmi készülékkel együtt kell minősíteni.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VÉDELMI KÉSZÜLÉK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számít a B, C vagy D karakterisztika?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Azonos névleges áram mellett eltérő hibaáram szükséges a mágneses gyorskioldás tartományához.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3063240" cy="24231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278758"/>
                </a:solidFill>
                <a:latin typeface="Aptos Display"/>
              </a:defRPr>
            </a:pPr>
            <a: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kisebb többszörös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011680"/>
            <a:ext cx="3063240" cy="242316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E1AA37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5468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nagyobb többszörös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011680"/>
            <a:ext cx="3063240" cy="242316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286000"/>
            <a:ext cx="2788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BE433F"/>
                </a:solidFill>
                <a:latin typeface="Aptos Display"/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54680"/>
            <a:ext cx="2606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még nagyobb többszörös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892040"/>
            <a:ext cx="928116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5047488"/>
            <a:ext cx="8823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Nem elég az In érték: a kioldási karakterisztikát is ismerni kell.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DÖNTÉSI LÁNC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Automatikus lekapcsolás - hogyan gondolkodunk?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272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92024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560320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Zs mérés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999232"/>
            <a:ext cx="38404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57015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5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331720"/>
            <a:ext cx="192024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560320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Ia becslés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18888" y="2999232"/>
            <a:ext cx="38404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61304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2331720"/>
            <a:ext cx="192024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560320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Védelem</a:t>
            </a:r>
            <a:br/>
            <a:r>
              <a:t>azonosítása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23176" y="2999232"/>
            <a:ext cx="38404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65592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2331720"/>
            <a:ext cx="192024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16952" y="2560320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Kioldási</a:t>
            </a:r>
            <a:br/>
            <a:r>
              <a:t>feltétel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27464" y="2999232"/>
            <a:ext cx="384048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69880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1512" y="2331720"/>
            <a:ext cx="192024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560320"/>
            <a:ext cx="17007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4434840"/>
            <a:ext cx="9555480" cy="9144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4645152"/>
            <a:ext cx="9098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A cél: a hibás áramkör az előírt időn belül automatikusan lekapcsoljon.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 növelheti meg a hurokimpedanciát?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Hosszú vezeték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nagyobb vezetőimpedancia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Kis keresztmetszet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nagyobb ellenállás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Laza kötés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átmeneti ellenállás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Korrózió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romló érintkezés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PE/PEN hiba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védő visszaút romlik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Táphálózat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forrásimpedancia hatása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csinál a hurokimpedancia-mérő?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műszer a hálózat viselkedéséből határozza meg a hibahurok impedanciáját.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37744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Mérőműszer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33472"/>
            <a:ext cx="21579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vizsgálóterhelés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194560"/>
            <a:ext cx="237744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228600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633472"/>
            <a:ext cx="21579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 + PE hurok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194560"/>
            <a:ext cx="237744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228600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633472"/>
            <a:ext cx="21579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Zs [Ω]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2743200"/>
            <a:ext cx="178308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69480" y="2743200"/>
            <a:ext cx="178308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37560" y="388620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2304D"/>
                </a:solidFill>
                <a:latin typeface="Aptos Display"/>
              </a:defRPr>
            </a:pPr>
            <a:r>
              <a:t>Mérés → értékelés → minősítés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709160"/>
            <a:ext cx="8549640" cy="68580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4864608"/>
            <a:ext cx="8092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A mérés feszültség alatt történhet - csak megfelelő eljárással és műszerrel.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RCD-S ÁRAMKÖR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különleges a hurokmérés RCD mögött?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hagyományos mérőáram az RCD nem kívánt lekapcsolását okozhatja.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377440" cy="114300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Hagyományos mérés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nagyobb vizsgálóáram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148840"/>
            <a:ext cx="23774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224028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258775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különbözeti áramot lát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148840"/>
            <a:ext cx="2377440" cy="114300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224028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Következmény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587752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lekapcsolhat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2724912"/>
            <a:ext cx="178308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69480" y="2724912"/>
            <a:ext cx="178308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20240" y="4251960"/>
            <a:ext cx="8321040" cy="96012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4453128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78758"/>
                </a:solidFill>
                <a:latin typeface="Aptos"/>
              </a:defRPr>
            </a:pPr>
            <a:r>
              <a:t>Megoldás: megfelelő műszeren RCD-t nem kioldó / no-trip mérési mód.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MINTAFELADAT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mérési eredmény önmagában még nem válasz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szakmai minősítéshez a készülék adatai is kellenek.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017520" cy="33375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2468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74AD"/>
                </a:solidFill>
                <a:latin typeface="Aptos"/>
              </a:defRPr>
            </a:pPr>
            <a:r>
              <a:t>U₀ = 230 V</a:t>
            </a:r>
            <a:br/>
            <a:r>
              <a:t>Zs = 1,15 Ω</a:t>
            </a:r>
            <a:br/>
            <a:r>
              <a:t>Ia ≈ 200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017520" cy="333756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468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F303E"/>
                </a:solidFill>
                <a:latin typeface="Aptos"/>
              </a:defRPr>
            </a:pPr>
            <a:r>
              <a:t>kismegszakító</a:t>
            </a:r>
            <a:br/>
            <a:r>
              <a:t>névleges áram</a:t>
            </a:r>
            <a:br/>
            <a:r>
              <a:t>karakterisztika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28800"/>
            <a:ext cx="3017520" cy="333756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1031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743200"/>
            <a:ext cx="2468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E1AA37"/>
                </a:solidFill>
                <a:latin typeface="Aptos"/>
              </a:defRPr>
            </a:pPr>
            <a:r>
              <a:t>Teljesül-e</a:t>
            </a:r>
            <a:br/>
            <a:r>
              <a:t>a szükséges</a:t>
            </a:r>
            <a:br/>
            <a:r>
              <a:t>lekapcsolás?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94760" y="3493008"/>
            <a:ext cx="777240" cy="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3493008"/>
            <a:ext cx="777240" cy="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Hurokimpedancia-mérés - szakmai munkamenet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9164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Azonosítsd a hálózatrendszert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86584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386584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Azonosítsd a védelmi készüléket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81528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9816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081528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118104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Válaszd ki a megfelelő mérési módot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76472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776472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813048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Mérd meg a Zs értéket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71416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970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471416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507992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Értékeld a kioldási feltételt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6636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16636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20293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Dokumentáld és minősítsd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23. hét öt kulcsgondolata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A Zs a teljes hibahurok impedanciája.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303E"/>
                </a:solidFill>
                <a:latin typeface="Aptos"/>
              </a:defRPr>
            </a:pPr>
            <a:r>
              <a:t>Kisebb Zs esetén nagyobb hibaáram várható.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303E"/>
                </a:solidFill>
                <a:latin typeface="Aptos"/>
              </a:defRPr>
            </a:pPr>
            <a:r>
              <a:t>A kismegszakító karakterisztikája meghatározó.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303E"/>
                </a:solidFill>
                <a:latin typeface="Aptos"/>
              </a:defRPr>
            </a:pPr>
            <a:r>
              <a:t>A mérési eredményt mindig értékelni kell.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2304D"/>
                </a:solidFill>
                <a:latin typeface="Aptos"/>
              </a:defRPr>
            </a:pPr>
            <a:r>
              <a:t>A cél az előírt időn belüli automatikus lekapcsolás.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24.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Védővezető-folytonosság és</a:t>
            </a:r>
            <a:br/>
            <a:r>
              <a:t>szigetelési ellenállás mérése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A hibavédelem másik oldala: a vezetők és a szigetelés tényleges állapotának igazolása.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PE folytonosság → szigetelés → mérés → dokumentálás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