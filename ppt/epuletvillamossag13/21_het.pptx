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21.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Földelések és földelőrendszerek: földelők, földelővezetők és földelési ellenállás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 a földelés?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Szándékos villamos kapcsolat a földdel.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Földelő + földelővezető + csatlakozások.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hibavédelem és potenciálkiegyenlítés fontos része.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Földelőtípusok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Rúdföldelő.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Szalag- és gyűrűföldelő.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Alapföldelő.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Alapföldelő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épület alapozásában alakítható ki.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Tartós és kedvező megoldás lehet.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Folytonosság, korrózióvédelem és csatlakozás fontos.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Földelővezető és fő kapocs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földelővezető köti össze a földelőt a rendszerrel.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fő földelőkapocs központi csatlakozási pont.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kötéseknek tartósnak és ellenőrizhetőnek kell lenniük.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Földelési ellenállás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földelő és a távoli föld kapcsolatának egyik jellemzője.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Függ a kialakítástól és a talajtól.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Megfelelőségét méréssel kell ellenőrizni.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 talaj hatása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Fajlagos ellenállás.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Nedvességtartalom.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Rétegződés és évszakos változás.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Mérés és dokumentálás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Szemrevételezés önmagában nem elég.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Megfelelő műszer és mérési módszer szükséges.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eredményt dokumentálni kell.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Korrodált vagy laza kötés.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Szakadt földelővezető.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Hozzáférhetetlen mérési pont.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Mérés vagy dokumentáció hiánya.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Szakmai lánc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Feladat → földelő → talaj → kötések → fő kapocs → mérés → dokumentálás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22. hét - Védő egyenpotenciálra hozás (EPH)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