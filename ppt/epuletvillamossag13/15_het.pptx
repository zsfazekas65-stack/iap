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15. hét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82296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73A5E"/>
                </a:solidFill>
                <a:latin typeface="Aptos"/>
              </a:defRPr>
            </a:pPr>
            <a:r>
              <a:t>Alapvédelem: szigetelés, burkolatok, elkerítések és hozzáférés elleni védelem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Az alapvédelem célja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82296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73A5E"/>
                </a:solidFill>
                <a:latin typeface="Aptos"/>
              </a:defRPr>
            </a:pPr>
            <a:r>
              <a:t>Normál üzemben ne lehessen veszélyes aktív részt megérinteni.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Alapszigetelés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Az aktív részt tartós szigetelőanyag választja el a személytől.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szigetelésnek az üzemi és környezeti igénybevételt is el kell viselnie.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Sérült szigetelés = megszűnő vagy romló alapvédelem.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Burkolatok és fedelek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Készülékház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Elosztószekrény ajtaja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Kapocsfedél és kötődobozfedél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Feladatuk: a veszélyes részek hozzáférésének megakadályozása.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IP-védettség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Az első számjegy: szilárd testek és veszélyes részek hozzáférése elleni védelem.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második számjegy: víz behatolása elleni védelem.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szükséges fokozatot az alkalmazási környezet határozza meg.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Akadály és elkerítés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véletlen hozzáférést korlátozza.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Elsősorban ellenőrzött villamos terekben lehet szerepe.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Nem azonos a teljes burkolással vagy alapszigeteléssel.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Hozzáférés korlátozása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Kulccsal nyitható szekrény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Szerszámmal eltávolítható fedél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Zárt villamos kezelőtér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Megfelelő elhelyezés és jogosultság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Tipikus hibák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Repedt készülékház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Hiányzó kötődobozfedél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Sérült vezetékszigetelés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Nyitott kapocs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Hiányzó vakfedél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Szemrevételezés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82296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73A5E"/>
                </a:solidFill>
                <a:latin typeface="Aptos"/>
              </a:defRPr>
            </a:pPr>
            <a:r>
              <a:t>Látható? Hozzáférhető? Ép? Környezetnek megfelelő? Jogosulatlan személytől védett?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Következő hét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82296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73A5E"/>
                </a:solidFill>
                <a:latin typeface="Aptos"/>
              </a:defRPr>
            </a:pPr>
            <a:r>
              <a:t>16. hét - Hibavédelem: védővezető, földelés, EPH és automatikus lekapcsolás alapjai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