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18.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TT-rendszer: földelő, RCD, földelési ellenállás és hibavédelem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Mit jelent a TT-rendszer?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tápláló rendszer egyik pontja földelt.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fogyasztói testek saját helyi földelőhöz kapcsolódnak.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testek hibavédelme a helyi földelőn és RCD-n alapul.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két T jelentése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Első T: a tápláló rendszer közvetlen földelése.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Második T: a testek közvetlen kapcsolata a helyi földelőhöz.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Nem ugyanaz a hibaáramút, mint TN-rendszerben.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 helyi földelő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PE vezetők a fogyasztói földelőhöz csatlakoznak.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földelési ellenállás meghatározó adat.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tényleges megfelelőséget méréssel kell ellenőrizni.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Miért kell RCD?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TT-rendszerben a hibaáram gyakran kicsi.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kismegszakító nem biztos, hogy megfelelő időben lekapcsol.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RCD hibaáram alapján működik.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Érintési feszültség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Hiba esetén a készüléktest veszélyes potenciálra kerülhet.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 védelem célja a veszélyes állapot gyors megszüntetése.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Az RCD és a földelés együtt adja a hibavédelmi gondolkodás alapját.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Hibaáram útja TT-ben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Fázis → készülékház → PE → helyi földelő → talaj → táplálási pont → védelem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TN és TT különbsége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TN: a hibaáram jellemzően fémes vezetői úton tér vissza.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TT: a helyi földelő és a talaj is része lehet az áramútnak.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TT-ben az RCD szerepe kiemelten fontos.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Tipikus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Földelő szerepének lebecsülése.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RCD kihagyása vagy hibás választása.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PE folytonosságának figyelmen kívül hagyása.</a:t>
            </a:r>
          </a:p>
          <a:p>
            <a:pPr>
              <a:spcAft>
                <a:spcPts val="1100"/>
              </a:spcAft>
              <a:defRPr sz="2100">
                <a:solidFill>
                  <a:srgbClr val="203447"/>
                </a:solidFill>
                <a:latin typeface="Aptos"/>
              </a:defRPr>
            </a:pPr>
            <a:r>
              <a:t>TT-rendszer TN-ként kezelése.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Szakmai gondolkodási lánc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Rendszertípus → földelő → PE folytonosság → RCD → lekapcsolás → biztonság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868680"/>
          </a:xfrm>
          <a:prstGeom prst="roundRect">
            <a:avLst/>
          </a:prstGeom>
          <a:solidFill>
            <a:srgbClr val="EAF3FA"/>
          </a:solidFill>
          <a:ln>
            <a:solidFill>
              <a:srgbClr val="2B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173A5E"/>
                </a:solidFill>
                <a:latin typeface="Aptos"/>
              </a:defRPr>
            </a:pPr>
            <a:r>
              <a:t>19. hét - IT-rendszer, szigetelt csillagpont, első hiba és felügyelet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B78B8"/>
                </a:solidFill>
                <a:latin typeface="Aptos"/>
              </a:defRPr>
            </a:pPr>
            <a:r>
              <a:t>IAP • Áramütés elleni védelem • 40 óra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