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19.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IT-rendszer: szigetelt csillagpont, első hiba és szigetelésfelügyelet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Mit jelent az IT-rendszer?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aktív vezetők nincsenek közvetlenül földelve.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testek PE vezetőn keresztül földeltek.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első földzárlat hibaárama jellemzően korlátozott.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I és T jelentése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I = a tápláló rendszer földtől szigetelt vagy nagy impedancián át kapcsolódik.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 = a testek közvetlenül földeltek.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felügyelet az IT-rendszer kulcseleme.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Az első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első földzárlat nem feltétlenül okoz azonnali lekapcsolást.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üzem folytonossága fenntartható.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hibát jelezni, megkeresni és megszüntetni kell.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Szigetelésfelügyelet - IMD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Folyamatosan figyeli a hálózat földhöz viszonyított szigetelési állapotát.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Jelzi a szigetelés romlását vagy az első hibát.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Segíti a gyors karbantartói beavatkozást.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Miért előnyös?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Kiemelt üzembiztonságú rendszerekben fontos lehet a folyamatos ellátás.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Egyetlen hiba miatt nem feltétlenül áll le a technológia.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továbbüzemelés csak ellenőrzött hibakezeléssel biztonságos.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második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első hiba után újabb hiba már nagy hibaáramot okozhat.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Veszélyes érintési helyzet alakulhat ki.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megfelelő védelemnek ekkor le kell kapcsolnia.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Hibakezelési lánc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Első hiba → IMD jelzés → hibakeresés → javítás → második hiba megelőzése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Hol alkalmazható?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Egyes egészségügyi helyiségek.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Folyamatos üzemű ipari technológiák.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Bányászati és speciális energiaellátási rendszerek.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TN - TT -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TN: fémes hibaáramút.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TT: helyi földelő + talaj, RCD kiemelt szerep.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IT: első hiba korlátozott, szigetelésfelügyelet szükséges.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20. hét - Áram-védőkapcsolók (RCD): működés, típusok, kiválasztás és alkalmazás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