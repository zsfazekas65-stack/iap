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13.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0972800" cy="68580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Aptos"/>
              </a:defRPr>
            </a:pPr>
            <a:r>
              <a:t>Végáramkörök kialakítása, vezetékek és védelmi készülékek összehangolása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 a végáramkör?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52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Az elosztótól közvetlenül a fogyasztóhoz vagy csatlakozóaljzathoz vezet.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Saját vezetékkel és túláramvédelemmel rendelkezik.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A jó csoportosítás növeli az üzembiztonságot és egyszerűsíti a hibakeresést.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Áramkörök csoportosítása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52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Világítási körök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Általános dugalj-körök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Konyhai és fürdőszobai körök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Nagy teljesítményű fogyasztók külön áramkörei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Háromfázisú rendszerben: terhelések ésszerű elosztása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Vezeték-keresztmetszet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52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Terhelési áram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Szerelési mód és környezeti feltételek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Vezetékhossz és feszültségesés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Túláramvédelmi készülék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A vezeték megengedett tartós terhelése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Vezeték és kismegszakító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0972800" cy="68580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Aptos"/>
              </a:defRPr>
            </a:pPr>
            <a:r>
              <a:t>A védelemnek a vezetéket kell megóvnia a veszélyes túlmelegedéstől.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Kismegszakító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52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Névleges áram: illeszkedjen a vezetékhez és a terheléshez.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Kioldási karakterisztika: a fogyasztó bekapcsolási viselkedéséhez igazodik.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Feladata: túlterhelés és zárlat esetén lekapcsolni.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RCD – áram-védőkapcsoló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52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Hibaáramot érzékel.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Gyors lekapcsolással növeli az áramütés elleni védelmet.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Nem helyettesíti a túláramvédelmet.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A kismegszakítóval együtt alkot védelmi rendszert.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Feszültségesés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52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A vezeték ellenállása miatt a fogyasztónál kisebb lehet a feszültség.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A vezetékhossz növekedésével a feszültségesés nő.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Hosszabb köröknél nagyobb keresztmetszet válhat szükségessé.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Lakás – gondolkodási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52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Világítás → külön kör(ök)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Szobai dugaljak → külön kör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Konyhai dugaljak → külön kör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Mosógép / mosogatógép / sütő → önálló kör lehet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L1–L2–L3: a nagyobb terheléseket osszuk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Tervezési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52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1. Fogyasztó és terhelés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2. Vezeték + szerelési mód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3. Keresztmetszet ellenőrzése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4. Kismegszakító + RCD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5. Feszültségesés + fázisterhelés</a:t>
            </a:r>
          </a:p>
          <a:p>
            <a:pPr>
              <a:spcAft>
                <a:spcPts val="1200"/>
              </a:spcAft>
              <a:defRPr sz="2200">
                <a:solidFill>
                  <a:srgbClr val="203447"/>
                </a:solidFill>
                <a:latin typeface="Aptos"/>
              </a:defRPr>
            </a:pPr>
            <a:r>
              <a:t>6. Dokumentálás és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0972800" cy="68580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Aptos"/>
              </a:defRPr>
            </a:pPr>
            <a:r>
              <a:t>14. hét – Különleges helyiségek és fogyasztók villamos ellátásának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