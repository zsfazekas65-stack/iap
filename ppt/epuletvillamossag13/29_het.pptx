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Komplex mérési és</a:t>
            </a:r>
            <a:br/>
            <a:r>
              <a:t>minősítési gyakorlat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D6E6F0"/>
                </a:solidFill>
                <a:latin typeface="Aptos"/>
              </a:defRPr>
            </a:pPr>
            <a:r>
              <a:t>A szemrevételezéstől a mérési jegyzőkönyvig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297680"/>
            <a:ext cx="914400" cy="749808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7" y="438912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4297680"/>
            <a:ext cx="914400" cy="749808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7" y="438912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Riso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4297680"/>
            <a:ext cx="914400" cy="749808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6688" y="438912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0" y="4297680"/>
            <a:ext cx="914400" cy="749808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82528" y="4389120"/>
            <a:ext cx="6949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Mérni → értelmezni → minősíteni → dokumentálni.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teljes végáramkör vizsgálata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héten a korábbi mérések egyetlen szakmai munkafolyamattá állnak össze.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2377440"/>
            <a:ext cx="1417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Szemrevételezés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95728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2808" y="2377440"/>
            <a:ext cx="141732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Mérési terv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59936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5656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7016" y="2377440"/>
            <a:ext cx="1417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74336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24144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9864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1224" y="2377440"/>
            <a:ext cx="141732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Szigetelés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38544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85432" y="2377440"/>
            <a:ext cx="1417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8584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Zs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02752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52560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2377440"/>
            <a:ext cx="141732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66960" y="2999232"/>
            <a:ext cx="24688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716768" y="1874519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62488" y="1892807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13848" y="2377440"/>
            <a:ext cx="1417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2633472"/>
            <a:ext cx="127101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7320" y="4526280"/>
            <a:ext cx="932688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0" y="4690872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A cél: bizonyítható, dokumentált biztonsági minősítés.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1.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Szemrevételezés - még a műszer előtt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Hálózatrendszer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TN / TT /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Védelmek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MCB / RCD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PE / EPH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kötések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Vezetékek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Burkolatok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sérülések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Jelölések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azonosítás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2.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Mérési terv: előbb gondolkodunk, aztán mérünk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4231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8600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MIT?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melyik védelmi tulajdonság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65960"/>
            <a:ext cx="24231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MIVEL?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632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műszer és beállítás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24231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MILYEN ÁLLAPOTBAN?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feszültségmentes / üzemi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4231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28600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MITŐL JÓ?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6324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követelmény és minősítés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mérési terv csökkenti a hibázást és a felesleges méréseket.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3.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PE-folytonosság - megvan-e a védőáram útja?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10312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sín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18836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kiindulási 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210312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Kötések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633472"/>
            <a:ext cx="18836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átmeneti pontok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194560"/>
            <a:ext cx="210312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Végpont 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2633472"/>
            <a:ext cx="188366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dugalj / készülék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2194560"/>
            <a:ext cx="164592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6688" y="2286000"/>
            <a:ext cx="14264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 [Ω]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6688" y="2633472"/>
            <a:ext cx="142646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eredmény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743200"/>
            <a:ext cx="1005839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52160" y="2743200"/>
            <a:ext cx="100584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61120" y="2743200"/>
            <a:ext cx="100584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343400"/>
            <a:ext cx="8549640" cy="8229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4507992"/>
            <a:ext cx="8092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Kis ellenállásnál a mérővezeték saját ellenállását is kezelni kell.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4.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Szigetelési ellenállás - nincs-e nem kívánt áramút?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Aktív vezetők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 /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74519"/>
            <a:ext cx="4023360" cy="155448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4884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517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1AA37"/>
                </a:solidFill>
                <a:latin typeface="Aptos"/>
              </a:defRPr>
            </a:pPr>
            <a:r>
              <a:t>nagy ellenállás kívánatos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03120"/>
            <a:ext cx="246888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/ föld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54203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védett oldal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651760"/>
            <a:ext cx="868680" cy="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92440" y="2651760"/>
            <a:ext cx="868680" cy="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5920" y="4389120"/>
            <a:ext cx="8869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Előkészítés: feszültségmentesítés • érzékeny elektronika • megfelelő vizsgálati mód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5.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Hurokimpedancia - teljesül-e az automatikus lekapcsolás?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 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hibahurok impedanciája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4884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típus + névleges adat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48840"/>
            <a:ext cx="246888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lekapcsolási feltétel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20240" y="4343400"/>
            <a:ext cx="832104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507992"/>
            <a:ext cx="7863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Zs számértékét mindig a konkrét védelmi készülékkel együtt értékeljük.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6. ÁLLOMÁS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RCD - működik-e megfelelően?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214884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típus + IΔn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103120"/>
            <a:ext cx="214884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működéspróba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214884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Idő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 = ...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2103120"/>
            <a:ext cx="214884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7" y="2194560"/>
            <a:ext cx="19293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3767" y="2542032"/>
            <a:ext cx="19293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IΔ = ... 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697480"/>
            <a:ext cx="7772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443484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Műszerbeállítás + mérési eredmény + követelmény = értékelhető vizsgálat.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ÖSSZEFÜGGÉSEK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mérések egymást is ellenőrzik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291840" cy="33375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PE FOLYTONOS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de a Zs még lehet</a:t>
            </a:r>
            <a:br/>
            <a:r>
              <a:t>kedvezőtlen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291840" cy="33375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74AD"/>
                </a:solidFill>
                <a:latin typeface="Aptos"/>
              </a:defRPr>
            </a:pPr>
            <a:r>
              <a:t>RCD MŰKÖDIK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8036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de a PE-hálózat</a:t>
            </a:r>
            <a:br/>
            <a:r>
              <a:t>attól még lehet hibás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291840" cy="33375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E1AA37"/>
                </a:solidFill>
                <a:latin typeface="Aptos"/>
              </a:defRPr>
            </a:pPr>
            <a:r>
              <a:t>SZIGETELÉS JÓ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de ez nem igazolja</a:t>
            </a:r>
            <a:br/>
            <a:r>
              <a:t>a lekapcsolást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mérési eredményből szakmai döntés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24028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40280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Mért érték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87752"/>
            <a:ext cx="20208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tény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24028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Követelmény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587752"/>
            <a:ext cx="20208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mihez hasonlítjuk?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224028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240280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587752"/>
            <a:ext cx="20208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mit jelent?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2148840"/>
            <a:ext cx="224028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240280"/>
            <a:ext cx="20208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587752"/>
            <a:ext cx="20208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megfelel / nem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743200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720" y="2743200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743200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45920" y="4434840"/>
            <a:ext cx="8869680" cy="82296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4599432"/>
            <a:ext cx="8412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A számérték önmagában még nem szakmai minősítés.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teljes mérési folyamat legyen visszakereshető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Vizsgálat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3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Műszer / mód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Mért érték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Követelmény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Megjegyzés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9784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Hiba és javítás esetén a visszamérés eredményét is rögzítsük.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Csoportmunka: szerepek és munkafolyamat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4231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74AD"/>
                </a:solidFill>
                <a:latin typeface="Aptos"/>
              </a:defRPr>
            </a:pPr>
            <a:r>
              <a:t>1. vizsgáló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4231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2860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2. műszerkezelő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26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24231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1AA37"/>
                </a:solidFill>
                <a:latin typeface="Aptos"/>
              </a:defRPr>
            </a:pPr>
            <a:r>
              <a:t>3. jegyző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965960"/>
            <a:ext cx="2423160" cy="20116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4. minősítő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926080"/>
            <a:ext cx="1965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értékelés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572000"/>
            <a:ext cx="932688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736592"/>
            <a:ext cx="8869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szerepek cserélhetők: minden tanuló végigjárja a teljes szakmai folyamatot.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ZÁRÓ ELLENŐRZŐLISTA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Mielőtt kimondod: „megfelel”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03911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4767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Azonosítottam a rendszert?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203911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05740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4767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Rögzítettem a szemrevételezést?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" y="327355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29184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8211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Megfelelő volt a mérési mód?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01752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327355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29184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18211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Értelmeztem minden eredményt?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5196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" y="450799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5262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1655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Összevetettem a követelménnyel?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51960"/>
            <a:ext cx="502920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450799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5262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1655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Dokumentáltam a minősítést?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29.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komplex vizsgálat a szemrevételezéssel kezdődik.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Minden mérésnek előre meghatározott célja van.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PE, szigetelés, Zs és RCD együtt ad teljesebb képet.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mérési eredményt követelménnyel összevetve minősítjük.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munka jegyzőkönyvvel és szükség esetén visszaméréssel zárul.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Áramütés elleni védelem:</a:t>
            </a:r>
            <a:br/>
            <a:r>
              <a:t>összefoglalás és számonkérés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TN • TT • IT • RCD • földelés • EPH • mérések • SELV/PELV • hibakeresés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rendszerezés → feladatok → mérési helyzetek → szakmai számonkérés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