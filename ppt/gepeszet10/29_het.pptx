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HEGESZTETT KÖTÉSEK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706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TERVEZÉSE ÉS VARRATTÍPUSOK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4F1"/>
                </a:solidFill>
                <a:latin typeface="Aptos"/>
              </a:defRPr>
            </a:pPr>
            <a:r>
              <a:t>Kötéstípus • varratválasztás • gyárthatóság • biztonság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TOMPA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SAROK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ÁTLAPOLT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T-KÖTÉS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fejezet céljai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GEP-029 • 29.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Kötéstípusok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Varrattípusok rajzon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Megfelelő kötés kiválasztása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Tervezés és gyárthatóság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Az 5 alapvető kötéstípus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GEP-029 • 29.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36118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TOMPAKÖTÉS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9544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36118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SAROKKÖTÉS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8696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36118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ÁTLAPOLT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27848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36118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ÉLKÖTÉS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87000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6118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T-KÖTÉS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Kötéstípusok és alkalmazás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GEP-029 • 29.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920240" cy="56692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TOMPA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9903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Egy síkban • csővezetékek, lemezek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21991"/>
            <a:ext cx="1920240" cy="56692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SAROK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29514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90° • acélszerkezetek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18104"/>
            <a:ext cx="1920240" cy="56692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ÁTLAPOLT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91256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Fedés • vékony lemezek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14215"/>
            <a:ext cx="1920240" cy="566928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ÉL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0873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Élek • burkolatok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10328"/>
            <a:ext cx="1920240" cy="566928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657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T-KÖTÉS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98348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746"/>
                </a:solidFill>
                <a:latin typeface="Aptos"/>
              </a:defRPr>
            </a:pPr>
            <a:r>
              <a:t>Merőleges • vázszerkezetek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varrat kiválasztásának szempontjai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GEP-029 • 29.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Terhelés iránya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Anyagvastagság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Hegeszthetőség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Gyártási költség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Hozzáférhetőség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Ellenőrizhetőség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Acél híd tartószerkezete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GEP-029 • 29.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STATIKAI SZÁMÍTÁS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csomópont kialakítását a terhelések alapján választják ki.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GYÁRTÁSI SZEMPONTOK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kiválasztásnál a gyárthatóság is meghatározó.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GEP-029 • 29.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A LEGEGYSZERŰBB KÖTÉS GYAKRAN A LEGJOBB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2900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3E4F1"/>
                </a:solidFill>
                <a:latin typeface="Aptos"/>
              </a:defRPr>
            </a:pPr>
            <a:r>
              <a:t>A túlméretezett varrat felesleges költséget és nagyobb hőbevitelt jelenthet.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Biztonság a tervezésben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GEP-029 • 29.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73152" cy="3383280"/>
          </a:xfrm>
          <a:prstGeom prst="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DINAMIKUS TERHELÉS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Változó igénybevétel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KIFÁRADÁS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Hosszú távú terhelési hatás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KORRÓZIÓ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Környezeti hatás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Műszaki rajz → kötéstípus → varratvázlat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GEP-029 • 29.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RAJZ VIZSGÁLATA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KÖTÉS AZONOSÍTÁSA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VARRAT FELISMERÉSE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VÁZLATKÉSZÍTÉS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GEP-029 • 29.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különbség a tompa- és sarokkötés között?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Mikor előnyös az átlapolt kötés?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Milyen tényezők befolyásolják a varrat kiválasztását?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gyárthatóság?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Milyen szerepe van a műszaki rajznak?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