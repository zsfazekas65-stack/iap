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8.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9326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CAD – Méretezés,
rétegek és rajzsablonok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szabványosság • rétegek • dokumentáció •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MÉRET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SABLON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Miért fontos a szabványos rajz?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műszaki rajz csak akkor használható a gyártásban vagy szerelésben, ha egyértelmű, szabványos és megfelelően méretezett.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méretezés alapjai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méretek megadása milliméterben
• méretvonalak és segédvonalak
• átmérő: Ø
• sugár: R
• furatok és furatkiosztások méretezése
• olvasható, áttekinthető rajz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Rétegek –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különböző rajzelemeket célszerű külön rétegekre helyezni.
Kontúrok • méretek • középvonalak • feliratok
Ez megkönnyíti a szerkesztést és a nyomtatást.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Rajzsablonok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A szabványos rajzsablon tartalmazza:
• keret
• feliratmező
• rajzszám
• méretarány
• készítő neve
• dátum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Készíts DIN-sín tartólemez rajzot. Használj külön réteget a kontúroknak, a méreteknek és a középvonalaknak, majd töltsd ki a feliratmezőt.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1. Rajzolj 250 × 180 mm-es szerelőlapot.
2. Helyezz el nyolc rögzítőfuratot.
3. Méretezd a furatkiosztást.
4. Használj külön rétegeket.
5. Mentsd el a rajzot PDF formátumban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kapcsolószekrény gyártásánál a méretek rossz rétegre kerültek, ezért a lézervágó program a méretvonalakat is kivágta.
A helyes rétegkezelés megelőzi az ilyen hibákat.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szabványos méretezés és a tudatos rétegkezelés alapfeltétele a jól használható műszaki dokumentációnak.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Amit ezen a héten összekapcsoltál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8.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✓ szabványos méretezés
✓ Ø és R jelölések
✓ rétegek tudatos használata
✓ rajzsablon és feliratmező
✓ PDF dokumentáció
Következő hét: 3D modellezés alapjai – Extrude és Cut.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