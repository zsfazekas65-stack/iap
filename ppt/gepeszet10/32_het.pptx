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HEGESZTETT SZERKEZETEK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70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JAVÍTÁSA ÉS KARBANTARTÁSA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Hibafeltárás • javítóhegesztés • ellenőrzés • dokumentálás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ELŐKÉSZÍTÉS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JAVÍTÁS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ELLENŐRZÉS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Meghibásodások okai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Javítóhegesztés lépései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Karbantartás jelentősége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Miért fontos?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karbantartás az élettartam része.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ÉLETTARTAM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rendszeres ellenőrzés és szakszerű javítás növeli a gépek és acélszerkezetek élettartamát.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KOCKÁZAT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Csökkenti a meghibásodások és balesetek kockázatát.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javítóhegesztés 5 lépése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HIBA FELTÁRÁSA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566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ELŐKÉSZÍTÉS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566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TECHNOLÓGIA KIVÁLASZTÁSA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3566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JAVÍTÓHEGESZTÉS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566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73A5E"/>
                </a:solidFill>
                <a:latin typeface="Aptos"/>
              </a:defRPr>
            </a:pPr>
            <a:r>
              <a:t>ELLENŐRZÉS + DOKUMENTÁLÁS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Földmunkagép kopott kanálrésze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FELHEGESZTÉS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kopott kanálrészeket gyakran felhegesztéssel javítják.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MEGMUNKÁLÁS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felhegesztett részt ezt követően megmunkálják.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TELJES REPEDÉSFELTÁRÁS + TISZTA ALAPFELÜLET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56432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D3E4F1"/>
                </a:solidFill>
                <a:latin typeface="Aptos"/>
              </a:defRPr>
            </a:pPr>
            <a:r>
              <a:t>A sikeres javítás két kulcsa.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Sérült alkatrész → javítási terv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HIBAFELTÁRÁS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ELŐKÉSZÍTÉS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JAVÍTÁSI TECHNOLÓGIA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ELLENŐRZÉS + DOKUMENTÁLÁS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Javítás előtt kötelező.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TEHERMENTESÍTÉS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szerkezetet a javítás előtt tehermentesíteni kell.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RÖGZÍTÉS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szerkezetet biztonságosan rögzíteni kell.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javítóhegesztés célja?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karbantartás?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Mikor kell dokumentálni a javítást?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kifáradás?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kell tehermentesíteni a szerkezetet?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Kapcsolódó Moodle kérdésbank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GEP-032 • 32.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Q01-Q10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Feleletválasztós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Q11-Q15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Igaz/Hamis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Q16-Q20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Párosítás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Q21-Q30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Esetelemzés és kifejtős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