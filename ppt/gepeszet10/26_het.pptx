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HEGESZTÉSI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TECHNOLÓGIÁK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MMA • MIG • MAG • TIG • pont • lézer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fontos a hegesztés?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SZÉLES KÖRŰ ALKALMAZÁS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Hidakban, járművekben, gépekben és energiatermelő berendezésekben is megtalálható.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TARTÓS ÉS BIZTONSÁGOS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jó hegesztés nemcsak tartós, hanem biztonságos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Rövid történeti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ÓKOR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Kovácshegesztés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1800-AS ÉVEK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Elektromos ív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1900-AS ÉVEK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Ipari ívhegesztés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NAPJAINK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Robot + lézer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legfontosabb eljárások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bevont elektródás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963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inert védőgáz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476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963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aktív védőgáz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5935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079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volfrámelektródás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5935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PONTHEGESZTÉS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5935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LÉZERHEGESZTÉS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0799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MIG és MAG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szerinti alapvető különbség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Inert védőgáz.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Aktív védőgáz.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Autóipari ponthegesztés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737360"/>
            <a:ext cx="978408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TÖBB EZER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8328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DE1F0"/>
                </a:solidFill>
                <a:latin typeface="Aptos"/>
              </a:defRPr>
            </a:pPr>
            <a:r>
              <a:t>ponthegesztés készül egy autó karosszériáján - robotokkal, nagy ismétlési pontossággal.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014984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EGYENLETES PISZTOLYVEZETÉS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3375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DE1F0"/>
                </a:solidFill>
                <a:latin typeface="Aptos"/>
              </a:defRPr>
            </a:pPr>
            <a:r>
              <a:t>sokszor fontosabb, mint a túl magas hegesztőáram.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hegesztésnél nincs kompromisszum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PAJZS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automata hegesztőpajzs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KESZTYŰ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hőálló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RUHÁZAT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megfelelő védelem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SZELLŐZTETÉS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biztosítani kell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Próbáld ki!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Hegesztett szerkezetek felismerése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KERESS 5-ÖT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BECSÜLD AZ ELJÁRÁST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INDOKOLD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502920" cy="502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075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Mi a hegesztés célja?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39"/>
            <a:ext cx="502920" cy="502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7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Miben különbözik a MIG és a MAG?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17520"/>
            <a:ext cx="502920" cy="502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4495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Mi a hőhatásövezet?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136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Hol alkalmaznak ponthegesztést?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54879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1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82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Melyek a legfontosabb védőeszközök?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26.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hegesztés tartós és biztonságos kötéseket hoz létre számos ipari területen.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Fő eljárások: MMA, MIG, MAG, TIG, pont- és lézerhegesztés.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MIG: inert védőgáz; MAG: aktív védőgáz.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Autókarosszérián több ezer robotizált ponthegesztés készülhet.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Alapvető védelem: pajzs, hőálló kesztyű, megfelelő ruházat és szellőztetés.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26. hét • Hegesztési technológiák alapjai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