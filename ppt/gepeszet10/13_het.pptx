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13.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CAD mini projekt
PLC-szekrény szerelőlap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3D modell • DIN-sín • kábelcsatorna • dokumentáció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TERV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2860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ELLENŐRZÉS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célja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valós ipari feladatot viszünk végig: PLC-szekrény szerelőlap tervezése a 3D modelltől a műszaki dokumentációig.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mérnöki gondolkodás lépései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Igényfelmérés → tervezés → modellezés → ellenőrzés → dokumentálás
A projekt célja nem egy látványos modell, hanem egy gyártható és szerelhető megoldás.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Projektfeladat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szerelőlap mérete: például 400 × 300 mm
• DIN-sínek elhelyezése
• PLC, tápegység és sorkapcsok helye
• kábelcsatornák megtervezése
• rögzítőfuratok és kivágások
• 3D modell
• műhelyrajz és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Tervezési szempontok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Szerelhetőség • megfelelő kábelezési hely • hőelvezetés • karbantartási hozzáférés
A jó terv működőképes, könnyen gyártható és könnyen szerelhető.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PLC-szekrény szerelőlapja az ipari automatizálás egyik alapvető szerkezeti eleme. A villamos technikusok rendszeresen készítenek vagy módosítanak ilyen terveket.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gyakorlati projekt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Modellezd a szerelőlapot, majd egyszerű helyettesítő modellekkel helyezd el a PLC-t, a tápegységet és a sorkapcsokat. Ezután készíts robbantott ábrát és darabjegyzéket.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Virtuális ellenőrzés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Ellenőrizd az ütközéseket, a kábelutakat, a szerelési helyet és a hozzáférhetőséget még a gyártás előtt.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automatizált gyártósor átépítése során a teljes kapcsolószekrényt először CAD-ben tervezték át. A virtuális ellenőrzésnek köszönhetően a helyszíni szerelés egyetlen műszak alatt elkészült.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digitális tervezés fejlődése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kapcsolószekrények kialakítása egyre inkább 3D környezetben történik. Így már előre vizsgálhatók az ütközések és a kábelutak.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sikeres projekt alapja a jól átgondolt terv és a pontos dokumentáció.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Következő hét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13.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14. hét: a projekt továbbfejlesztése - kábelcsatornák, készülékelrendezés és dokumentáció finomítása.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