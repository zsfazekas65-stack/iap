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4.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Hőkezelési eljárások
és azok jelentősége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acél • hő • keménység • karbantartás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LÁGYÍTÁS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NORMALIZÁLÁS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EDZÉS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MEGERESZTÉS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fontos a hőkezelés?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029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5440680" cy="365760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654"/>
                </a:solidFill>
                <a:latin typeface="Aptos"/>
              </a:rPr>
              <a:t>BEVEZETÉS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Az acél tulajdonságai nemcsak az összetételétől, hanem a hőkezeléstől is függenek.
A megfelelő hőkezeléssel növelhető a keménység, javítható a kopásállóság vagy csökkenthető a belső feszültség.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GONDOLKODJ EL!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654"/>
                </a:solidFill>
                <a:latin typeface="Aptos"/>
              </a:rPr>
              <a:t>Miért nem elég csak „jó” acélt választani egy tengelyhez vagy fogaskerékhez?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hőkezelés lényege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Felmelegítés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7AB8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Hőntartás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7AB8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Lehűtés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7AB8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83654"/>
                </a:solidFill>
                <a:latin typeface="Aptos"/>
              </a:rPr>
              <a:t>Új tulajdonságok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43200"/>
            <a:ext cx="10561320" cy="20574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D37"/>
                </a:solidFill>
                <a:latin typeface="Aptos"/>
              </a:rPr>
              <a:t>A cél nem az alkatrész alakjának megváltoztatása, hanem az anyag belső szerkezetének és ezáltal mechanikai tulajdonságainak módosítása.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Lágyítás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2926080" cy="347472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LÁGYÍTÁS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3E1EF"/>
                </a:solidFill>
                <a:latin typeface="Aptos"/>
              </a:rPr>
              <a:t>könnyebb megmunkálás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7040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LÉNYEG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3654"/>
                </a:solidFill>
                <a:latin typeface="Aptos"/>
              </a:rPr>
              <a:t>A megmunkálhatóság javítása és a belső feszültségek csökkentése.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Normalizálás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2926080" cy="347472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NORMALIZÁLÁS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3E1EF"/>
                </a:solidFill>
                <a:latin typeface="Aptos"/>
              </a:rPr>
              <a:t>egyenletes szerkezet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7040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LÉNYEG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3654"/>
                </a:solidFill>
                <a:latin typeface="Aptos"/>
              </a:rPr>
              <a:t>Egyenletesebb szemcseszerkezet kialakítása.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Edzés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2926080" cy="347472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EDZÉS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3E1EF"/>
                </a:solidFill>
                <a:latin typeface="Aptos"/>
              </a:rPr>
              <a:t>nagy keménység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7040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LÉNYEG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3654"/>
                </a:solidFill>
                <a:latin typeface="Aptos"/>
              </a:rPr>
              <a:t>Nagy keménység elérése gyors lehűtéssel.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8620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A gyors lehűtés növeli a keménységet, de az anyag ridegebbé válhat.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Megeresztés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2926080" cy="347472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MEGERESZTÉS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3E1EF"/>
                </a:solidFill>
                <a:latin typeface="Aptos"/>
              </a:rPr>
              <a:t>használhatóbb, kevésbé rideg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7040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LÉNYEG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3654"/>
                </a:solidFill>
                <a:latin typeface="Aptos"/>
              </a:rPr>
              <a:t>Az edzett acél ridegségének csökkentése.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9476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Az edzést gyakran megeresztés követi: a két művelet együtt ad használható tulajdonságokat.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Villanymotor tengelye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40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kopás- és terhelésállóság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1901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Csapágyfészek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340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mérettartás és felületi igénybevétel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30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Fogaskerék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6966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kemény, kopásálló felület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399" y="3730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Szerszámok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416966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keménység és éltartás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7AB8"/>
                </a:solidFill>
                <a:latin typeface="Aptos"/>
              </a:rPr>
              <a:t>Karbantartáskor a túlzott felmelegítés vagy helytelen hegesztés károsíthatja a korábbi hőkezelés eredményét.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434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654"/>
                </a:solidFill>
                <a:latin typeface="Aptos"/>
              </a:rPr>
              <a:t>Vizsgáljatok meg különböző acél alkatrészeket!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1. Válasszatok egy csavart, egy tengelyt és egy fogaskereket.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10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2. Figyeljétek meg a felületet, a kopásnyomokat és a kialakítást.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3. Döntsétek el, melyik igényelhetett hőkezelést.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2686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4. Indokoljátok meg, mi lehetett a cél.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Tudta-e?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332720" cy="333756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60 HRC felett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A csapágygolyók keménysége gyakran meghaladja ezt az értéket. A nagy keménységet megfelelő ötvözéssel és hőkezeléssel érik 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3E1EF"/>
                </a:solidFill>
                <a:latin typeface="Aptos"/>
              </a:rPr>
              <a:t>HRC = Rockwell C keménységi skála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Történelmi áttekintés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4892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1645920"/>
            <a:ext cx="5212080" cy="393192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A KOVÁCS TAPASZTALATA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3654"/>
                </a:solidFill>
                <a:latin typeface="Aptos"/>
              </a:rPr>
              <a:t>Az izzó vas vízbe vagy olajba mártása megváltoztatja az anyag tulajdonságait.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A MODERN KOHÁSZAT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83654"/>
                </a:solidFill>
                <a:latin typeface="Aptos"/>
              </a:rPr>
              <a:t>A tapasztalati tudást tudományos alapokra helyezte, így alakultak ki a korszerű hőkezelési eljárások.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241280" cy="338328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A hőkezelés alapvetően meghatározza
a gépalkatrészek élettartamát.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86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3E1EF"/>
                </a:solidFill>
                <a:latin typeface="Aptos"/>
              </a:rPr>
              <a:t>A villamos szakembernek ismernie kell a jelentőségét javítás és karbantartás során.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4.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3654"/>
                </a:solidFill>
                <a:latin typeface="Aptos"/>
              </a:rPr>
              <a:t>✓  A hőkezelés az acél tulajdonságait módosítja.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Lágyítás - jobb megmunkálhatóság.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5234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Normalizálás - egyenletesebb szerkezet.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7413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Edzés - nagy keménység.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9592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Megeresztés - kisebb ridegség.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A hőkezelt alkatrészek javításánál a felmelegítésre figyelni kell.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Következő hét: Műszaki rajzi alapismeretek - vetületek, vonalfajták, méretmegadás.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