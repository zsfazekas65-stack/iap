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10.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CAD – Motorfelfogató konzol
és műhelyrajz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3D modell • nézetek • méretezés •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MODELL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FURAT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NÉZET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617720"/>
            <a:ext cx="20574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RAJZ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feladata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10.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valós ipari alkatrész 3D modelljét készítjük el, majd a modellből szabványos 2D műhelyrajzot hozunk létre.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tervezési folyamat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10.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új alkatrész létrehozása
• vázlat és méretezés
• alaptest - Extrude
• furatok
• merevítő bordák vagy kivágások
• Fillet és Chamfer
• anyag hozzárendelése
• mentés és verziókezelés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Műhelyrajz a 3D modellből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10.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elölnézet
• felülnézet
• oldalnézet
• izometrikus nézet
• méretezés
• furatjelölések
• feliratmező
• PDF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10.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motorfelfogató konzol kis villamos motorok, érzékelők vagy hajtások rögzítésére használható automatizált berendezésekben.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modellezési 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10.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Konzol: 120 × 80 × 8 mm
• 4 rögzítőfurat
• 1 központi motorfurat
• szükséges lekerekítések / letörések
• méretezett műhelyrajz
• PDF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Miért kell műhelyrajz?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10.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3D modell csak az első lépés. A gyártás, szerelés és ellenőrzés alapja a megfelelően méretezett, egyértelmű műhelyrajz.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Valós 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10.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gyártósoron a helyesen elkészített 3D modell és műhelyrajz lehetővé tette, hogy a beszállító elsőre megfelelő alkatrészt gyártson le.
Nem volt szükség költséges utómunkára.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Digitális termékfejlesztés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10.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modern rendszerekben a 3D modell a termék elsődleges adatforrása. Ebből közvetlenül készülhetnek gyártási dokumentumok és CNC programok.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10.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A 3D modell és a belőle készített műhelyrajz együtt biztosítja, hogy az alkatrész pontosan gyártható és szerelhető legyen.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Amit ezen a héten összekapcsoltál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10.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✓ 3D alkatrészmodellezés
✓ furatok és részletek
✓ elöl-, felül- és oldalnézet
✓ izometrikus nézet
✓ műhelyrajzi méretezés
✓ PDF export
Következő hét: egyszerű Assembly.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