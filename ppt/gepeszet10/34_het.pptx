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LÉZER • PLAZMA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706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ADDITÍV GYÁRTÁSTECHNOLÓGIÁK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4F1"/>
                </a:solidFill>
                <a:latin typeface="Aptos"/>
              </a:defRPr>
            </a:pPr>
            <a:r>
              <a:t>Pontosság • automatizálás • innováció • rétegről rétegre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LÉZER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PLAZMA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ADDITÍV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IPAR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fejezet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Korszerű hegesztési technológiák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Lézer- és plazmahegesztés működése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Additív gyártás kapcsolata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Történeti áttekintés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1960-AS ÉVEK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lézertechnológia gyors fejlődése.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1980-AS ÉVEK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Megjelenés a sorozatgyártásban.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Lézer, plazma és additív gyártás az automatizált iparban.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három technológia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Kulcsjellemzők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3794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LÉZERHEGESZTÉS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Nagy pontosság</a:t>
            </a:r>
            <a:br/>
            <a:r>
              <a:t>Kis hőbevitel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73152" cy="379476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PLAZMAHEGESZTÉS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Mély beolvadás</a:t>
            </a:r>
            <a:br/>
            <a:r>
              <a:t>Stabil ív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91640"/>
            <a:ext cx="3566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691640"/>
            <a:ext cx="73152" cy="3794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ADDITÍV GYÁRTÁS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40487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Bonyolult geometriák</a:t>
            </a:r>
            <a:br/>
            <a:r>
              <a:t>Kis szériák</a:t>
            </a:r>
            <a:br/>
            <a:r>
              <a:t>Egyedi alkatrészek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AUTÓIPARI KAROSSZÉRIÁK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REPÜLŐGÉPIPARI ELEMEK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ORVOSI IMPLANTÁTUMOK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SZERSZÁMGYÁRTÁS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PROTOTÍPUS-KÉSZÍTÉS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Előnyök és korlátok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2578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73152" cy="39319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830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ELŐNYÖK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48006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• Nagy pontosság</a:t>
            </a:r>
            <a:br/>
            <a:r>
              <a:t>• Kis utómunka</a:t>
            </a:r>
            <a:br/>
            <a:r>
              <a:t>• Automatizálhatóság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00200"/>
            <a:ext cx="52578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00200"/>
            <a:ext cx="73152" cy="393192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830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KORLÁTOK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13432"/>
            <a:ext cx="48006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• Magas beruházási költség</a:t>
            </a:r>
            <a:br/>
            <a:r>
              <a:t>• Speciális berendezések</a:t>
            </a:r>
            <a:br/>
            <a:r>
              <a:t>• Képzett kezelőszemélyzet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lézerhegesztés minősége több tényezőn múlik.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FÓKUSZÁLÁS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sugár megfelelő fókuszálása.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TISZTASÁG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munkadarab tiszta felülete.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ILLESZTÉS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munkadarab pontos illesztése.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Pontosság • sebesség • költség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LÉZERHEGESZTÉS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PLAZMAHEGESZTÉS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ADDITÍV GYÁRTÁS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ÖSSZEHASONLÍTÁS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LÉZER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Megfelelő védőszemüveg és zárt munkatér szükséges.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PLAZMA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Kiemelten fontos a megfelelő füstelszívás.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GEP-034 • 34.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lézerhegesztés legnagyobb előnye?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Miben különbözik a plazmahegesztés az ívhegesztéstől?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Mit jelent az additív gyártás?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Hol alkalmazzák ezeket a technológiákat?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Milyen biztonsági előírások szükségesek?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