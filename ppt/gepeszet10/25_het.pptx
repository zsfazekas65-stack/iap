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CSAVARKÖTÉSEK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ÉS SZEGECSELÉSEK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E4F1"/>
                </a:solidFill>
                <a:latin typeface="Aptos"/>
              </a:defRPr>
            </a:pPr>
            <a:r>
              <a:t>Oldható • nem oldható • meghúzási nyomaték • biztosítás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CSAVAR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ANYA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ALÁTÉT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SZEGECS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Oldható vagy nem oldható?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OLDHATÓ KÖTÉSEK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Csavar és anya</a:t>
            </a:r>
            <a:br/>
            <a:r>
              <a:t>Tőcsavar</a:t>
            </a:r>
            <a:br/>
            <a:r>
              <a:t>Hernyócsavar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NEM OLDHATÓ KÖTÉSEK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Szegecselés</a:t>
            </a:r>
            <a:br/>
            <a:r>
              <a:t>Hegesztés</a:t>
            </a:r>
            <a:br/>
            <a:r>
              <a:t>Ragasztás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csavarkötés részei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2240280"/>
            <a:ext cx="160020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CSAVAR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49240" y="2240280"/>
            <a:ext cx="160020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ANYA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240280"/>
            <a:ext cx="1600200" cy="9601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04E"/>
                </a:solidFill>
                <a:latin typeface="Aptos"/>
              </a:defRPr>
            </a:pPr>
            <a:r>
              <a:t>ALÁTÉT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Meghúzási nyomaték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megbízható csavarkötés kulcsa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TÚL KICSI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kötés kilazulhat, az üzembiztonság csökkenhet.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TÚL NAGY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csavar vagy a kötés elemei megsérülhetnek.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Kötésbiztosítás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2240280"/>
            <a:ext cx="160020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MENETRÖGZÍTŐ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biztosítás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2240280"/>
            <a:ext cx="160020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RUGÓS ALÁTÉT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251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biztosítás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828800"/>
            <a:ext cx="3154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240280"/>
            <a:ext cx="1600200" cy="9601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5420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ÖNZÁRÓ ANYA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251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biztosítás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szemmel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1014984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A gép megbízhatósága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15468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DE1F0"/>
                </a:solidFill>
                <a:latin typeface="Aptos"/>
              </a:defRPr>
            </a:pPr>
            <a:r>
              <a:t>nagymértékben függ a csavarkötés helyes kialakításától és a gyártó által előírt meghúzási nyomaték betartásától.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Labor- és műhelygyakorlat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ÖSSZEÁLLÍTÁS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NYOMATÉKKULCS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BIZTOSÍTÁS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Gondolkodtató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1014984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9326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Mi történhet, ha a csavarkötést a megadottnál kisebb vagy nagyobb nyomatékkal húzzák meg?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886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DE1F0"/>
                </a:solidFill>
                <a:latin typeface="Aptos"/>
              </a:defRPr>
            </a:pPr>
            <a:r>
              <a:t>Sorolj fel legalább három következményt!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Szélturbina toronycsavarjai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8321040" cy="34747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23160"/>
            <a:ext cx="8321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700" b="1">
                <a:solidFill>
                  <a:srgbClr val="FFFFFF"/>
                </a:solidFill>
                <a:latin typeface="Aptos"/>
              </a:defRPr>
            </a:pPr>
            <a:r>
              <a:t>TÖBB SZÁZ N·m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8328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DE1F0"/>
                </a:solidFill>
                <a:latin typeface="Aptos"/>
              </a:defRPr>
            </a:pPr>
            <a:r>
              <a:t>vagy akár ennél is nagyobb meghúzási nyomaték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SZEGECSELÉS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ókortól ismert; az ipari forradalom idején hidaknál, kazánoknál és vasúti szerkezeteknél alkalmazták.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CSAVARKÖTÉS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20. században a nagy szilárdságú csavarok és anyák váltak a legelterjedtebb oldható kötésekké.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25.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gépelemek összekapcsolása történhet oldható és nem oldható kötéssel.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Oldható: csavar és anya, tőcsavar, hernyócsavar.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Nem oldható: szegecselés, hegesztés, ragasztás.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csavarkötés fő elemei a csavar, anya és alátét.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helyes meghúzási nyomaték és a kötésbiztosítás alapvető az üzembiztonsághoz.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Hegesztett és ragasztott kötések.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