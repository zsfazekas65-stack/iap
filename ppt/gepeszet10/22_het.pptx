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914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10. évfolyam • 22.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FOGASKEREKEK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ÉS HAJTÓMŰVEK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03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D2E4F1"/>
                </a:solidFill>
                <a:latin typeface="Aptos"/>
              </a:defRPr>
            </a:pPr>
            <a:r>
              <a:t>Mozgás • nyomaték • fordulatszám • áttétel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709160"/>
            <a:ext cx="233172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EGYENES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4709160"/>
            <a:ext cx="233172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FERDE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09160"/>
            <a:ext cx="2331720" cy="713232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KÚP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19" y="4709160"/>
            <a:ext cx="2331720" cy="713232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CSIGA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Mi a fogaskerék feladata?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3931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FORGÓ MOZGÁS ÁTVITELE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fogaskerekek a forgó mozgás pontos továbbítására szolgálnak.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73152" cy="3931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NYOMATÉK ÁTVITELE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fogaskerék-kapcsolat a nyomaték átvitelében is alapvető szerepet játszik.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Fő fogaskeréktípusok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19456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EGYENES FOGAZAT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50208" y="219456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0208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56616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FERDE FOGAZAT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219456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56616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KÚPFOGASKERÉK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56064" y="219456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56064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356616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CSIGAHAJTÁS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Áttétel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heti számítási példa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3832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3931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HAJTÓKERÉK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67712"/>
            <a:ext cx="297180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z₁ = 18 fog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33832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1645920"/>
            <a:ext cx="73152" cy="3931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HAJTOTT KERÉK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267712"/>
            <a:ext cx="297180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z₂ = 54 fog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33832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4736" y="1645920"/>
            <a:ext cx="73152" cy="393192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ÁTTÉTEL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267712"/>
            <a:ext cx="297180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i = 54 / 18 =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Mit határoz meg az áttétel?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3931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FORDULATSZÁM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Az áttétel meghatározza a fordulatszám változását.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73152" cy="3931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NYOMATÉK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Az áttétel a nyomaték változását is meghatározza.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Hajtóművek az iparban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73152" cy="36576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IPARI ROBOT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hajtóművek a korszerű ipari robotok fontos részei.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737360"/>
            <a:ext cx="73152" cy="36576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SZÉLTURBINA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szélturbinákban szintén alapvető szerepet töltenek be.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Labor- és műhelygyakorlat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Hajtómű metszeti ábrájának elemzése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33172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HAJTÓ ELEM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50208" y="233172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0208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HAJTOTT ELEM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03136" y="233172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03136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FOGASKERÉK TÍPUSA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56064" y="233172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56064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FOGAZAT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Mérnöki érdekesség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Szélturbina hajtómű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828800"/>
            <a:ext cx="8321040" cy="34747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423160"/>
            <a:ext cx="8321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"/>
              </a:defRPr>
            </a:pPr>
            <a:r>
              <a:t>&gt; 100×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33756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DEEE"/>
                </a:solidFill>
                <a:latin typeface="Aptos"/>
              </a:defRPr>
            </a:pPr>
            <a:r>
              <a:t>fordulatszám-növelés is lehetséges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Történelmi áttekintés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73152" cy="36576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ÓKORI SZERKEZETEK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Fogazott szerkezeteket már az ókorban is alkalmaztak.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737360"/>
            <a:ext cx="73152" cy="36576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MODERN HAJTÓMŰVEK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fogaskerekek ma is pontos teljesítményátvitelt biztosítanak.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a 22. hétről tudnod kell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5331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fogaskerék forgó mozgást és nyomatékot visz át.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7627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Fő típusok: egyenes, ferde, kúpfogaskerék és csigahajtás.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7180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9923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Az áttétel meghatározza a fordulatszám és a nyomaték változását.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9476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2219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heti példában z₁ = 18 és z₂ = 54, ezért i = 3.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177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09159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4515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hajtóművek az ipari robotoktól a szélturbinákig fontos gépelemek.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62356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3328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Következő hét: Szíjhajtások, lánchajtások és dörzshajtások.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