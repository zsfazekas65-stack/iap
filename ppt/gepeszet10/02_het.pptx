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SZERKEZETI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ANYAGOK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E4F1"/>
                </a:solidFill>
                <a:latin typeface="Aptos"/>
              </a:defRPr>
            </a:pPr>
            <a:r>
              <a:t>Műszaki anyagismeret 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4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RÉZ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POLIMER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fontos az anyagválasztás?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ÉLETTARTAM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megfelelő anyag tartósabb berendezést eredményez.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anyag tulajdonságainak illeszkedniük kell a feladathoz.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GAZDASÁGOSSÁG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jó anyagválasztás az üzemeltetésre is hatással van.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Tengelyek, csavarok, konzolok, gépvázak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Nagy szilárdságú szerkezeti anyag.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629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019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JELLEMZŐ 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59152"/>
            <a:ext cx="62179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Tengelyek, csavarok, konzolok, gépvázak.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Motorházak, szivattyúházak, gépágyak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Jó rezgéscsillapító, kiválóan önthető.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629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019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JELLEMZŐ 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59152"/>
            <a:ext cx="62179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Motorházak, szivattyúházak, gépágyak.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Alumínium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Hűtőbordák, burkolatok, ventilátorlapátok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ALUMÍNIUM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Kis tömegű, korrózióálló, jó hővezető.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629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019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JELLEMZŐ 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59152"/>
            <a:ext cx="62179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Hűtőbordák, burkolatok, ventilátorlapátok.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Réz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Tekercsek, vezetékek, gyűjtősínek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RÉZ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Kiváló villamos vezető.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629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019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JELLEMZŐ 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59152"/>
            <a:ext cx="62179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Tekercsek, vezetékek, gyűjtősínek.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Műanyagok és gumi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Szigetelések, tömítések, burkolatok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MŰANYAGOK ÉS GUMI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Szigetelésre, tömítésre és rezgéscsillapításra használjuk.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629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73152" cy="34747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019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JELLEMZŐ 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59152"/>
            <a:ext cx="62179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Szigetelések, tömítések, burkolatok.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Villanymotor - anyagok egy rendszerben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990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TENGELY / CSAVAR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99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677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MOTORHÁZ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677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63239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82111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36391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HŰTŐBORDA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3639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alumínium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3192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0791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0050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0050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réz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0060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194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737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SZIGETELÉS / TÖMÍTÉS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8737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műanyag vagy gumi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Gyakorlati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Vizsgáljatok meg egy villanymotort!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926080" cy="5943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28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ALKATRÉSZ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45920"/>
            <a:ext cx="2377440" cy="5943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ANYAG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5029200" cy="5943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828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ANYAGVÁLASZTÁS INDOKA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29260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2423160"/>
            <a:ext cx="2377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242316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29260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3154680"/>
            <a:ext cx="2377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15468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29260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3886200"/>
            <a:ext cx="2377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388620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29260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4617720"/>
            <a:ext cx="23774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61772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7D59"/>
                </a:solidFill>
                <a:latin typeface="Aptos"/>
              </a:defRPr>
            </a:pPr>
            <a:r>
              <a:t>Legalább öt alkatrészt azonosítsatok és indokoljátok meg az anyagválasztást.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" y="2103120"/>
            <a:ext cx="1691640" cy="14630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2606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KŐKOR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334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2103120"/>
            <a:ext cx="1691640" cy="14630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2606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RÉZKOR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6334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3944" y="2103120"/>
            <a:ext cx="1691640" cy="14630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2606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BRONZKOR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26334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2103120"/>
            <a:ext cx="1691640" cy="14630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2606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VASKOR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26334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2103120"/>
            <a:ext cx="1691640" cy="14630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606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IPARI FORRADALOM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26334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103120"/>
            <a:ext cx="1691640" cy="14630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6060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Ma az acélok mellett alumíniumötvözetek, műanyagok és kompozitok is meghatározók.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acél nagy szilárdságú szerkezeti anyag.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öntöttvas jól csillapítja a rezgéseket és jól önthető.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alumínium könnyű, korrózióálló és jó hővezető.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réz kiváló villamos vezető.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műanyagok és a gumi szigetelésre, tömítésre és rezgéscsillapításra használhatók.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Vas-szén ötvözetek - acél, öntöttvas és a széntartalom hatása.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