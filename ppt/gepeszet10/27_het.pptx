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HEGESZTÉSI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6148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ÉS MINŐSÉGELLENŐRZÉS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3E4F1"/>
                </a:solidFill>
                <a:latin typeface="Aptos"/>
              </a:defRPr>
            </a:pPr>
            <a:r>
              <a:t>Hibafelismerés • okok • megelőzés • vizsgálatok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36592"/>
            <a:ext cx="2286000" cy="65836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PÓRUS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4736592"/>
            <a:ext cx="2286000" cy="658368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REPEDÉS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736592"/>
            <a:ext cx="2286000" cy="658368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8" y="4736592"/>
            <a:ext cx="2286000" cy="658368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87968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Mit kell tudnunk a hét végére?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Hegesztési hibák felismerése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Kialakulási okok megértése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828800"/>
            <a:ext cx="73152" cy="33375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Roncsolásos és roncsolásmentes vizsgálatok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42832" y="1828800"/>
            <a:ext cx="73152" cy="33375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Minőségbiztosítás jelentősége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fontos?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hiba nem csak esztétikai probléma.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25952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296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TEHERBÍRÁS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96875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 hibák csökkentik a szerkezet teherbírását.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351" y="1828800"/>
            <a:ext cx="3425952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0351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8951" y="2011680"/>
            <a:ext cx="296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ÉLETTARTAM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951" y="2487168"/>
            <a:ext cx="296875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 hibák rövidíthetik a szerkezet élettartamát.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1828800"/>
            <a:ext cx="3425952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2336" y="1828800"/>
            <a:ext cx="73152" cy="33375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0936" y="2011680"/>
            <a:ext cx="2968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MEGELŐZÉS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0936" y="2487168"/>
            <a:ext cx="2968752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Az időben felismert hiba költséget és balesetet előzhet meg.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Történeti áttekintés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szemrevételezéstől a digitális képfeldolgozásig.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KEZDETBEN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1828800"/>
            <a:ext cx="73152" cy="333756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20. SZÁZAD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Röntgenvizsgálat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81344" y="1828800"/>
            <a:ext cx="73152" cy="33375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KÉSŐBB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Ultrahang, MT, 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1828800"/>
            <a:ext cx="2505456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42832" y="1828800"/>
            <a:ext cx="73152" cy="333756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011680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NAPJAINK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487168"/>
            <a:ext cx="204825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Digitális képfeldolgozás + 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Az 5 leggyakoribb hiba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forrásban szereplő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6118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PÓRUSOK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6118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ZÁRVÁNY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36118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BEOLVADÁSI HIBA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6118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REPEDÉS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6118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ALÁMETSZÉS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Hiba → ok → megelőzés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01568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73152" cy="3474720"/>
          </a:xfrm>
          <a:prstGeom prst="round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944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PÓRUSOK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2944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Ok: szennyezett felület, nedvesség</a:t>
            </a:r>
            <a:br/>
            <a:r>
              <a:t>Megelőzés: tisztítás, megfelelő védőgáz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828800"/>
            <a:ext cx="3401568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1828800"/>
            <a:ext cx="73152" cy="34747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2011680"/>
            <a:ext cx="2944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ZÁRVÁNY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487168"/>
            <a:ext cx="2944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Ok: salak bent marad</a:t>
            </a:r>
            <a:br/>
            <a:r>
              <a:t>Megelőzés: rétegek tisztítása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01568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73152" cy="34747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2944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BEOLVADÁSI HIBA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294436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Ok: kis hőbevitel</a:t>
            </a:r>
            <a:br/>
            <a:r>
              <a:t>Megelőzés: megfelelő áramerősség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Repedés és alámetszés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48656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73152" cy="3474720"/>
          </a:xfrm>
          <a:prstGeom prst="round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4791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REPEDÉS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7168"/>
            <a:ext cx="47914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Ok: nagy feszültség, hidrogén</a:t>
            </a:r>
            <a:br/>
            <a:r>
              <a:t>Megelőzés: előmelegítés, megfelelő technológia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28800"/>
            <a:ext cx="5248656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828800"/>
            <a:ext cx="73152" cy="34747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4791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ALÁMETSZÉS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87168"/>
            <a:ext cx="47914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Ok: túl nagy áram vagy rossz technika</a:t>
            </a:r>
            <a:br/>
            <a:r>
              <a:t>Megelőzés: helyes paraméterek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Roncsolásmentes vizsgálatok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VT • MT • PT • UT • 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6118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9544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784" y="36118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Mágneses poros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194560"/>
            <a:ext cx="1042415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36118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Folyadékbehatolásos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6118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Ultrahangos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87000" y="2194560"/>
            <a:ext cx="1042415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246888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61188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Röntgen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Nyomástartó edények és csővezetékek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2120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73152" cy="361188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Gyakran ultrahangos vizsgálattal ellenőrzik a varratokat.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73152" cy="361188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41448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Gyakran röntgenes vizsgálattal is ellenőrzik, mert a kis hiba is súlyos következménnyel járhat.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tapasztalat is fontos visszajelzés.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VARRATALAK + ÍVHANG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383280"/>
            <a:ext cx="9235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A tapasztalt hegesztő folyamatosan figyeli a varrat alakját és hangját.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Vizsgálj meg különböző hegesztett mintadarabokat!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VIZSGÁLD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AZONOSÍTS 3 HIBÁT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KERESD AZ OKOT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73A5E"/>
                </a:solidFill>
                <a:latin typeface="Aptos"/>
              </a:defRPr>
            </a:pPr>
            <a:r>
              <a:t>JAVASOLJ MEGELŐZÉST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minőségellenőrzésnél is kötelező.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2120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73152" cy="3611880"/>
          </a:xfrm>
          <a:prstGeom prst="roundRect">
            <a:avLst/>
          </a:prstGeom>
          <a:solidFill>
            <a:srgbClr val="B9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RÖNTGENVIZSGÁLAT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Különösen fontos a munkavédelmi előírások betartása.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73152" cy="361188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EMELŐBERENDEZÉSEK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41448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Közelükben szintén fokozott körültekintés szükséges.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veszélyes a repedés?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alkalmaznak ultrahangos vizsgálatot?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különbség a roncsolásos és roncsolásmentes vizsgálat között?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Hogyan előzhető meg a pórusosodás?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Melyik hibát okozhatja a túl nagy hegesztőáram?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Kapcsolódó Moodle kérdésbank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64739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GEP-027 • 27.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Q01-Q10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E6B76"/>
                </a:solidFill>
                <a:latin typeface="Aptos"/>
              </a:defRPr>
            </a:pPr>
            <a:r>
              <a:t>Feleletválasztós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Q11-Q15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E6B76"/>
                </a:solidFill>
                <a:latin typeface="Aptos"/>
              </a:defRPr>
            </a:pPr>
            <a:r>
              <a:t>Igaz/Hamis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Q16-Q20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E6B76"/>
                </a:solidFill>
                <a:latin typeface="Aptos"/>
              </a:defRPr>
            </a:pPr>
            <a:r>
              <a:t>Párosítás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Q21-Q25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6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E6B76"/>
                </a:solidFill>
                <a:latin typeface="Aptos"/>
              </a:defRPr>
            </a:pPr>
            <a:r>
              <a:t>Képfelismerés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8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A5E"/>
                </a:solidFill>
                <a:latin typeface="Aptos"/>
              </a:defRPr>
            </a:pPr>
            <a:r>
              <a:t>Q26-Q28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33375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E6B76"/>
                </a:solidFill>
                <a:latin typeface="Aptos"/>
              </a:defRPr>
            </a:pPr>
            <a:r>
              <a:t>Kifejtős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