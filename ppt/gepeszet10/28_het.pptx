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22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10. évfolyam • Gépészeti alapismeretek • GEP-028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HEGESZTÉSI MINŐSÍTÉSEK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706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ÉS SZABVÁNYOK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3E4F1"/>
                </a:solidFill>
                <a:latin typeface="Aptos"/>
              </a:defRPr>
            </a:pPr>
            <a:r>
              <a:t>Minőség • WPS • WPQR • nyomonkövethetőség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WPQR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DOKUMENTÁCIÓ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fejezet céljai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28. hét négy fő célja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Hegesztési minőség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Minősítések szerepe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Szabványok áttekintése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Dokumentálás jelentősége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Fontos fogalmak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dokumentált minőség nyelve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Megfelelés igazolása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828800"/>
            <a:ext cx="73152" cy="324612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WPS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Hegesztési utasítás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WPQR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Eljárásminősítő jegyzőkönyv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828800"/>
            <a:ext cx="2514600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828800"/>
            <a:ext cx="73152" cy="324612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201168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NYOMONKÖVETÉS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542032"/>
            <a:ext cx="205740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 gyártási folyamat dokumentálhatósága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Miért fontos?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A biztonság nem egyetlen ellenőrzés eredménye.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HEGESZTŐ TUDÁSA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 megfelelő szakmai tudás alapvető.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RENDSZER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Szabványok, ellenőrzések és dokumentált minőségbiztosítás együtt garantálják a biztonságot.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minőségbiztosítás elemei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Anyagazonosítás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Hegesztő minősítése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600200"/>
            <a:ext cx="73152" cy="150876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830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134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Jóváhagyott WPS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Gyártásközi ellenőrzés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Roncsolásmentes vizsgálat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611880"/>
            <a:ext cx="32461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611880"/>
            <a:ext cx="73152" cy="150876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2511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Dokumentáció és jegyzőkönyvek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Ipari példa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Nyomástartó tartály - teljes nyomonkövethetőség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HEGESZTŐ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azonosító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ANYAG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felhasznált anyagok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vizsgálati eredmények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A DOKUMENTÁCIÓ VISSZAVEZET A HIBA OKÁHOZ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7472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A jól vezetett dokumentáció nem adminisztratív teher.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Minta hegesztési dokumentáció vizsgálata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WPS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HEGESZTŐ AZONOSÍTÓ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ELLENŐRZÉSI JEGYZŐKÖNYV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657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SZEREPÜK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Biztonságkritikus szerkezet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1014984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ÉRVÉNYES MINŐSÍTÉS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38328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D3E4F1"/>
                </a:solidFill>
                <a:latin typeface="Aptos"/>
              </a:defRPr>
            </a:pPr>
            <a:r>
              <a:t>Csak érvényes minősítéssel rendelkező személy végezzen ilyen hegesztést.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WPS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Mit jelent a WPQR?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Miért fontos a nyomonkövethetőség?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Mikor szükséges hegesztői minősítés?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Milyen előnye van az egységes szabványoknak?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Kapcsolódó Moodle kérdésbank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GEP-028 • 28.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73152" cy="306324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Q01-Q10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7752"/>
            <a:ext cx="16459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Feleletválasztós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9192" y="1874519"/>
            <a:ext cx="73152" cy="306324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05740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Q11-Q15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587752"/>
            <a:ext cx="16459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Igaz/Hamis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8344" y="1874519"/>
            <a:ext cx="73152" cy="306324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05740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Q16-Q20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587752"/>
            <a:ext cx="16459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Párosítás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7496" y="1874519"/>
            <a:ext cx="73152" cy="306324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205740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Q21-Q25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587752"/>
            <a:ext cx="16459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Dokumentumfelismerés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874519"/>
            <a:ext cx="21031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56648" y="1874519"/>
            <a:ext cx="73152" cy="306324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8" y="2057400"/>
            <a:ext cx="16459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Q26-Q30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587752"/>
            <a:ext cx="16459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63746"/>
                </a:solidFill>
                <a:latin typeface="Aptos"/>
              </a:defRPr>
            </a:pPr>
            <a:r>
              <a:t>Kifejtős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