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5.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8686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Műszaki rajzi
alapismeretek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3E1EF"/>
                </a:solidFill>
                <a:latin typeface="Aptos"/>
              </a:rPr>
              <a:t>vonalfajták • vetületek • méretmegadás • géprajz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RAJZLAP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0574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VONALAK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NÉZETEK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MÉRETEK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Miért fontos a műszaki rajz?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0292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5440680" cy="3657600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3654"/>
                </a:solidFill>
                <a:latin typeface="Aptos"/>
              </a:rPr>
              <a:t>BEVEZETÉS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A műszaki rajz a műszaki szakemberek közös nyelve.
Egy jól elkészített rajz alapján az alkatrész legyártható, összeszerelhető és ellenőrizhető.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38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B8"/>
                </a:solidFill>
                <a:latin typeface="Aptos"/>
              </a:rPr>
              <a:t>GONDOLKODJ EL!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83654"/>
                </a:solidFill>
                <a:latin typeface="Aptos"/>
              </a:rPr>
              <a:t>Mi történik, ha egy furat helyét vagy méretét félreolvassuk a rajzon?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műszaki rajz alapjai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56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3654"/>
                </a:solidFill>
                <a:latin typeface="Aptos"/>
              </a:rPr>
              <a:t>Rajzlapméretek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9514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A4-A0 szabványos lapok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6002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399" y="1856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3654"/>
                </a:solidFill>
                <a:latin typeface="Aptos"/>
              </a:rPr>
              <a:t>Vonalfajták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399" y="229514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vastag, vékony, szaggatott, középvonal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3654"/>
                </a:solidFill>
                <a:latin typeface="Aptos"/>
              </a:rPr>
              <a:t>Nézetek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2394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elölnézet, felülnézet, oldalnézet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42900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399" y="36850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83654"/>
                </a:solidFill>
                <a:latin typeface="Aptos"/>
              </a:rPr>
              <a:t>Méretmegadás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399" y="412394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méretvonalak, méretszámok,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B7AB8"/>
                </a:solidFill>
                <a:latin typeface="Aptos"/>
              </a:rPr>
              <a:t>A rajz nem díszítés: gyártási és szerelési információ.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Vonalfajták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3291840" cy="68580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099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3654"/>
                </a:solidFill>
                <a:latin typeface="Aptos"/>
              </a:rPr>
              <a:t>Folytonos vastag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828800"/>
            <a:ext cx="1920240" cy="36576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673351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látható él, kontúr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60320"/>
            <a:ext cx="3291840" cy="68580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614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3654"/>
                </a:solidFill>
                <a:latin typeface="Aptos"/>
              </a:rPr>
              <a:t>Folytonos vékony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880360"/>
            <a:ext cx="1920240" cy="2286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27249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méretvonal, segédvonal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11879"/>
            <a:ext cx="3291840" cy="68580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130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3654"/>
                </a:solidFill>
                <a:latin typeface="Aptos"/>
              </a:rPr>
              <a:t>Szaggatott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931920"/>
            <a:ext cx="1920240" cy="365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3931920"/>
            <a:ext cx="219456" cy="36576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47488" y="3931920"/>
            <a:ext cx="219456" cy="36576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31536" y="3931920"/>
            <a:ext cx="219456" cy="36576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15583" y="3931920"/>
            <a:ext cx="219456" cy="36576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1" y="3931920"/>
            <a:ext cx="219456" cy="36576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37764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nem látható él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663440"/>
            <a:ext cx="3291840" cy="68580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864607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83654"/>
                </a:solidFill>
                <a:latin typeface="Aptos"/>
              </a:rPr>
              <a:t>Középvonal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4983479"/>
            <a:ext cx="1920240" cy="365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4983479"/>
            <a:ext cx="457200" cy="36576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0" y="4983479"/>
            <a:ext cx="109728" cy="36576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94959" y="4983479"/>
            <a:ext cx="457200" cy="36576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4983479"/>
            <a:ext cx="109728" cy="36576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79" y="4983479"/>
            <a:ext cx="457200" cy="36576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4828031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D37"/>
                </a:solidFill>
                <a:latin typeface="Aptos"/>
              </a:rPr>
              <a:t>furat, tengely, szimmetria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Nézetek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8803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20240" y="2514600"/>
            <a:ext cx="868680" cy="685800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83654"/>
                </a:solidFill>
                <a:latin typeface="Aptos"/>
              </a:rPr>
              <a:t>ELÖLNÉZET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7731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amit szemből látunk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28803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23560" y="2514600"/>
            <a:ext cx="868680" cy="685800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43434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83654"/>
                </a:solidFill>
                <a:latin typeface="Aptos"/>
              </a:rPr>
              <a:t>FELÜLNÉZET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7731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amit felülről látunk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28803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0" y="2514600"/>
            <a:ext cx="868680" cy="685800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43434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83654"/>
                </a:solidFill>
                <a:latin typeface="Aptos"/>
              </a:rPr>
              <a:t>OLDALNÉZET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7731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Aptos"/>
              </a:rPr>
              <a:t>amit oldalról látunk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235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B7AB8"/>
                </a:solidFill>
                <a:latin typeface="Aptos"/>
              </a:rPr>
              <a:t>A nézetek együtt adják meg az alkatrész valódi alakját.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Méretmegadás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32720" cy="356616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654"/>
                </a:solidFill>
                <a:latin typeface="Aptos"/>
              </a:rPr>
              <a:t>A méretmegadás szabályai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51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A méretek egysége általában milliméter.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186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A méretvonal ne keveredjen a kontúrvonallal.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785615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A méret mindig egyértelmű legyen.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3525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A gyártás és ellenőrzés a rajzi méretekből indul ki.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019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3654"/>
                </a:solidFill>
                <a:latin typeface="Aptos"/>
              </a:rPr>
              <a:t>Motoralapok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4086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furatkiosztás, talpméret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6459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399" y="19019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3654"/>
                </a:solidFill>
                <a:latin typeface="Aptos"/>
              </a:rPr>
              <a:t>Kapcsolószekrény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399" y="234086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kivágások, rögzítési pontok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7307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3654"/>
                </a:solidFill>
                <a:latin typeface="Aptos"/>
              </a:rPr>
              <a:t>Konzolok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69663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méret, anyag, teherbírás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474720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399" y="37307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83654"/>
                </a:solidFill>
                <a:latin typeface="Aptos"/>
              </a:rPr>
              <a:t>Kábeltartó szerkezetek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399" y="4169663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útvonal és rögzítés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B7AB8"/>
                </a:solidFill>
                <a:latin typeface="Aptos"/>
              </a:rPr>
              <a:t>A villamos szakember rendszeresen találkozik gépészeti rajzokkal szerelés és karbantartás közben.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Valós ipari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43400"/>
          </a:xfrm>
          <a:prstGeom prst="round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Motorcsere - furatkiosztás ellenőrzése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9601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Egy motorcserénél a szerelő nem ellenőrizte a rajzon szereplő furatkiosztást.
Az új motor talpa nem illett az alaplemezhez, ezért az üzembe helyezés több órát késett.
A műszaki rajz helyes értelmezése megelőzte volna a hibát.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257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3E1EF"/>
                </a:solidFill>
                <a:latin typeface="Aptos"/>
              </a:rPr>
              <a:t>Tanulság: a rajz olvasása időt és hibát takarít meg.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Gyakorlati 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4340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3654"/>
                </a:solidFill>
                <a:latin typeface="Aptos"/>
              </a:rPr>
              <a:t>Egyszerű tartókonzol rajzának értelmezése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517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1. Azonosítsd az elölnézetet, felülnézetet és oldalnézetet.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10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2. Keresd meg a fő vonalfajtákat.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68496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3. Olvasd le a legfontosabb méreteket.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626864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4. Írd le, milyen gyártási vagy szerelési információt ad a rajz.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Történelmi áttekintés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4892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0760" y="1645920"/>
            <a:ext cx="5212080" cy="3931920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B8"/>
                </a:solidFill>
                <a:latin typeface="Aptos"/>
              </a:rPr>
              <a:t>KÉZI RAJZ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3977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83654"/>
                </a:solidFill>
                <a:latin typeface="Aptos"/>
              </a:rPr>
              <a:t>A műszaki rajz hosszú ideig rajzasztalon, ceruzával és tuskihúzóval készült.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7AB8"/>
                </a:solidFill>
                <a:latin typeface="Aptos"/>
              </a:rPr>
              <a:t>CAD RENDSZEREK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1460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83654"/>
                </a:solidFill>
                <a:latin typeface="Aptos"/>
              </a:rPr>
              <a:t>Ma a 2D rajzok mellett a 3D modellek is a gyártás alapját jelentik.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10241280" cy="3383280"/>
          </a:xfrm>
          <a:prstGeom prst="round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148840"/>
            <a:ext cx="9509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A műszaki rajz pontos értelmezése
nélkülözhetetlen a szereléshez,
karbantartáshoz és biztonságos üzemeltetéshez.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4348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3E1EF"/>
                </a:solidFill>
                <a:latin typeface="Aptos"/>
              </a:rPr>
              <a:t>A jó rajz megmutatja, mit kell elkészíteni és hogyan illeszkedik a rendszerbe.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Amit ezen a héten összekapcsoltál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5.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3654"/>
                </a:solidFill>
                <a:latin typeface="Aptos"/>
              </a:rPr>
              <a:t>✓  A műszaki rajz a szakemberek közös nyelve.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Ismered az alapvető vonalfajták szerepét.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52344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Megkülönbözteted a fő nézeteket.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74136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Tudod, hogy a méretek alapegysége milliméter.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9592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Felismered a rajz szerepét motoralapoknál és szereléseknél.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✓  Következő hét: tűrések és illesztések.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