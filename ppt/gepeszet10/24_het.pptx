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10. évfolyam • 24.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RUGÓK 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"/>
              </a:defRPr>
            </a:pPr>
            <a:r>
              <a:t>REZGÉSCSILLAPÍTÁS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2E4F1"/>
                </a:solidFill>
                <a:latin typeface="Aptos"/>
              </a:defRPr>
            </a:pPr>
            <a:r>
              <a:t>Rugalmas alakváltozás • Hooke-törvény • rezonancia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233172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NYOMÓ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09160"/>
            <a:ext cx="233172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HÚZÓ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331720" cy="713232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TORZIÓS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4709160"/>
            <a:ext cx="2331720" cy="713232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LAPRUGÓ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 a rugó feladata?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19456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ENERGIA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tárolása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50208" y="219456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0208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ERŐ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kifejtése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03136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VISSZAÁLLÍTÁS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alaphelyzetbe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56064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6064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35204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REZGÉS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41148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csökkentése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Fő rugótípusok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73152" cy="15087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NYOMÓRUGÓ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73152" cy="15087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HÚZÓRUGÓ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0" y="1600200"/>
            <a:ext cx="73152" cy="15087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TORZIÓS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73152" cy="15087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1480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TÁNYÉRRUGÓ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9120" y="3611880"/>
            <a:ext cx="73152" cy="15087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11480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LAPRUGÓ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83880" y="3611880"/>
            <a:ext cx="73152" cy="15087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411480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GUMIRUGÓ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Hooke-törvény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rugalmas alakváltozás alapösszefüggése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645920"/>
            <a:ext cx="9966960" cy="33832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"/>
              </a:defRPr>
            </a:pPr>
            <a:r>
              <a:t>F = k ·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383280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CDE1F0"/>
                </a:solidFill>
                <a:latin typeface="Aptos"/>
              </a:defRPr>
            </a:pPr>
            <a:r>
              <a:t>F = erő     •     k = rugóállandó     •     s = megnyúlás / összenyomódás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ADATOK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297180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 = 200 N</a:t>
            </a:r>
            <a:br/>
            <a:r>
              <a:t>s = 20 mm = 0,02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KÉPLET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67712"/>
            <a:ext cx="297180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k = F /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73152" cy="393192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267712"/>
            <a:ext cx="2971800" cy="3182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k = 200 / 0,02</a:t>
            </a:r>
            <a:br/>
            <a:r>
              <a:t>= 10 000 N/m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Rezgések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5661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SZABAD REZGÉS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9152"/>
            <a:ext cx="3154679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tananyag egyik alapvető rezgéstípusa.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737360"/>
            <a:ext cx="35661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1596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90195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KÉNYSZERREZGÉS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59152"/>
            <a:ext cx="3154679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Külső hatáshoz kapcsolódó rezgés.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737360"/>
            <a:ext cx="35661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9016" y="1737360"/>
            <a:ext cx="73152" cy="365760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90195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REZONANCIA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359152"/>
            <a:ext cx="3154679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Kiemelten fontos jelenség a gépészetben.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Rezgéscsillapítás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19456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SÚRLÓDÁSOS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50208" y="219456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0208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56616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HIDRAULIKUS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56616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PNEUMATIKUS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1828800"/>
            <a:ext cx="251460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56064" y="219456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4" y="2468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356616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ELASZTOMER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Mérnöki szemmel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Rugó + lengéscsillapító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73152" cy="36576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RUGÓ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rugó önmagában nem elegendő a rezgések megszüntetésére.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373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737360"/>
            <a:ext cx="73152" cy="36576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9019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LENGÉSCSILLAPÍTÓ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359152"/>
            <a:ext cx="489204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kettő együtt biztosítja a jármű stabilitását és a kényelmes futást.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Hol alkalmazzuk?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66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JÁRMŰ FUTÓMŰ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9192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9544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9544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3566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IPARI GÉP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68696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8696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3566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SZELEP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7496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27848" y="2148840"/>
            <a:ext cx="1042415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5" y="3566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ROBOT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56648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87000" y="2148840"/>
            <a:ext cx="1042415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35661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CNC GÉP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Labor- és műhelygyakorlat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33172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RUGÓTÍPUS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50208" y="2331720"/>
            <a:ext cx="13258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0208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TERHELÉS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233172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ALAKVÁLTOZÁS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56064" y="2331720"/>
            <a:ext cx="13258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4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365760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MEREVSÉG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Mérnöki érdekesség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Forma-1 futómű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737360"/>
            <a:ext cx="9784080" cy="35661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3172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EZREDMÁSODPERCEK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429000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DE1F0"/>
                </a:solidFill>
                <a:latin typeface="Aptos"/>
              </a:defRPr>
            </a:pPr>
            <a:r>
              <a:t>alatt reagálnak a rugók és lengéscsillapítók az útfelület változásaira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24.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a 24. hétről tudnod kell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5331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rugók energiát tárolnak, erőt fejtenek ki, visszaállítanak és csökkenthetik a rezgést.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Fő típusok: nyomó-, húzó-, torziós, tányér-, lap- és gumirugó.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9923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Hooke-törvény: F = k · 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2219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Fontos rezgésfogalmak: szabad rezgés, kényszerrezgés és rezonancia.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177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59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 csillapítás lehet súrlódásos, hidraulikus, pneumatikus vagy elasztomer.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62356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3328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Csavarkötések, szegecselések és oldható kötések.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