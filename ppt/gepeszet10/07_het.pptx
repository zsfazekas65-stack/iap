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7.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CAD kezelőfelület és
az első 2D rajz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3E1EF"/>
                </a:solidFill>
                <a:latin typeface="Aptos"/>
              </a:rPr>
              <a:t>koordináták • rajzolóparancsok • szerelőlemez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CIRCLE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617720"/>
            <a:ext cx="2057400" cy="713232"/>
          </a:xfrm>
          <a:prstGeom prst="round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RECTANGLE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TRIM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CAD munkakörnyezet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CAD használata ugyanúgy készség, mint egy mérőműszer használata. Az első lépés a munkakörnyezet magabiztos kezelése.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felhasználói felület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• menüsor és gyorselérési eszköztár
• rajzterület és koordinátarendszer
• parancssor vagy keresőmező
• rétegek kezelése
• tulajdonságok panel
• mentés és verziókezelés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Alapvető rajzolóparancsok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Line - vonal
Polyline - polivonal
Circle - kör
Rectangle - téglalap
Offset - eltolás
Trim - levágás
Extend - meghosszabbítás
Move / Copy - mozgatás / másolás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Kapcsolódás a villamos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egyszerű szerelőlemez DIN-sínnel, négy rögzítőfurattal és kábelbevezetési nyílással jól megmutatja, hogyan készül villamos szerelési alkatrész CAD környezetben.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200 × 150 mm-es alaplemez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1. Készíts 200 × 150 mm-es téglalapot.
2. Helyezz el négy Ø8 mm-es furatot a sarkok közelében.
3. Méretezd a rajzot.
4. Ellenőrizd a koordinátákat.
5. Mentsd el a megadott néven.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Valós ipari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kapcsolószekrény szerelőlapján a furatok 5 mm-rel elcsúsztak a hibás koordináták miatt. Az alkatrészt újra kellett gyártani.
A pontos méretezés és ellenőrzés megelőzi az ilyen hibákat.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CAD fejlődése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korai CAD rendszerek egyszerű 2D rajzokat kezeltek. A mai programok parametrikus modellezést, összeállításokat, szimulációkat és felhőalapú együttműködést is támogatnak.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kulcsfelismerése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A pontos rajz nem a számítógép érdeme, hanem a tervező gondosságának eredménye.
A CAD kezelőfelület és az alapvető rajzolóparancsok biztos használata alapvető műszaki készség.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Amit ezen a héten összekapcsoltál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✓ CAD kezelőfelület
✓ koordinátarendszer
✓ alapvető rajzolóparancsok
✓ pontos méretezés
✓ első szerelőlemez-rajz
Következő hét: méretezés, rétegek és rajzsablonok.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