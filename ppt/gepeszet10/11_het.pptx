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3E1EF"/>
                </a:solidFill>
                <a:latin typeface="Aptos"/>
              </a:rPr>
              <a:t>11.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CAD – Összeállítások
(Assembly) alapjai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3E1EF"/>
                </a:solidFill>
                <a:latin typeface="Aptos"/>
              </a:rPr>
              <a:t>Part • Mate • kötőelemek • ütközésvizsgálat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PART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617720"/>
            <a:ext cx="2057400" cy="713232"/>
          </a:xfrm>
          <a:prstGeom prst="round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FIXED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Mi az Assembly?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11.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Az ipari termékek többsége több alkatrészből áll. Az Assembly környezetben az elemek virtuálisan összeépíthetők és működésük még gyártás előtt ellenőrizhető.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Part és Assembly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11.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Part = önálló alkatrész
Assembly = több alkatrészből felépített szerkezet
Az összeállításban az alkatrészek helyzetét és mozgását kapcsolatok határozzák meg.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Fixed és Floating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11.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Fixed: rögzített alkatrész, az összeállítás referenciaeleme.
Floating: mozgó alkatrész, amelynek helyzetét a kapcsolatok (Mate) határozzák meg.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legfontosabb Mate kapcsolatok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11.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• egybeeső
• koncentrikus
• párhuzamos
• merőleges
• távolság
A megfelelő kapcsolatokkal pontosan meghatározható az alkatrészek helyzete.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Szabványos kötőelemek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11.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Csavarok • anyák • alátétek
A CAD könyvtárak szabványos kötőelemei gyorsítják az összeállítást és segítik a valós szerelhetőség ellenőrzését.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Kapcsolódás a villamos szakmához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11.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DIN-sínre szerelhető érzékelőtartó összeállítása csavarokkal és anyákkal.
Ellenőrizni kell az illeszkedést és azt is, marad-e elegendő hely a kábelek számára.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Gyakorlati feladat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11.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Importáld a 10. héten elkészített motorfelfogató konzolt.
Helyezz el csavarokat, alátéteket és anyákat, hozd létre a megfelelő Mate kapcsolatokat, majd futtass ütközésvizsgálatot.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Interference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11.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Az ütközésvizsgálat megmutatja, ha két alkatrész fizikailag egymásba ér vagy valamely elem akadályozza a szerelést.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Valós ipari példa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11.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Egy CAD összeállításban még gyártás előtt kiderült, hogy egy csavarfej akadályozza az érzékelő felszerelését.
A virtuális ellenőrzés megakadályozta a hibás alkatrészek legyártását.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kulcsfelismerése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11.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3654"/>
                </a:solidFill>
                <a:latin typeface="Aptos"/>
              </a:rPr>
              <a:t>A jól megtervezett összeállítás nemcsak működik, hanem könnyen szerelhető és karbantartható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Következő hét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11.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12. hét: összeállítási rajzok, robbantott ábrák és darabjegyzék (BOM) készítése CAD rendszerben.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