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10. évfolyam • 23.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SZÍJ • LÁNC • DÖRZS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MECHANIKUS HAJTÁSOK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2E4F1"/>
                </a:solidFill>
                <a:latin typeface="Aptos"/>
              </a:defRPr>
            </a:pPr>
            <a:r>
              <a:t>Mozgás és teljesítmény továbbítása egyik tengelyről a másikra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LAPOSSZÍJ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ÉKSZÍJ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FOGASSZÍJ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LÁNC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hajtások feladata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FORGÓ MOZGÁS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mechanikus hajtás továbbítja a forgó mozgást egyik tengelyről a másikra.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hajtás feladata a teljesítmény továbbítása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Szíjhajtások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LAPOSSZÍJ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nagy tengelytávolság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50208" y="219456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ÉKSZÍJ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nagyobb teljesítmény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03136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BORDÁSSZÍJ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kis hely • csendes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56064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6064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FOGASSZÍJ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csúszásmentes • pontos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Lánchajtás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Nagy nyomatékhoz és pozitív kapcsolathoz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POZITÍV KAPCSOLAT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biztos kapcsolat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50208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NINCS SZLIP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nincs megcsúszás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03136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3136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NAGY NYOMATÉK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alkalmas nagy terhelésre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4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56064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6064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KARBANTARTÁS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kenés + feszítés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Dörzshajtás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SÚRLÓDÁS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hajtás súrlódással valósul meg.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530352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73152" cy="39319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TÚLTERHELÉS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67712"/>
            <a:ext cx="489204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Egyszerű felépítésű, de túlterhelés esetén megcsúszhat.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Hogyan választunk hajtást?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9544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9544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566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68696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566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KÖRNYEZET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7848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3566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KARBANTARTÁS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87000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3566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GAZDASÁGOSSÁG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Mérnöki szemmel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Hol találkozunk velük?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AUTÓ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3154679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Segédberendezések: gyakran bordásszíj.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73736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596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0195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KERÉKPÁR / 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59152"/>
            <a:ext cx="3154679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hajtás többnyire lánccal történik.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73736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9016" y="1737360"/>
            <a:ext cx="73152" cy="36576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90195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CNC GÉP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359152"/>
            <a:ext cx="3154679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Gyakori a fogasszíjas pozicionálás.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Labor- és műhelygyakorlat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TÍPUS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KOPÁS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FESZESSÉG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KARBANTARTÁS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Gondolkodtató feladat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10149840" cy="35661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23160"/>
            <a:ext cx="9326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Mikor választanál lánchajtást fogasszíj helyett egy nagy nyomatékú ipari berendezéshez?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977639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DE1F0"/>
                </a:solidFill>
                <a:latin typeface="Aptos"/>
              </a:defRPr>
            </a:pPr>
            <a:r>
              <a:t>Indokold a választást a terhelés, a szlip és a karbantartás szempontjából.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Mérnöki érdekesség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Elektromos járművek és automatizálás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KEVESEBB HAJTÁSELEM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modern elektromos járművekben kevesebb mechanikus hajtáselem található.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MÉG MINDIG FONTOS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Segédberendezésekben és ipari automatizálásban a szíj- és lánchajtások ma is széles körben használatosak.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a 23. hétről tudnod kell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533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hajtások forgó mozgást és teljesítményt továbbítanak.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szíjhajtások fő típusai: lapos-, ék-, bordás- és fogasszíj.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9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lánchajtásnál nincs szlip, nagy nyomatékra alkalmas, de kenést és feszítést igényel.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221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dörzshajtás súrlódással működik és túlterhelésnél megcsúszhat.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5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választásnál teljesítményt, fordulatszámot, környezetet, karbantartást és gazdaságosságot vizsgálunk.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2356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Rugók, rugalmas gépelemek és rezgéscsillapítás.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