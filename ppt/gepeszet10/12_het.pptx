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IAP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3E1EF"/>
                </a:solidFill>
                <a:latin typeface="Aptos"/>
              </a:rPr>
              <a:t>12.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CAD – Összeállítási rajzok,
robbantott ábrák és BOM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3E1EF"/>
                </a:solidFill>
                <a:latin typeface="Aptos"/>
              </a:rPr>
              <a:t>Balloon • Exploded View • BOM • dokumentáció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NÉZET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BALLOON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617720"/>
            <a:ext cx="2057400" cy="713232"/>
          </a:xfrm>
          <a:prstGeom prst="roundRect">
            <a:avLst/>
          </a:prstGeom>
          <a:solidFill>
            <a:srgbClr val="D3E1E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3654"/>
                </a:solidFill>
                <a:latin typeface="Aptos"/>
              </a:rPr>
              <a:t>EXPLODE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4617720"/>
            <a:ext cx="2057400" cy="713232"/>
          </a:xfrm>
          <a:prstGeom prst="round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83717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Miért kell összeállítási rajz?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gyártás és karbantartás során nem elegendő az alkatrészek 3D modellje. Olyan dokumentáció kell, amely megmutatja az alkatrészek sorrendjét, azonosítását és mennyiségét.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Az összeállítási rajz elemei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• szabványos nézetek
• pozíciószámok (Balloon)
• metszetek és részletrajzok
• méretezés csak indokolt esetben
• kitöltött feliratmező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Pozíciószámok – Balloon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pozíciószámok az összeállítás alkatrészeit azonosítják.
A Balloon száma a darabjegyzék megfelelő sorára mutat, így gyorsan beazonosítható minden elem.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Robbantott ábra – Exploded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robbantott ábra megmutatja az alkatrészek egymáshoz viszonyított helyzetét és a szerelési sorrendet.
Különösen hasznos szerelési és karbantartási dokumentációban.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Darabjegyzék – BOM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A BOM tartalmazhatja:
• alkatrész nevét és azonosítóját
• darabszámot
• anyagot
• megjegyzéseket
• automatikus frissítést modellváltozáskor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Kapcsolódás a villamos szakmához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DIN-sínre szerelhető érzékelőtartó vagy motorfelfogató konzol összeállítási rajza.
Helyezd el a pozíciószámokat, majd készíts automatikus darabjegyzéket.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Gyakorlati 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D37"/>
                </a:solidFill>
                <a:latin typeface="Aptos"/>
              </a:rPr>
              <a:t>A korábban elkészített összeállításból:
1. készíts robbantott ábrát,
2. helyezz el Balloon jelöléseket,
3. illessz be BOM-ot,
4. exportáld PDF-be,
5. ellenőrizd az alkatrészlistát.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Valós 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Egy karbantartó csapat a robbantott ábra és a BOM segítségével percek alatt azonosította a cserélendő alkatrészt.
A gép állásideje jelentősen csökkent.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Intelligens dokumentáció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A papíralapú alkatrészlistákat intelligens CAD-rendszerek váltották fel, amelyek modellmódosítás után automatikusan frissíthetik a dokumentációt.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A hét kulcsfelismerése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83654"/>
                </a:solidFill>
                <a:latin typeface="Aptos"/>
              </a:rPr>
              <a:t>A jó dokumentáció nemcsak megmutatja, hogyan épül fel egy szerkezet, hanem megkönnyíti annak teljes életciklusát.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3654"/>
          </a:solidFill>
          <a:ln>
            <a:solidFill>
              <a:srgbClr val="18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83654"/>
                </a:solidFill>
                <a:latin typeface="Aptos"/>
              </a:rPr>
              <a:t>Következő hét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51560" cy="45720"/>
          </a:xfrm>
          <a:prstGeom prst="rect">
            <a:avLst/>
          </a:prstGeom>
          <a:solidFill>
            <a:srgbClr val="2B7AB8"/>
          </a:solidFill>
          <a:ln>
            <a:solidFill>
              <a:srgbClr val="2B7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E7D"/>
                </a:solidFill>
                <a:latin typeface="Aptos"/>
              </a:rPr>
              <a:t>IAP • 11. évfolyam • Gépészeti alapismeretek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760" y="6492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83654"/>
                </a:solidFill>
                <a:latin typeface="Aptos"/>
              </a:rPr>
              <a:t>12.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4389120"/>
          </a:xfrm>
          <a:prstGeom prst="roundRect">
            <a:avLst/>
          </a:prstGeom>
          <a:solidFill>
            <a:srgbClr val="E7EFF7"/>
          </a:solidFill>
          <a:ln>
            <a:solidFill>
              <a:srgbClr val="E7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32D37"/>
                </a:solidFill>
                <a:latin typeface="Aptos"/>
              </a:rPr>
              <a:t>13. hét: CAD mini projekt – egy egyszerű villamos szerelvény teljes 3D modellje, összeállítása és dokumentációja.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