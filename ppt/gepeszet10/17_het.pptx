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914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10. évfolyam • 17.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574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CNC GÉPEK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889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FELÉPÍTÉSE ÉS MŰKÖDÉSE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03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D2E4F1"/>
                </a:solidFill>
                <a:latin typeface="Aptos"/>
              </a:defRPr>
            </a:pPr>
            <a:r>
              <a:t>Mechanika + villamos vezérlés + precíz gyártás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709160"/>
            <a:ext cx="178308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92861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4709160"/>
            <a:ext cx="178308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492861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4709160"/>
            <a:ext cx="178308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492861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4709160"/>
            <a:ext cx="178308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492861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20" y="4709160"/>
            <a:ext cx="178308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20" y="492861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HMI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Mit ad a CNC technológia?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3832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73152" cy="39319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PONTOSSÁG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297180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számítógépes vezérlés nagy pontosságú gyártást tesz lehetővé.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645920"/>
            <a:ext cx="33832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07408" y="1645920"/>
            <a:ext cx="73152" cy="3931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ISMÉTELHETŐSÉG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267712"/>
            <a:ext cx="297180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Az azonos program ismételhető gyártási folyamatot biztosít.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1645920"/>
            <a:ext cx="33832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74736" y="1645920"/>
            <a:ext cx="73152" cy="393192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HATÉKONYSÁG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267712"/>
            <a:ext cx="297180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CAM-program CNC gépen történő végrehajtása hatékony gyártást támogat.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CNC gép fő szerkezeti egységei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489204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73152" cy="74980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18488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304E"/>
                </a:solidFill>
                <a:latin typeface="Aptos"/>
              </a:defRPr>
            </a:pPr>
            <a:r>
              <a:t>Gépváz és vezetékek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489204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73152" cy="74980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18488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304E"/>
                </a:solidFill>
                <a:latin typeface="Aptos"/>
              </a:defRPr>
            </a:pPr>
            <a:r>
              <a:t>Orsó és főhajtás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96312"/>
            <a:ext cx="489204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496312"/>
            <a:ext cx="73152" cy="74980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697480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304E"/>
                </a:solidFill>
                <a:latin typeface="Aptos"/>
              </a:defRPr>
            </a:pPr>
            <a:r>
              <a:t>Szerszámtár + automatikus csere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96312"/>
            <a:ext cx="489204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2496312"/>
            <a:ext cx="73152" cy="74980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697480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304E"/>
                </a:solidFill>
                <a:latin typeface="Aptos"/>
              </a:defRPr>
            </a:pPr>
            <a:r>
              <a:t>X-Y-Z szervohajtások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75304"/>
            <a:ext cx="489204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575304"/>
            <a:ext cx="73152" cy="749808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776472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304E"/>
                </a:solidFill>
                <a:latin typeface="Aptos"/>
              </a:defRPr>
            </a:pPr>
            <a:r>
              <a:t>Mérőrendszerek + végállások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575304"/>
            <a:ext cx="489204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0" y="3575304"/>
            <a:ext cx="73152" cy="749808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776472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304E"/>
                </a:solidFill>
                <a:latin typeface="Aptos"/>
              </a:defRPr>
            </a:pPr>
            <a:r>
              <a:t>CNC vezérlő + kezelőpanel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4654296"/>
            <a:ext cx="489204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29000" y="4654296"/>
            <a:ext cx="73152" cy="749808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4855464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304E"/>
                </a:solidFill>
                <a:latin typeface="Aptos"/>
              </a:defRPr>
            </a:pPr>
            <a:r>
              <a:t>Hűtő- és forgácselszívó rendszer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X, Y, Z tengelyhajtások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Szervomotorok mozgatják a gép tengelyeit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29260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28800" y="2240280"/>
            <a:ext cx="1097280" cy="109728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54203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04E"/>
                </a:solidFill>
                <a:latin typeface="Aptos"/>
              </a:defRPr>
            </a:pPr>
            <a:r>
              <a:t>tengelyhajtás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828800"/>
            <a:ext cx="29260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0" y="2240280"/>
            <a:ext cx="1097280" cy="109728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254203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04E"/>
                </a:solidFill>
                <a:latin typeface="Aptos"/>
              </a:defRPr>
            </a:pPr>
            <a:r>
              <a:t>tengelyhajtás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828800"/>
            <a:ext cx="29260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26880" y="2240280"/>
            <a:ext cx="1097280" cy="109728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54203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04E"/>
                </a:solidFill>
                <a:latin typeface="Aptos"/>
              </a:defRPr>
            </a:pPr>
            <a:r>
              <a:t>tengelyhajtás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CNC géptípusok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" y="2148840"/>
            <a:ext cx="1042415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204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CNC marógép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9192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9544" y="2148840"/>
            <a:ext cx="1042415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9544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35204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CNC eszterga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8344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68696" y="2148840"/>
            <a:ext cx="1042415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68696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35204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Megmunkáló központ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97496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27848" y="2148840"/>
            <a:ext cx="1042415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7848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0375" y="35204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Lézer- és plazmavágó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56648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287000" y="2148840"/>
            <a:ext cx="1042415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7000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9528" y="35204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Vízsugaras megmunkáló gép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Kapcsolódás a villamos szakmához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" y="2148840"/>
            <a:ext cx="1042415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42316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29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HAJTÁSOK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77639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motorok és tengelyhajtások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9192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9544" y="2148840"/>
            <a:ext cx="1042415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9544" y="242316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2072" y="3429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ÉRZÉKELŐK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3977639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helyzet és állapot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38344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568696" y="2148840"/>
            <a:ext cx="1042415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68696" y="242316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3429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977639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gépvezérlés és diagnosztika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97496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27848" y="2148840"/>
            <a:ext cx="1042415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7848" y="242316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0375" y="3429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0375" y="3977639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hajtásszabályozás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56648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287000" y="2148840"/>
            <a:ext cx="1042415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87000" y="242316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9528" y="3429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HMI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9528" y="3977639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kezelés és visszajelzés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Gyakorlati feladat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Készíts egyszerű CNC blokkvázlatot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38328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73152" cy="36576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0195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1. MECHANIKA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59152"/>
            <a:ext cx="297180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Jelöld a gépvázat, orsót, szerszámtárat és tengelyeket.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37360"/>
            <a:ext cx="338328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07408" y="1737360"/>
            <a:ext cx="73152" cy="36576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90195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2. VILLAMOS RENDSZER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359152"/>
            <a:ext cx="297180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Jelöld a hajtásokat, érzékelőket, vezérlőt és kezelőpanelt.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737360"/>
            <a:ext cx="338328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74736" y="1737360"/>
            <a:ext cx="73152" cy="365760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190195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3. KAPCSOLATOK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359152"/>
            <a:ext cx="297180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Nyilakkal mutasd meg a mechanikai és villamos rendszerek együttműködését.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Valós ipari hibapélda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Szerszámcserélő érzékelő hibája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148840"/>
            <a:ext cx="2057400" cy="18288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743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GÉP LEÁLL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78892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87752" y="2148840"/>
            <a:ext cx="2057400" cy="182880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2743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ÉRZÉKELŐHIBA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78892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46904" y="2148840"/>
            <a:ext cx="2057400" cy="18288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56632" y="2743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PLC DIAGNOSZTIKA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4304" y="278892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6056" y="2148840"/>
            <a:ext cx="2057400" cy="182880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15783" y="2743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HIBA AZONOSÍTÁSA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278892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65208" y="2148840"/>
            <a:ext cx="2057400" cy="182880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74936" y="2743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TERMELÉS FOLYTATÓDIK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Történelmi áttekintés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73152" cy="36576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019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1950-ES ÉVEK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9152"/>
            <a:ext cx="489204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Megjelentek az első numerikus vezérlésű, NC gépek.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73736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8" y="1737360"/>
            <a:ext cx="73152" cy="36576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9019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MODERN CNC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359152"/>
            <a:ext cx="489204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mikroprocesszorok fejlődésével a CNC rendszerek hálózatba kapcsolt digitális gyárak részeivé váltak.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a 17. hétről tudnod kell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35331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CAM-programot CNC gép hajtja végre.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7627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gép mechanikai és villamos rendszerek együttműködésére épül.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7180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9923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Az X-Y-Z tengelyeket szervomotorok és tengelyhajtások mozgatják.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9476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862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2219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CNC gépben érzékelők, PLC-k, hajtások, frekvenciaváltók és HMI rendszerek is megjelenhetnek.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1772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09159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64515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diagnosztika gyors hibafeltárást és rövidebb leállást segíthet.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62356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73328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Következő hét: szerszámpályák és megmunkálási stratégiák - CAM gyakorlati alkalmazása.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