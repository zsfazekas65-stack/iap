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15.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CAD projekt lezárása
és projektbemutató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3D modell • műhelyrajz • BOM • PDF • prezentáció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MODELL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RAJZ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BOM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617720"/>
            <a:ext cx="22860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PREZI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célja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CAD mini projekt lezárása: teljes műszaki dokumentáció elkészítése és a tervezési folyamat rövid szakmai bemutatása.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mérnöki munka vége?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modell elkészítése még nem a projekt vége. A terv akkor használható a gyártásban és üzemeltetésben, ha egyértelmű és teljes dokumentáció tartozik hozzá.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végleges dokumentáció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3D alkatrészmodell ellenőrzése
• Assembly véglegesítése
• műhelyrajzok elkészítése
• robbantott ábra
• BOM ellenőrzése
• PDF export
• fájlok rendszerezése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Projektbemutató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5-10 percben mutasd be:
• a tervezési feladatot
• a választott megoldásokat
• a nehézségeket és megoldásukat
• a 3D modellt
• a műhelyrajzokat
• a robbantott ábrát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Kapcsolószekrények, érzékelőtartók és szerelőlapok dokumentációja a kivitelezés, karbantartás és későbbi bővítés alapvető része.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Készítsd el a projekt végleges dokumentációját, majd mutasd be a csoport előtt. A csomag tartalmazza a 3D modellt, összeállítási rajzot, robbantott ábrát, BOM-ot és PDF-fájlokat.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Értékelési szempontok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modell pontossága
• műhelyrajzok szabványossága
• dokumentáció áttekinthetősége
• projektbemutató szakmai színvonala
• csapatmunka és határidők betartása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gépgyártó vállalatnál a megrendelő jóváhagyása előtt az új szerkezetet 3D modellen, műhelyrajzokon és darabjegyzékkel együtt mutatják be.
A részletes dokumentáció csökkenti a félreértéseket és a gyártási hibákat.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PDM és PLM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digitális termékadat-kezelés és a termék-életciklus menedzsment összekapcsolja a CAD-modelleket, a gyártási dokumentációt és a változáskezelést.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jól dokumentált terv a sikeres gyártás első lépése.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Következő hét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15.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16. hét: Bevezetés a CAM (Computer Aided Manufacturing) rendszerek világába és a CAD-CAM kapcsolat.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