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HEGESZTŐROBOTOK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706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ÉS AUTOMATIZÁLT HEGESZTÉS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4F1"/>
                </a:solidFill>
                <a:latin typeface="Aptos"/>
              </a:defRPr>
            </a:pPr>
            <a:r>
              <a:t>Robotcella • pontosság • termelékenység • Ipar 4.0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ROBOTKAR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ÁRAMFORRÁS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POZICIONÁLÓ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VEZÉRLÉS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fejezet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Robothegesztés alapelvei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Előnyök és korlátok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Ipar 4.0 szerepe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Miért fontos?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IPARI ALKALMAZÁS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Autóiparban, gépgyártásban és nehéziparban egyre több hegesztési feladatot robotok végeznek.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ISMÉTELHETŐ MINŐSÉG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robotok gyorsak, pontosak és ismételhető minőségben dolgoznak.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robothegesztő rendszer 6 fő része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IPARI ROBOTKAR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HEGESZTŐ ÁRAMFORRÁS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HEGESZTŐPISZTOLY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POZICIONÁLÓ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VÉDŐKERÍTÉS + BIZTONSÁG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VEZÉRLŐEGYSÉG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Előnyök és korlátok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2578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73152" cy="39319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830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ELŐNYÖK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48006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• Nagy ismétlési pontosság</a:t>
            </a:r>
            <a:br/>
            <a:r>
              <a:t>• Nagy termelékenység</a:t>
            </a:r>
            <a:br/>
            <a:r>
              <a:t>• Állandó minőség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00200"/>
            <a:ext cx="52578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00200"/>
            <a:ext cx="73152" cy="393192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830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KORLÁTOK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13432"/>
            <a:ext cx="48006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• Magas beruházási költség</a:t>
            </a:r>
            <a:br/>
            <a:r>
              <a:t>• Programozási igény</a:t>
            </a:r>
            <a:br/>
            <a:r>
              <a:t>• Kis darabszámnál kevésbé gazdaságos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Autógyári karosszériaüzem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TÖBB SZÁZ 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Összehangolt munkacellákban dolgoznak.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PONT + MIG/MAG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Ponthegesztést és MIG/MAG hegesztést végeznek.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AZONOS POZÍCIÓ MINDEN CIKLUSBAN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56432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A robot csak így tud következetesen kiváló varratot készíteni.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Robotcella elemzése képek vagy videók alapján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FŐ EGYSÉGEK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POZICIONÁLÁS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BIZTONSÁGI RENDSZER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9456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ROBOTCELLÁBA CSAK BIZTONSÁGOS LEVÁLASZTÁS UTÁN!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7472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Belépés előtt a rendszer legyen leállított és biztonságosan leválasztott.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GEP-033 • 33.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Milyen előnyei vannak a robothegesztésnek?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Mikor gazdaságos az automatizált hegesztés?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Melyek egy robothegesztő cella fő részei?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pontos pozicionálás?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Milyen biztonsági szabályokat kell betartani robotcellában?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