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14.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CAD projekt
PLC-szekrény finomítása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készülékelrendezés • kábelmenedzsment • karbantarthatóság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DIN-SÍN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2860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KÁBEL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HŰTÉS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617720"/>
            <a:ext cx="22860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4837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SZERVIZ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célja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Az előző héten elkészített PLC-szekrény tervének továbbfejlesztése: készülékelrendezés, kábelcsatornák és karbantarthatóság.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Egy jó kapcsolószekrény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Nemcsak villamos szempontból megfelelő, hanem áttekinthető, biztonságosan szerelhető és később könnyen bővíthető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Tervezési szempontok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DIN-sínek optimális elhelyezése
• kábelcsatornák méretezése és nyomvonala
• vezérlő- és teljesítménykábelek elkülönítése
• szellőzés és hőelvezetés
• szerviz- és szerelési helyek
• tartalék hely későbbi bővítéshez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Kábelmenedzsment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kábelcsatornák helye és mérete meghatározza, mennyire lesz rendezett és szerelhető a szekrény.
A vezérlő- és teljesítménykábelek elkülönítését már a tervezéskor figyelembe kell venni.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Hőelvezetés és hozzáférés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készülékek körül megfelelő szabad helyet kell biztosítani a hűtéshez, szereléshez és későbbi karbantartáshoz.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belső elrendezés közvetlenül befolyásolja a szerelési időt, a hibakeresést és az üzembiztonságot. CAD-ben mindez már gyártás előtt optimalizálható.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Gyakorlati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Egészítsd ki a szerelőlapot kábelcsatornákkal. Jelöld ki a PLC, tápegység, sorkapcsok és megszakítók helyét, majd ellenőrizd a hozzáférhetőséget.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gépsor felújításakor a CAD-modell alapján még gyártás előtt módosították a kábelcsatornák helyét, mert akadályozták volna egy frekvenciaváltó hűtését.
A módosítás jelentős költséget takarított meg.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Modern tervezőrendszerek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korszerű kapcsolószekrény-tervező rendszerek figyelembe vehetik a készülékek méretét, hőtermelését és kábelezési útvonalait, és a villamos kapcsolási rajzokhoz is kapcsolódhatnak.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jó tervezés ott kezdődik, ahol a jövőbeli karbantartó munkájára is gondolunk.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Következő hét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14.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15. hét: a projekt lezárása - teljes dokumentáció, műhelyrajz, darabjegyzék, PDF-export és projektbemutató.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