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18.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11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CAM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SZERSZÁMPÁLYÁK ÉS STRATÉGIÁK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Biztonság • pontosság • gazdaságosság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CONTOUR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4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DRILL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csinál a CAM rendszer?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CAD MODELL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kiindulópont a megtervezett alkatrész geometriája.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SZERSZÁMPÁLYA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CAM meghatározza a szerszám mozgását és a műveletek sorrendjét.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CNC GYÁRTÁS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cél: biztonságos, pontos és gazdaságos előállítás.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SÍKMARÁS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Facing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FACING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59152"/>
            <a:ext cx="6126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Sík felület megmunkálása.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KONTÚRMARÁS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Contour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CONTOUR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59152"/>
            <a:ext cx="6126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Külső vagy belső kontúr követése.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ZSEBMARÁS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Pocket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POCKET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59152"/>
            <a:ext cx="6126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Belső anyagrész eltávolítása.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FURATKÉSZÍTÉS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Drilling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DRILLING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59152"/>
            <a:ext cx="6126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Furatok készítése.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MENETFÚRÁS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Tapping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TAPPING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59152"/>
            <a:ext cx="6126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Belső menet készítése.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SIMÍTÁS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Finishing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FINISHING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59152"/>
            <a:ext cx="6126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végső felület és méret pontosítása.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Szerszámpálya-tervezési szempontok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SZERSZÁM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kiválasztás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és előtolás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FOGÁS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mélység + szélesség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SORREND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megmunkálási sorrend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SZIMULÁCIÓ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ütközésvizsgálat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Kapcsolódás a villamos szakmához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KAPCSOLÓSZEKRÉNY SZERELŐLAP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Furatok, kivágások és kontúrok megmunkálási sorrendjét a CAM rendszer állítja össze.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ÉRZÉKELŐTARTÓ KONZOL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3D modellből meghatározható a megfelelő művelet és szerszámpálya.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Gyakorlati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Egy egyszerű lemezalkatrész CAM-terve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48840"/>
            <a:ext cx="2057400" cy="18288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3D MODELL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2148840"/>
            <a:ext cx="2057400" cy="1828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MŰVELETEK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6904" y="2148840"/>
            <a:ext cx="2057400" cy="1828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SZERSZÁM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2148840"/>
            <a:ext cx="2057400" cy="1828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2148840"/>
            <a:ext cx="2057400" cy="18288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SZIMULÁCIÓ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Valós ipari 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&gt;20% rövidebb megmunkálási idő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OPTIMALIZÁLT PÁLYA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CAM szerszámpályát úgy módosították, hogy hatékonyabban járja be a megmunkálási területet.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KEVESEBB ÜRESJÁRAT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felesleges mozgások csökkentésével több mint 20%-kal rövidült a megmunkálási idő.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KORAI CAM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Egyszerű szerszámpályák létrehozására volt képes.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MAI CAM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Automatikus stratégiajavaslat, ütközésvizsgálat és digitális megmunkálási szimuláció.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18.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CAM a CAD modellből gyártható szerszámpályát készít.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Alapműveletek: Facing, Contour, Pocket, Drilling, Tapping, Finishing.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szerszám, fordulatszám, előtolás, fogás és sorrend együtt határozza meg a megmunkálást.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szimuláció és ütközésvizsgálat a biztonságos végrehajtást segíti.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optimalizált stratégia javíthatja a pontosságot, csökkentheti a ciklusidőt és növelheti a szerszám élettartamát.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G-kód és M-kód alapjai - hogyan kommunikál a CAM rendszer a CNC géppel?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