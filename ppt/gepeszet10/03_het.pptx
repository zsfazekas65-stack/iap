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14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10. évfolyam • 3.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VAS-SZÉN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ÖTVÖZETEK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03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2E4F1"/>
                </a:solidFill>
                <a:latin typeface="Aptos"/>
              </a:defRPr>
            </a:pPr>
            <a:r>
              <a:t>Acélok és öntöttvasak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4709160"/>
            <a:ext cx="205740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286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4709160"/>
            <a:ext cx="205740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49286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8344" y="4709160"/>
            <a:ext cx="205740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8344" y="49286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ACÉL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7496" y="4709160"/>
            <a:ext cx="205740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97496" y="49286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2,11%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56648" y="4709160"/>
            <a:ext cx="205740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6648" y="49286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ÖNTÖTTVAS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Miért fontos a széntartalom?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SZILÁRDSÁG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971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széntartalom hatással van az anyag mechanikai tulajdonságaira.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73152" cy="3931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TARTÓSSÁG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286000"/>
            <a:ext cx="2971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tengelyek, csavarok és házak anyagválasztását is befolyásolja.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73152" cy="393192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ALKALMAZHATÓSÁG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286000"/>
            <a:ext cx="2971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Más tulajdonság kell egy tengelyhez, és más egy jól önthető gépházhoz.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vas-szén ötvözetek határvonala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heti anyag kulcsszáma: 2,11%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ACÉL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489204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0,02-2,11% széntartalom.</a:t>
            </a:r>
            <a:br/>
            <a:br/>
            <a:r>
              <a:t>Jól alakítható és hegeszthető.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73152" cy="3931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ÖNTÖTTVAS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86000"/>
            <a:ext cx="489204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2,11% feletti széntartalom.</a:t>
            </a:r>
            <a:br/>
            <a:br/>
            <a:r>
              <a:t>Jól önthető és kiváló rezgéscsillapító.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Acél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Alakítható • hegeszthető • nagy terhelésre alkalmas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3657600" cy="34747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304E"/>
                </a:solidFill>
                <a:latin typeface="Aptos"/>
              </a:defRPr>
            </a:pPr>
            <a:r>
              <a:t>ACÉL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6FB5"/>
                </a:solidFill>
                <a:latin typeface="Aptos"/>
              </a:defRPr>
            </a:pPr>
            <a:r>
              <a:t>0,02-2,11% 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783080"/>
            <a:ext cx="6537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00600" y="1783080"/>
            <a:ext cx="73152" cy="34747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94767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VILLAMOS SZAKMAI PÉLDA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423160"/>
            <a:ext cx="612648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villanymotor tengelye rendszerint edzett acélból készül.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Öntöttvas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Jól önthető • rezgéscsillapító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3657600" cy="34747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4304E"/>
                </a:solidFill>
                <a:latin typeface="Aptos"/>
              </a:defRPr>
            </a:pPr>
            <a:r>
              <a:t>ÖNTÖTTVAS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6FB5"/>
                </a:solidFill>
                <a:latin typeface="Aptos"/>
              </a:defRPr>
            </a:pPr>
            <a:r>
              <a:t>&gt; 2,11% 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783080"/>
            <a:ext cx="6537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00600" y="1783080"/>
            <a:ext cx="73152" cy="34747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94767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VILLAMOS SZAKMAI PÉLDA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423160"/>
            <a:ext cx="612648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motorház gyakran öntöttvas vagy alumínium. Az öntöttvas jó rezgéscsillapítása különösen előnyös.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Acél vagy öntöttvas?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Tulajdonság alapján döntünk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600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6FB5"/>
                </a:solidFill>
                <a:latin typeface="Aptos"/>
              </a:defRPr>
            </a:pPr>
            <a:r>
              <a:t>ACÉL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600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47D59"/>
                </a:solidFill>
                <a:latin typeface="Aptos"/>
              </a:defRPr>
            </a:pPr>
            <a:r>
              <a:t>ÖNTÖTTVAS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57400"/>
            <a:ext cx="19202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1284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Széntartalom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2057400"/>
            <a:ext cx="29718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212848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304E"/>
                </a:solidFill>
                <a:latin typeface="Aptos"/>
              </a:defRPr>
            </a:pPr>
            <a:r>
              <a:t>0,02-2,11%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2057400"/>
            <a:ext cx="54406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212848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304E"/>
                </a:solidFill>
                <a:latin typeface="Aptos"/>
              </a:defRPr>
            </a:pPr>
            <a:r>
              <a:t>&gt; 2,11%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07208"/>
            <a:ext cx="19202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96265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Alakíthatóság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2807208"/>
            <a:ext cx="29718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2962656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304E"/>
                </a:solidFill>
                <a:latin typeface="Aptos"/>
              </a:defRPr>
            </a:pPr>
            <a:r>
              <a:t>jó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2807208"/>
            <a:ext cx="54406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2962656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304E"/>
                </a:solidFill>
                <a:latin typeface="Aptos"/>
              </a:defRPr>
            </a:pPr>
            <a:r>
              <a:t>nem ez a fő előnye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557015"/>
            <a:ext cx="19202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712463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Hegeszthetőség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80" y="3557015"/>
            <a:ext cx="29718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3712463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304E"/>
                </a:solidFill>
                <a:latin typeface="Aptos"/>
              </a:defRPr>
            </a:pPr>
            <a:r>
              <a:t>jó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3557015"/>
            <a:ext cx="54406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712463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304E"/>
                </a:solidFill>
                <a:latin typeface="Aptos"/>
              </a:defRPr>
            </a:pPr>
            <a:r>
              <a:t>korlátozottabb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306824"/>
            <a:ext cx="19202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46227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Önthetőség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4306824"/>
            <a:ext cx="29718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88920" y="4462272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304E"/>
                </a:solidFill>
                <a:latin typeface="Aptos"/>
              </a:defRPr>
            </a:pPr>
            <a:r>
              <a:t>nem fő jellemző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60" y="4306824"/>
            <a:ext cx="54406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4462272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304E"/>
                </a:solidFill>
                <a:latin typeface="Aptos"/>
              </a:defRPr>
            </a:pPr>
            <a:r>
              <a:t>jó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056631"/>
            <a:ext cx="19202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212079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Rezgéscsillapítás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5056631"/>
            <a:ext cx="29718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8920" y="5212079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304E"/>
                </a:solidFill>
                <a:latin typeface="Aptos"/>
              </a:defRPr>
            </a:pPr>
            <a:r>
              <a:t>nem fő jellemző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0760" y="5056631"/>
            <a:ext cx="54406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5212079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304E"/>
                </a:solidFill>
                <a:latin typeface="Aptos"/>
              </a:defRPr>
            </a:pPr>
            <a:r>
              <a:t>kiváló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Gyakorlati feladat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Csavar • tengely • motorház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32918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2103120"/>
            <a:ext cx="100584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3957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CSAVAR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Lehet acél - indokold meg.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783080"/>
            <a:ext cx="32918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32120" y="2103120"/>
            <a:ext cx="100584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23957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429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TENGELY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0233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Jellemzően edzett acél.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783080"/>
            <a:ext cx="329184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0" y="2103120"/>
            <a:ext cx="100584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3957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429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MOTORHÁZ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0233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Lehet öntöttvas - indokold meg.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Történelmi áttekintés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Bessemer-eljárás és az ipari forradalom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BESSEMER-ELJÁRÁS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489204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Lehetővé tette a nagy mennyiségű, jó minőségű acél gyártását.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73152" cy="3931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HATÁSA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86000"/>
            <a:ext cx="489204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Forradalmasította a gépgyártást, a vasútépítést és az energiatermelést.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a 3. hétről tudnod kell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5331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0,02-2,11% széntartalom: acél.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7627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2,11% felett: öntöttvas.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9923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Az acél jól alakítható és hegeszthető.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9476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2219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Az öntöttvas jól önthető és kiváló rezgéscsillapító.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177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9159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4515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villanymotor tengelye jellemzően acél, a motorháza gyakran öntöttvas vagy alumínium.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62356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Következő hét: hőkezelési eljárások - edzés, megeresztés, lágyítás és normalizálás.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