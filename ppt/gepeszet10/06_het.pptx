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IAP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3E1EF"/>
                </a:solidFill>
                <a:latin typeface="Aptos"/>
              </a:rPr>
              <a:t>6.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CAD rendszerek alapjai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3E1EF"/>
                </a:solidFill>
                <a:latin typeface="Aptos"/>
              </a:rPr>
              <a:t>digitális műszaki rajz • 2D • 3D • ipari tervezés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2D RAJZ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617720"/>
            <a:ext cx="2057400" cy="713232"/>
          </a:xfrm>
          <a:prstGeom prst="round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3D MODELL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MÉRETEZÉS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DOKUMENTÁCIÓ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Mi az a CAD?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6.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CAD (Computer Aided Design) számítógéppel támogatott tervezést jelent.
Műszaki rajzok és háromdimenziós modellek készítésére, szerkesztésére és dokumentálására használjuk.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Miért használjuk?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6.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• pontos méretezés és szabványos rajzok
• gyors módosíthatóság
• 3D modellezés és látványtervezés
• automatikus műhelyrajz készítése
• kapcsolat CNC, CAM és 3D nyomtatási rendszerekkel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Gyakran használt CAD programok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6.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Autodesk Fusion
AutoCAD
Solid Edge
SolidWorks
FreeCAD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Kapcsolódás a villamos szakmához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6.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Kapcsolószekrények szerelőlapjai, motorfelfogató konzolok, DIN-sínek, kábelcsatornák és érzékelőtartók tervezése vagy dokumentálása CAD rendszerrel történik.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Az első CAD feladat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6.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1. Indítsd el a választott CAD programot.
2. Hozz létre új rajzot.
3. Rajzolj egy téglalapot és egy kört.
4. Méretezd az elemeket.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CAD fejlődése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6.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1963: Ivan Sutherland - Sketchpad.
1980-as évek: az AutoCAD széles körű elterjedése.
Később: 3D parametrikus modellezés és integrált gyártási rendszerek.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hét kulcsfelismerése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6.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83654"/>
                </a:solidFill>
                <a:latin typeface="Aptos"/>
              </a:rPr>
              <a:t>A CAD nem csak a gépész tervező eszköze.
A villamos szakember számára a műszaki rajzok megnyitása, értelmezése és egyszerű módosítása ma már alapkompetencia.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Amit ezen a héten összekapcsoltál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6.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✓ CAD fogalma és szerepe
✓ 2D rajz és 3D modell
✓ méretezés és dokumentáció
✓ fontosabb CAD programok
✓ villamos szakmai alkalmazások
Következő hét: a CAD felhasználói felülete és az első 2D rajz.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