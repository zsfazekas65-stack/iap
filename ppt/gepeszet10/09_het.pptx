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3E1EF"/>
                </a:solidFill>
                <a:latin typeface="Aptos"/>
              </a:rPr>
              <a:t>9.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CAD – 3D modellezés alapjai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3E1EF"/>
                </a:solidFill>
                <a:latin typeface="Aptos"/>
              </a:rPr>
              <a:t>Sketch • Constraints • Extrude • Cut • Fillet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SKETCH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617720"/>
            <a:ext cx="2057400" cy="713232"/>
          </a:xfrm>
          <a:prstGeom prst="round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EXTRUDE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CUT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FILLET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Miért 3D modell?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9.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korszerű iparban a gyártás alapja már nem a papírrajz, hanem a 3D modell.
Ebből készülhet műhelyrajz, CNC program, 3D nyomtatási fájl és sok esetben digitális iker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3D modellezés alapfogalmai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9.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• Vázlat (Sketch)
• Kényszerek (Constraints)
• Parametrikus méretezés
• Kihúzás (Extrude)
• Forgatás (Revolve)
• Kivágás (Extrude Cut)
• Lekerekítés (Fillet)
• Letörés (Chamfer)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Parametrikus modellezés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9.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Ha a modell egyik méretét módosítjuk, a teljes geometria automatikusan frissül.
Ez gyorsítja a tervezést és csökkenti a hibalehetőséget.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Kapcsolódás a villamos szakmához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9.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Egyszerű érzékelőtartó konzol vagy DIN-sínre szerelhető tartóelem modellezése.
A feladatban vázlatot, kihúzást, furatkészítést és lekerekítést használunk.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80 × 40 × 5 mm-es alaplemez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9.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1. Készíts 80 × 40 mm-es vázlatot.
2. Húzd ki 5 mm vastagságra.
3. Készíts két Ø6 mm-es furatot.
4. Alakíts ki 30 mm magas függőleges tartólemezt.
5. Készíts izometrikus nézetet.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Valós ipari példa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9.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Egy PLC-szekrény érzékelőtartójának 3D modelljén még gyártás előtt észrevették az ütközést a kábelcsatornával.
A virtuális ellenőrzés miatt nem kellett újragyártani az alkatrészt.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3D CAD fejlődése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9.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Az 1990-es évektől a parametrikus 3D CAD rendszerek alapjaiban változtatták meg a géptervezést.
A modellek ma már közvetlenül kapcsolódnak szimulációs, CAM és PLM rendszerekhez.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kulcsfelismerése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9.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83654"/>
                </a:solidFill>
                <a:latin typeface="Aptos"/>
              </a:rPr>
              <a:t>A 3D modellezés nem látványtervezés: a modell a gyártás és az ellenőrzés egyik legfontosabb digitális alapja.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Amit ezen a héten összekapcsoltál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9.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✓ Sketch és kényszerek
✓ parametrikus méretezés
✓ Extrude és Cut
✓ Fillet és Chamfer
✓ első térbeli alkatrész
✓ izometrikus nézet
Következő hét: motorfelfogató konzol és műhelyrajz.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