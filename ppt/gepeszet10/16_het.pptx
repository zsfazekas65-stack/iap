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16.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Bevezetés a CAM
rendszerek világába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CAD → CAM → szerszámpálya → G-kód → CNC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CAD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2860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G-KÓD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CNC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célja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CAM (Computer Aided Manufacturing) fogalmának, a CAD-CAM kapcsolatnak és a digitális gyártási folyamat fő lépéseinek megismerése.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 az a CAM?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CAM számítógéppel támogatott gyártás-előkészítő rendszer.
A CAD modellből szerszámpályákat készít, majd létrehozza a CNC gép által végrehajtható programot.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CAD és CAM kapcsolata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CAD: megtervezzük az alkatrészt.
CAM: megtervezzük, hogyan gyártsa le a gép.
A 3D modell így közvetlenül a digitális gyártási folyamat alapja lehet.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digitális gyártási lánc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1. Tervezés CAD-ben
2. 3D modell ellenőrzése
3. Megmunkálási műveletek meghatározása
4. Szerszámválasztás
5. Szerszámpálya generálása
6. CNC program - G-kód
7. Gyártás és minőségellenőrzés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Megmunkálási műveletek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Fúrás • marás • kontúrmarás
A CAM rendszerben a modell geometriája alapján választjuk ki a szükséges megmunkálási műveleteket és szerszámokat.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Kapcsolószekrény-szerelőlapok, kábelrögzítő lemezek és érzékelőtartók gyakran CNC gépeken készülnek.
Fontos érteni, hogyan jut el a CAD terv a kész alkatrészig.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Gyakorlati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Vizsgálj meg egy egyszerű 3D modellt.
Határozd meg, milyen műveletek szükségesek az elkészítéséhez: fúrás, marás vagy kontúrmarás.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PLC-szekrény szerelőlapját CAD-ben tervezték meg, majd CAM rendszerrel készítették el a CNC marógép programját.
A digitális folyamat gyorsabb gyártást és kisebb hibalehetőséget eredményezett.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CAM fejlődése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CAM rendszerek az 1970-es évektől fejlődtek együtt a CNC technológiával.
Ma a CAD, CAM és PLM rendszerek egységes digitális gyártási környezetet alkothatnak.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CAM a CAD természetes folytatása: összeköti a tervezést a gyártással.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Következő hét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17. hét: CNC gépek felépítése és működése - marógépek, esztergák és megmunkáló központok.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