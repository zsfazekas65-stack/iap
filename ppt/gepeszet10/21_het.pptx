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10. évfolyam • 21.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"/>
              </a:defRPr>
            </a:pPr>
            <a:r>
              <a:t>CSAPÁGYAK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ÉS TENGELYKAPCSOLÓK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2E4F1"/>
                </a:solidFill>
                <a:latin typeface="Aptos"/>
              </a:defRPr>
            </a:pPr>
            <a:r>
              <a:t>Megtámasztás • súrlódáscsökkentés • nyomatékátvitel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SIKLÓ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GOLYÓS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GÖRGŐS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RUGALMAS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 a csapágy feladata?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TENGELY MEGTÁMASZTÁSA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csapágy a tengely megfelelő megtámasztását biztosítja.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SÚRLÓDÁS CSÖKKENTÉSE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megfelelő csapágyazás csökkenti a mozgás közbeni súrlódást.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csapágyak fő típusai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SIKLÓCSAPÁGY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tananyag egyik alapvető csapágycsoportja.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GÖRDÜLŐCSAPÁGY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Golyós, hengergörgős, kúpgörgős és tűgörgős kivitelben is készül.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Gördülőcsapágy-kivitelek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GOLYÓS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50208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56616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HENGERGÖRGŐS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219456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56616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KÚPGÖRGŐS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56064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356616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TŰGÖRGŐS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Terhelési irányok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Kulcsfogalmak a csapágyazásnál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RADIÁLIS TERHELÉS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tananyag egyik alapvető terhelési fogalma.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AXIÁLIS TERHELÉS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tananyag másik alapvető terhelési fogalma.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Tengelykapcsolók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154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4480" y="2240280"/>
            <a:ext cx="160020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5420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MEREV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154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49240" y="2240280"/>
            <a:ext cx="1600200" cy="9601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5420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657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RUGALMAS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828800"/>
            <a:ext cx="3154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2240280"/>
            <a:ext cx="1600200" cy="96012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5420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657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OLDHATÓ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kenés jelentősége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GONDOLKODTATÓ FELADAT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Milyen következményekkel jár a kenéshiány egy siklócsapágynál?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HASONLÍTSD ÖSSZE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Miben tér el a kenéshiány hatása egy gördülőcsapágynál?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Labor- és műhelygyakorlat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Vizsgáljunk meg egy villanymotort!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CSAPÁGY HELYE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TÍPUS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JELÖLÉS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KENÉS MÓDJA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Mérnöki szemmel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HOSSZABB ÉLETTARTAM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megfelelő csapágy kiválasztása jelentősen növelheti az ipari gép élettartamát.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KEVESEBB KARBANTARTÁS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jó választás csökkentheti a karbantartási költségeket.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Mérnöki érdekesség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Kerámia gördülőelemes csapágyak CNC gépekben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828800"/>
            <a:ext cx="8321040" cy="34747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8321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"/>
              </a:defRPr>
            </a:pPr>
            <a:r>
              <a:t>100 000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33756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8DEEE"/>
                </a:solidFill>
                <a:latin typeface="Aptos"/>
              </a:defRPr>
            </a:pPr>
            <a:r>
              <a:t>ford./perc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Történelmi áttekintés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ÓKORI PERSELYEK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súrlódás csökkentése már a korai gépészeti megoldásoknál is kulcskérdés volt.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IPARI FORRADALOM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precíziós golyóscsapágyak ebben az időszakban terjedtek 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a 21. hétről tudnod kell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5331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csapágy megtámasztja a tengelyt és csökkenti a súrlódást.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fő csoportok: sikló- és gördülőcsapágy.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92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Gördülőcsapágy lehet golyós, hengergörgős, kúpgörgős vagy tűgörgős.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221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Fontos fogalom a radiális és axiális terhelés, valamint a kenés.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5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tengelykapcsolók merev, rugalmas és oldható változatban készülnek.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2356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Fogaskerekek és hajtóművek.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