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822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DAEB"/>
                </a:solidFill>
                <a:latin typeface="Aptos"/>
              </a:defRPr>
            </a:pPr>
            <a:r>
              <a:t>10. évfolyam • Gépészeti alapismeretek • GEP-031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HEGESZTÉSI DEFORMÁCIÓK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706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ÉS VETEMEDÉS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307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3E4F1"/>
                </a:solidFill>
                <a:latin typeface="Aptos"/>
              </a:defRPr>
            </a:pPr>
            <a:r>
              <a:t>Hőhatás • zsugorodás • befogás • hegesztési sorrend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SZÖG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HOSSZANTI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HULLÁMOSODÁS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19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CSAVARODÁS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fejezet céljai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GEP-031 • 31.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73152" cy="32461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Deformációk okai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828800"/>
            <a:ext cx="73152" cy="32461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Vetemedési típusok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828800"/>
            <a:ext cx="73152" cy="324612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Megelőzési módszerek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704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4" y="1828800"/>
            <a:ext cx="73152" cy="324612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Technológiai sorrend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Mi okozza a vetemedést?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Helyi felmelegedés + lehűlés → belső feszültségek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GEP-031 • 31.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73152" cy="36576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HŐHATÁS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hegesztés helyileg felmelegíti az anyagot.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1737360"/>
            <a:ext cx="73152" cy="365760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KÖVETKEZMÉNY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Belső feszültség, vetemedés, alakváltozás vagy akár repedés.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Az 5 leggyakoribb deformáció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GEP-031 • 31.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0392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73A5E"/>
                </a:solidFill>
                <a:latin typeface="Aptos"/>
              </a:defRPr>
            </a:pPr>
            <a:r>
              <a:t>SZÖGVETEMEDÉS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9544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9544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73A5E"/>
                </a:solidFill>
                <a:latin typeface="Aptos"/>
              </a:defRPr>
            </a:pPr>
            <a:r>
              <a:t>HOSSZANTI ZSUGORODÁS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8344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68696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68696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73A5E"/>
                </a:solidFill>
                <a:latin typeface="Aptos"/>
              </a:defRPr>
            </a:pPr>
            <a:r>
              <a:t>KERESZTIRÁNYÚ ZSUGORODÁS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496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27848" y="2194560"/>
            <a:ext cx="1042415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4656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73A5E"/>
                </a:solidFill>
                <a:latin typeface="Aptos"/>
              </a:defRPr>
            </a:pPr>
            <a:r>
              <a:t>HULLÁMOSODÁS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56648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87000" y="2194560"/>
            <a:ext cx="1042415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356616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73A5E"/>
                </a:solidFill>
                <a:latin typeface="Aptos"/>
              </a:defRPr>
            </a:pPr>
            <a:r>
              <a:t>CSAVARODÁS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Deformáció → megelőzés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GEP-031 • 31.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2743200" cy="59436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Aptos"/>
              </a:defRPr>
            </a:pPr>
            <a:r>
              <a:t>SZÖGVETEMEDÉS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3258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746"/>
                </a:solidFill>
                <a:latin typeface="Aptos"/>
              </a:defRPr>
            </a:pPr>
            <a:r>
              <a:t>Szimmetrikus varrat + megfelelő befogás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2743200" cy="59436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134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Aptos"/>
              </a:defRPr>
            </a:pPr>
            <a:r>
              <a:t>HOSSZANTI ZSUGORODÁS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2402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746"/>
                </a:solidFill>
                <a:latin typeface="Aptos"/>
              </a:defRPr>
            </a:pPr>
            <a:r>
              <a:t>Hegesztési sorrend optimalizálása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63240"/>
            <a:ext cx="2743200" cy="59436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278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Aptos"/>
              </a:defRPr>
            </a:pPr>
            <a:r>
              <a:t>KERESZTIRÁNYÚ ZSUGORODÁS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1546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746"/>
                </a:solidFill>
                <a:latin typeface="Aptos"/>
              </a:defRPr>
            </a:pPr>
            <a:r>
              <a:t>Kisebb hőbevitel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2743200" cy="59436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42231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Aptos"/>
              </a:defRPr>
            </a:pPr>
            <a:r>
              <a:t>HULLÁMOSODÁS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4069079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746"/>
                </a:solidFill>
                <a:latin typeface="Aptos"/>
              </a:defRPr>
            </a:pPr>
            <a:r>
              <a:t>Pontozás + merevítés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892040"/>
            <a:ext cx="2743200" cy="59436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056631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Aptos"/>
              </a:defRPr>
            </a:pPr>
            <a:r>
              <a:t>CSAVARODÁS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983479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746"/>
                </a:solidFill>
                <a:latin typeface="Aptos"/>
              </a:defRPr>
            </a:pPr>
            <a:r>
              <a:t>Megfelelő készülékezés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vetemedés csökkentésének 6 módszere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GEP-031 • 31.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00200"/>
            <a:ext cx="73152" cy="150876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1343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Helyes hegesztési sorrend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00200"/>
            <a:ext cx="73152" cy="150876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1343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Szimmetrikus varratkészítés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600200"/>
            <a:ext cx="73152" cy="150876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830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1343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Ponthegesztés és előrögzítés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611880"/>
            <a:ext cx="73152" cy="150876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2511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Befogó készülékek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611880"/>
            <a:ext cx="73152" cy="150876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79476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32511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Optimális hőbevitel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3611880"/>
            <a:ext cx="73152" cy="150876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79476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32511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Szükség esetén előmelegítés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Ipari példa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Hajógyártás és nagyméretű acélszerkezetek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GEP-031 • 31.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783080"/>
            <a:ext cx="10149840" cy="347472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240280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A HEGESZTÉSI SORREND MÁR A TERVEZÉSKOR ELDŐL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429000"/>
            <a:ext cx="9235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3E4F1"/>
                </a:solidFill>
                <a:latin typeface="Aptos"/>
              </a:defRPr>
            </a:pPr>
            <a:r>
              <a:t>Cél: a vetemedés minimalizálása a gyártás teljes folyamatában.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Nem mindig a legrövidebb út a legjobb.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GEP-031 • 31.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73152" cy="36576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VÁLTOTT IRÁNY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tapasztalt hegesztő gyakran váltott irányban dolgozik.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1737360"/>
            <a:ext cx="73152" cy="365760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EGYENLETESEBB HŐHATÁS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Így a hőhatások egyenletesebben oszolhatnak 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Két próbadarab összehasonlítása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GEP-031 • 31.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VETEMEDÉS MÉRÉSE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50208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TÍPUS FELISMERÉSE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03136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3136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OK KERESÉSE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56064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6064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TECHNOLÓGIAI JAVASLAT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GEP-031 • 31.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783080"/>
            <a:ext cx="10149840" cy="347472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NE IGAZÍTSD ERŐSZAKKAL!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383280"/>
            <a:ext cx="9235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D3E4F1"/>
                </a:solidFill>
                <a:latin typeface="Aptos"/>
              </a:defRPr>
            </a:pPr>
            <a:r>
              <a:t>Előbb a vetemedést kiváltó okot kell feltárni és megszüntetni.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GEP-031 • 31.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4416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 okozza a vetemedést?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67128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5856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8541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 a különbség a hosszanti és keresztirányú zsugorodás között?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08376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9981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26664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Hogyan segít a megfelelő hegesztési sorrend?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9624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4106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67911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Mikor alkalmaznak befogó készülékeket?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90872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8231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09159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Miért fontos a hőbevitel szabályozása?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