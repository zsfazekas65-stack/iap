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HEGESZTETT SZERKEZETEK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706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MÉRETEZÉSI ALAPJAI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4F1"/>
                </a:solidFill>
                <a:latin typeface="Aptos"/>
              </a:defRPr>
            </a:pPr>
            <a:r>
              <a:t>Terhelés • feszültség • biztonsági tényező • kifáradás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STATIKUS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DINAMIKUS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KIFÁRADÁS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fejezet céljai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GEP-030 • 30.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Terhelések és igénybevételek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Méretezési szempontok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Biztonsági tényező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Tervezés és gyártás kapcsolata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Alapfogalmak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GEP-030 • 30.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2468880" cy="5943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990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STATIKUS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32588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Időben közel állandó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2468880" cy="5943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DINAMIKUS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4028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Változó vagy lökésszerű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2468880" cy="5943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278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BIZTONSÁGI TÉNYEZŐ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15468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Tartalék a biztonságos üzemhez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77639"/>
            <a:ext cx="2468880" cy="5943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42231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069079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Egységnyi felületre jutó erő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92040"/>
            <a:ext cx="2468880" cy="5943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56631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KIFÁRADÁS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983479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Ismétlődő terhelés okozta károsodás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méretezés fő szempontjai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GEP-030 • 30.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35661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Terhelés nagysága és iránya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9544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35661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Anyagminőség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8696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35661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Varrat típusa és mérete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27848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35661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Üzemi környezet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87000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5661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Várható élettartam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Darupálya tartószerkezet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GEP-030 • 30.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CIKLIKUS TERHELÉS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csomópontoknak hosszú éveken át kell viselniük az ismétlődő terheléseket.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DINAMIKUS IGÉNYBEVÉTEL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méretezésnek a változó és dinamikus hatásokra is ki kell térnie.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GEP-030 • 30.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A TÚLMÉRETEZETT VARRAT NEM MINDIG JOBB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2900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3E4F1"/>
                </a:solidFill>
                <a:latin typeface="Aptos"/>
              </a:defRPr>
            </a:pPr>
            <a:r>
              <a:t>Növelheti a vetemedést, az anyagfelhasználást és a gyártási időt.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Biztonságkritikus szerkezetek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GEP-030 • 30.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ÉRVÉNYES SZABVÁNYOK SZERINT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80"/>
            <a:ext cx="9235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3E4F1"/>
                </a:solidFill>
                <a:latin typeface="Aptos"/>
              </a:defRPr>
            </a:pPr>
            <a:r>
              <a:t>Minden méretezést és módosítást a vonatkozó követelmények szerint kell végezni.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Szerkezet → terhelés → kedvező kötéstípus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GEP-030 • 30.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SZERKEZET VIZSGÁLATA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TERHELÉS MEGHATÁROZÁSA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KÖRNYEZET ÉRTÉKELÉSE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KÖTÉSTÍPUS VÁLASZTÁSA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GEP-030 • 30.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Mit jelent a statikus terhelés?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biztonsági tényező?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okozza a kifáradást?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Milyen tényezők befolyásolják a varrat méretét?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kell figyelembe venni az üzemi környezetet?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