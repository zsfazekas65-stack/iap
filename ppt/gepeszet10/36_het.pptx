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31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ÉV VÉGI 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97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PROJEKTBEMUTATÓ ÉS FELKÉSZÜLÉS A FOLYTATÁSRA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673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Rendszerezés • értékelés • önreflexió • továbblépés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ISMÉTLÉS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PROJEKT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11. ÉVFOLYAM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záró hét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Ismeretek rendszerezése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Projektbemutató és értékelés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Szakmai fejlődés tudatosítása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Felkészülés a 11. évfolyamra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Mit tanultunk az év során?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161288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ANYAGISMERET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65376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KÉZISZERSZÁMOK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51176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426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69464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MŰSZAKI RAJZ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55264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7355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FORGÁCSOLÁS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59352"/>
            <a:ext cx="502920" cy="4572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5079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77639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HEGESZTÉS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63440"/>
            <a:ext cx="502920" cy="4572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5487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81727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MINŐSÉGELLENŐRZÉS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67528"/>
            <a:ext cx="502920" cy="4572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589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85816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AUTOMATIZÁLT GYÁRTÁS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Projektbemutató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35. heti projekt szakmai bemutatása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TERVEZÉSI SZEMPONTOK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VÁLASZTOTT TECHNOLÓGIA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GYÁRTÁSI FOLYAMAT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MINŐSÉGBIZTOSÍTÁS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Önértékelés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Nézz vissza - és nézz előre.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3794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MIT TUDOK A LEGJOBBAN?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Melyik tudás vagy gyakorlati készség lett igazán biztos?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73152" cy="379476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MI VOLT A KIHÍVÁS?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Melyik téma igényelt több időt és gyakorlást?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691640"/>
            <a:ext cx="73152" cy="3794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MIBEN FEJLŐDNÉK?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Fogalmazz meg egy konkrét célt a következő tanévre.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Kapcsolat a 11. évfolyammal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GÉPELEMEK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GYÁRTÁSTECHNOLÓGIA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GÉPÉSZETI MÉRÉSEK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CAD-TERVEZÉS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IPARI AUTOMATIZÁLÁS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Társértékelés és fejlesztési javaslat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csoportok előre meghatározott szempontrendszer alapján értékelik egymás projektjeit.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FEJLESZTÉS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Közösen fogalmazzatok meg konkrét fejlesztési javaslatokat.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Év végi ismétlő kérdések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megfelelő anyagválasztás?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Hogyan befolyásolja a hőbevitel a hegesztést?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minőségellenőrzés célja?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előnyös az automatizált hegesztés?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Melyik tanult téma volt számodra a leghasznosabb, és miért?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Moodle záró kérdésbank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GEP-036 • 36.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Q01-Q15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Év végi ismétlő kérdések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Q16-Q25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Komplex esettanulmányok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Q26-Q40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Záró feladatsor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DAEB"/>
                </a:solidFill>
                <a:latin typeface="Aptos"/>
              </a:defRPr>
            </a:pPr>
            <a:r>
              <a:t>10. ÉVFOLYAM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36 HÉT • EGY TELJES TANÉV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3E4F1"/>
                </a:solidFill>
                <a:latin typeface="Aptos"/>
              </a:defRPr>
            </a:pPr>
            <a:r>
              <a:t>A következő lépés: 11.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4800600"/>
            <a:ext cx="4023360" cy="7315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50292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IAP • FOLYTATJUK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