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31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KOMPLEX PROJEKT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97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HEGESZTETT SZERKEZET TERVEZÉSE ÉS GYÁRTÁSA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673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Tervezés • technológia • gyártás • ellenőrzés • dokumentáció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TERV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ANYAG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GYÁRTÁS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ELLENŐRZÉS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projekt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Éves ismeretek integrálása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Hegesztett szerkezet megtervezése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Gyártás és ellenőrzés tervezése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Csapatmunka és dokumentáció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Projektfeladat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Válasszatok egy egyszerű hegesztett munkadarabot!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POLCTARTÓ KONZOL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Egyszerű, jól méretezhető szerkezet.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GÉPVÁZ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Összetettebb szerkezeti feladat.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SZERSZÁMTARTÓ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Gyakorlati műhelyalkalmazás.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projekt 7 lépése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161288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Feladat meghatározása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65376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3A5E"/>
                </a:solidFill>
                <a:latin typeface="Aptos"/>
              </a:defRPr>
            </a:pPr>
            <a:r>
              <a:t>Műszaki rajz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51176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426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69464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3A5E"/>
                </a:solidFill>
                <a:latin typeface="Aptos"/>
              </a:defRPr>
            </a:pPr>
            <a:r>
              <a:t>Anyagválasztás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55264"/>
            <a:ext cx="502920" cy="4572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7355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3A5E"/>
                </a:solidFill>
                <a:latin typeface="Aptos"/>
              </a:defRPr>
            </a:pPr>
            <a:r>
              <a:t>Hegesztési technológia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59352"/>
            <a:ext cx="502920" cy="4572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5079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77639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3A5E"/>
                </a:solidFill>
                <a:latin typeface="Aptos"/>
              </a:defRPr>
            </a:pPr>
            <a:r>
              <a:t>Gyártási sorrend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63440"/>
            <a:ext cx="502920" cy="4572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5487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681727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3A5E"/>
                </a:solidFill>
                <a:latin typeface="Aptos"/>
              </a:defRPr>
            </a:pPr>
            <a:r>
              <a:t>Minőségellenőrzés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67528"/>
            <a:ext cx="502920" cy="4572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589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85816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Költség- és időbecslés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Tervezési döntések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tervből gyártható szerkezet legyen.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290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MŰSZAKI RAJZ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Pontos méretek és egyértelmű kialakítás.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37360"/>
            <a:ext cx="34290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2024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ANYAG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50591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feladathoz megfelelő anyag kiválasztása.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737360"/>
            <a:ext cx="34290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737360"/>
            <a:ext cx="73152" cy="365760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2024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HEGESZTÉS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450591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megfelelő hegesztési technológia megválasztása.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Gyártási folyamat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sorrend meghatározza a végeredményt.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ELŐKÉSZÍTÉS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ILLESZTÉS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HEGESZTÉS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ELLENŐRZÉS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Értékelési szempontok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Műszaki rajz pontossága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Technológiai döntések indoklása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Munkavédelmi előírások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Dokumentáció minősége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Csapatmunka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kapcsolat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Ugyanez a gondolkodás jelenik meg a korszerű gyártásban.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057400"/>
            <a:ext cx="2103120" cy="25603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246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TERVEZÉS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2057400"/>
            <a:ext cx="2103120" cy="25603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3246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PROTOTÍPUS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4" y="2057400"/>
            <a:ext cx="2103120" cy="25603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3" y="3246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GYÁRTÁS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2057400"/>
            <a:ext cx="2103120" cy="25603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3246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2057400"/>
            <a:ext cx="2103120" cy="25603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3246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DOKUMENTÁLÁS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Projektbemutató + társértékelés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BEMUTATÁS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csoportok mutassák be a megtervezett hegesztett szerkezetet és a gyártási folyamatot.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TÁRSÉRTÉKELÉS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Értékeljétek egymás terveit műszaki és technológiai szempontból.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GEP-035 • 35.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gyártási sorrend?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Hogyan választasz hegesztési eljárást?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ellenőrzések szükségesek?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dokumentáció?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Hogyan csökkenthető a vetemedés a projektben?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