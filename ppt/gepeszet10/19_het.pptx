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9144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554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ED7EB"/>
                </a:solidFill>
                <a:latin typeface="Aptos"/>
              </a:defRPr>
            </a:pPr>
            <a:r>
              <a:t>10. évfolyam • 19.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05740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G-KÓD ÉS M-KÓD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8892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FFFFF"/>
                </a:solidFill>
                <a:latin typeface="Aptos"/>
              </a:defRPr>
            </a:pPr>
            <a:r>
              <a:t>CNC PROGRAMOZÁSI ALAPOK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70332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2E4F1"/>
                </a:solidFill>
                <a:latin typeface="Aptos"/>
              </a:defRPr>
            </a:pPr>
            <a:r>
              <a:t>A CAM tervtől a CNC gép végrehajtható utasításaiig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4709160"/>
            <a:ext cx="2057400" cy="713232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4928616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G00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79192" y="4709160"/>
            <a:ext cx="2057400" cy="713232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79192" y="4928616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G01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38344" y="4709160"/>
            <a:ext cx="2057400" cy="713232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38344" y="4928616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G02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97496" y="4709160"/>
            <a:ext cx="2057400" cy="713232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97496" y="4928616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M03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56648" y="4709160"/>
            <a:ext cx="2057400" cy="713232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56648" y="4928616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M30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19.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G-kód vagy M-kód?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530352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73152" cy="393192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1051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G-KÓD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67712"/>
            <a:ext cx="4892040" cy="3182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gép mozgását és a megmunkálási műveleteket írja 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645920"/>
            <a:ext cx="530352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36208" y="1645920"/>
            <a:ext cx="73152" cy="3931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181051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M-KÓD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8" y="2267712"/>
            <a:ext cx="4892040" cy="3182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gép kiegészítő funkcióit vezérli.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19.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Fontos G-kódok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32461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73152" cy="150876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4304E"/>
                </a:solidFill>
                <a:latin typeface="Aptos"/>
              </a:defRPr>
            </a:pPr>
            <a:r>
              <a:t>G00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77440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C6976"/>
                </a:solidFill>
                <a:latin typeface="Aptos"/>
              </a:defRPr>
            </a:pPr>
            <a:r>
              <a:t>gyorsjárat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00200"/>
            <a:ext cx="32461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9120" y="1600200"/>
            <a:ext cx="73152" cy="150876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828800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4304E"/>
                </a:solidFill>
                <a:latin typeface="Aptos"/>
              </a:defRPr>
            </a:pPr>
            <a:r>
              <a:t>G01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377440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C6976"/>
                </a:solidFill>
                <a:latin typeface="Aptos"/>
              </a:defRPr>
            </a:pPr>
            <a:r>
              <a:t>egyenes vonalú előtolás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1600200"/>
            <a:ext cx="32461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83880" y="1600200"/>
            <a:ext cx="73152" cy="150876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828800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4304E"/>
                </a:solidFill>
                <a:latin typeface="Aptos"/>
              </a:defRPr>
            </a:pPr>
            <a:r>
              <a:t>G02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377440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C6976"/>
                </a:solidFill>
                <a:latin typeface="Aptos"/>
              </a:defRPr>
            </a:pPr>
            <a:r>
              <a:t>körinterpoláció 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611880"/>
            <a:ext cx="32461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4360" y="3611880"/>
            <a:ext cx="73152" cy="150876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840480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4304E"/>
                </a:solidFill>
                <a:latin typeface="Aptos"/>
              </a:defRPr>
            </a:pPr>
            <a:r>
              <a:t>G03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389120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C6976"/>
                </a:solidFill>
                <a:latin typeface="Aptos"/>
              </a:defRPr>
            </a:pPr>
            <a:r>
              <a:t>körinterpoláció 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3611880"/>
            <a:ext cx="32461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389120" y="3611880"/>
            <a:ext cx="73152" cy="150876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3840480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4304E"/>
                </a:solidFill>
                <a:latin typeface="Aptos"/>
              </a:defRPr>
            </a:pPr>
            <a:r>
              <a:t>G17/18/19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4389120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C6976"/>
                </a:solidFill>
                <a:latin typeface="Aptos"/>
              </a:defRPr>
            </a:pPr>
            <a:r>
              <a:t>munkasík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83880" y="3611880"/>
            <a:ext cx="32461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183880" y="3611880"/>
            <a:ext cx="73152" cy="150876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3840480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4304E"/>
                </a:solidFill>
                <a:latin typeface="Aptos"/>
              </a:defRPr>
            </a:pPr>
            <a:r>
              <a:t>G90/G91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4389120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C6976"/>
                </a:solidFill>
                <a:latin typeface="Aptos"/>
              </a:defRPr>
            </a:pPr>
            <a:r>
              <a:t>abszolút / növekményes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19.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Fontos M-kódok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32461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73152" cy="150876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4304E"/>
                </a:solidFill>
                <a:latin typeface="Aptos"/>
              </a:defRPr>
            </a:pPr>
            <a:r>
              <a:t>M03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77440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C6976"/>
                </a:solidFill>
                <a:latin typeface="Aptos"/>
              </a:defRPr>
            </a:pPr>
            <a:r>
              <a:t>orsó indítása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00200"/>
            <a:ext cx="32461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9120" y="1600200"/>
            <a:ext cx="73152" cy="150876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828800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4304E"/>
                </a:solidFill>
                <a:latin typeface="Aptos"/>
              </a:defRPr>
            </a:pPr>
            <a:r>
              <a:t>M05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377440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C6976"/>
                </a:solidFill>
                <a:latin typeface="Aptos"/>
              </a:defRPr>
            </a:pPr>
            <a:r>
              <a:t>orsó leállítása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1600200"/>
            <a:ext cx="32461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83880" y="1600200"/>
            <a:ext cx="73152" cy="150876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828800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4304E"/>
                </a:solidFill>
                <a:latin typeface="Aptos"/>
              </a:defRPr>
            </a:pPr>
            <a:r>
              <a:t>M06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377440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C6976"/>
                </a:solidFill>
                <a:latin typeface="Aptos"/>
              </a:defRPr>
            </a:pPr>
            <a:r>
              <a:t>szerszámcsere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611880"/>
            <a:ext cx="32461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4360" y="3611880"/>
            <a:ext cx="73152" cy="150876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840480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4304E"/>
                </a:solidFill>
                <a:latin typeface="Aptos"/>
              </a:defRPr>
            </a:pPr>
            <a:r>
              <a:t>M08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389120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C6976"/>
                </a:solidFill>
                <a:latin typeface="Aptos"/>
              </a:defRPr>
            </a:pPr>
            <a:r>
              <a:t>hűtés BE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3611880"/>
            <a:ext cx="32461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389120" y="3611880"/>
            <a:ext cx="73152" cy="150876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3840480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4304E"/>
                </a:solidFill>
                <a:latin typeface="Aptos"/>
              </a:defRPr>
            </a:pPr>
            <a:r>
              <a:t>M09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4389120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C6976"/>
                </a:solidFill>
                <a:latin typeface="Aptos"/>
              </a:defRPr>
            </a:pPr>
            <a:r>
              <a:t>hűtés KI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83880" y="3611880"/>
            <a:ext cx="32461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183880" y="3611880"/>
            <a:ext cx="73152" cy="150876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3840480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4304E"/>
                </a:solidFill>
                <a:latin typeface="Aptos"/>
              </a:defRPr>
            </a:pPr>
            <a:r>
              <a:t>M30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4389120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C6976"/>
                </a:solidFill>
                <a:latin typeface="Aptos"/>
              </a:defRPr>
            </a:pPr>
            <a:r>
              <a:t>program vége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19.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Egyszerű CNC program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A forrásban szereplő mintaprogram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554480"/>
            <a:ext cx="4572000" cy="44805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828800"/>
            <a:ext cx="3931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ourier New"/>
              </a:defRPr>
            </a:pPr>
            <a:r>
              <a:t>O1001</a:t>
            </a:r>
            <a:br/>
            <a:r>
              <a:t>G90 G17 G21</a:t>
            </a:r>
            <a:br/>
            <a:r>
              <a:t>T1 M06</a:t>
            </a:r>
            <a:br/>
            <a:r>
              <a:t>S1500 M03</a:t>
            </a:r>
            <a:br/>
            <a:r>
              <a:t>G00 X0 Y0 Z5</a:t>
            </a:r>
            <a:br/>
            <a:r>
              <a:t>G01 Z-2 F150</a:t>
            </a:r>
            <a:br/>
            <a:r>
              <a:t>G01 X50 Y0</a:t>
            </a:r>
            <a:br/>
            <a:r>
              <a:t>G00 Z20</a:t>
            </a:r>
            <a:br/>
            <a:r>
              <a:t>M05</a:t>
            </a:r>
            <a:br/>
            <a:r>
              <a:t>M30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0" y="1554480"/>
            <a:ext cx="5669280" cy="4480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715000" y="1554480"/>
            <a:ext cx="73152" cy="448056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1719072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MIT FIGYELJ?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176272"/>
            <a:ext cx="5257800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Programazonosító • programozási mód • munkasík • szerszámcsere • orsóindítás • gyorsjárat • előtolás • visszaállás • orsóleállítás • programvége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19.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A program logikája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728" y="2240280"/>
            <a:ext cx="1737360" cy="169164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" y="27889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BEÁLLÍTÁS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8346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F6FB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03120" y="2240280"/>
            <a:ext cx="1737360" cy="169164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94560" y="27889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04E"/>
                </a:solidFill>
                <a:latin typeface="Aptos"/>
              </a:defRPr>
            </a:pPr>
            <a:r>
              <a:t>SZERSZÁMCSERE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22191" y="28346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F6FB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96512" y="2240280"/>
            <a:ext cx="1737360" cy="169164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87952" y="27889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04E"/>
                </a:solidFill>
                <a:latin typeface="Aptos"/>
              </a:defRPr>
            </a:pPr>
            <a:r>
              <a:t>ORSÓ INDUL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15584" y="28346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F6FB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9904" y="2240280"/>
            <a:ext cx="1737360" cy="169164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81344" y="27889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04E"/>
                </a:solidFill>
                <a:latin typeface="Aptos"/>
              </a:defRPr>
            </a:pPr>
            <a:r>
              <a:t>POZICIONÁLÁS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8976" y="28346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F6FB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83296" y="2240280"/>
            <a:ext cx="1737360" cy="169164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74736" y="27889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04E"/>
                </a:solidFill>
                <a:latin typeface="Aptos"/>
              </a:defRPr>
            </a:pPr>
            <a:r>
              <a:t>MEGMUNKÁLÁS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02367" y="28346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F6FB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76688" y="2240280"/>
            <a:ext cx="1737360" cy="169164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68128" y="27889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PROGRAMVÉGE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19.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Kapcsolódás a villamos szakmához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338328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73152" cy="365760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0195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ÜZEMBE HELYEZÉS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59152"/>
            <a:ext cx="2971800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CNC gép működésének megértését segíti a programutasítások ismerete.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737360"/>
            <a:ext cx="338328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07408" y="1737360"/>
            <a:ext cx="73152" cy="365760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8" y="190195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PLC KARBANTARTÁS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2359152"/>
            <a:ext cx="2971800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gép vezérlési és diagnosztikai folyamataihoz kapcsolódik.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74736" y="1737360"/>
            <a:ext cx="338328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74736" y="1737360"/>
            <a:ext cx="73152" cy="3657600"/>
          </a:xfrm>
          <a:prstGeom prst="roundRect">
            <a:avLst/>
          </a:prstGeom>
          <a:solidFill>
            <a:srgbClr val="BC7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3336" y="190195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HIBAKERESÉS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3336" y="2359152"/>
            <a:ext cx="2971800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G-kód alapjainak ismerete segít értelmezni a gép mozgását.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19.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Valós ipari példa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Hibás G00 gyorsjárati parancs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530352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737360"/>
            <a:ext cx="73152" cy="3657600"/>
          </a:xfrm>
          <a:prstGeom prst="roundRect">
            <a:avLst/>
          </a:prstGeom>
          <a:solidFill>
            <a:srgbClr val="A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0195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VESZÉLY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359152"/>
            <a:ext cx="4892040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szerszám veszélyesen közel került a munkadarabhoz.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737360"/>
            <a:ext cx="530352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36208" y="1737360"/>
            <a:ext cx="73152" cy="365760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190195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MEGELŐZÉS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2359152"/>
            <a:ext cx="4892040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program szimulációja még a megmunkálás előtt feltárta a hibát.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19.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Történelmi áttekintés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ISO 6983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530352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737360"/>
            <a:ext cx="73152" cy="365760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0195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SZABVÁNYOS ALAP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359152"/>
            <a:ext cx="4892040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G-kód szabványos formája az ISO 6983 szabványon alapul.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737360"/>
            <a:ext cx="530352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36208" y="1737360"/>
            <a:ext cx="73152" cy="365760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190195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MA IS ALAPVETŐ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2359152"/>
            <a:ext cx="4892040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modern vezérlők fejlettebb funkciói mellett a G- és M-kódok továbbra is a CNC programozás alapjai.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19.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Amit a 19. hétről tudnod kell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325880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353312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A G-kódok mozgást és megmunkálási műveleteket írnak 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148840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4028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176272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Az M-kódok kiegészítő gépfunkciókat vezérelnek.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971800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0632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999232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G00 gyorsjárat, G01 egyenes előtolás, G02/G03 körinterpoláció.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794760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88620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822192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M03/M05 orsóindítás és -leállítás, M06 szerszámcsere, M30 programvége.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617720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709159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645152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A program szimulációja fontos biztonsági ellenőrzés.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623560"/>
            <a:ext cx="10607040" cy="566928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733288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F6FB5"/>
                </a:solidFill>
                <a:latin typeface="Aptos"/>
              </a:defRPr>
            </a:pPr>
            <a:r>
              <a:t>Következő hét: CNC-marás és CNC-esztergálás alapjai - technológiák és alkalmazások.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