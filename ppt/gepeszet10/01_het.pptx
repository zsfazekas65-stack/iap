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10. évfolyam • 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MUNKAVÉDELEM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ÉS MŰHELYISMERET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57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4F1"/>
                </a:solidFill>
                <a:latin typeface="Aptos"/>
              </a:defRPr>
            </a:pPr>
            <a:r>
              <a:t>A jó szakmai munka a biztonsággal kezdődik.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916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9286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PPE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709160"/>
            <a:ext cx="1783080" cy="713232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49286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70916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49286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LOTO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709160"/>
            <a:ext cx="1783080" cy="713232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49286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470916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49286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IAP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Miért tanul gépészetet egy villamos szakember?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73152" cy="393192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VILLANYMOTOR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szerelés mechanikai feladatokat is tartalmaz.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73152" cy="3931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SZIVATTYÚ / VENTILÁTOR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86000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villamos és gépészeti rendszerek egymásra épülnek.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45920"/>
            <a:ext cx="338328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73152" cy="393192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286000"/>
            <a:ext cx="2971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cél a biztonságos szereléshez és karbantartáshoz szükséges gépészeti tudás.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Munkavédelem - négy alapszabály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658368" cy="658368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49047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04E"/>
                </a:solidFill>
                <a:latin typeface="Aptos"/>
              </a:defRPr>
            </a:pPr>
            <a:r>
              <a:t>Az emberi élet és egészség védelme az elsődleges.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2432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4203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304E"/>
                </a:solidFill>
                <a:latin typeface="Aptos"/>
              </a:defRPr>
            </a:pPr>
            <a:r>
              <a:t>A balesetek megelőzése közös feladat.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39"/>
            <a:ext cx="658368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75887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93591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304E"/>
                </a:solidFill>
                <a:latin typeface="Aptos"/>
              </a:defRPr>
            </a:pPr>
            <a:r>
              <a:t>Gépet csak megfelelő oktatás után használunk.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658368" cy="658368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2744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64515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4304E"/>
                </a:solidFill>
                <a:latin typeface="Aptos"/>
              </a:defRPr>
            </a:pPr>
            <a:r>
              <a:t>Meghibásodott gépen dolgozni tilos.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Főbb veszélyforrások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148840"/>
            <a:ext cx="1042415" cy="91440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FORGÓ RÉSZEK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tengely, ékszíj, lánchajtás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9544" y="2148840"/>
            <a:ext cx="1042415" cy="91440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ÉLES ESZKÖZ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szerszám és forgács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68696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68696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VILLAMOS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villamos veszélyek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27848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5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sűrített levegő, hidraulika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87000" y="2148840"/>
            <a:ext cx="1042415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KÖRNYEZET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zaj, rezgés, csúszás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Egyéni védőeszközök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VÉDŐCIPŐ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lábvédelem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9544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VÉDŐSZEMÜVEG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forgács és por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68696" y="2148840"/>
            <a:ext cx="1042415" cy="91440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68696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HALLÁSVÉDŐ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zajos környezet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27848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MUNKARUHA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test védelme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87000" y="2148840"/>
            <a:ext cx="1042415" cy="91440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423160"/>
            <a:ext cx="1042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ARCVÉDŐ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397763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C6976"/>
                </a:solidFill>
                <a:latin typeface="Aptos"/>
              </a:defRPr>
            </a:pPr>
            <a:r>
              <a:t>csiszolási munkák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LOTO alapelve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Leállítás → leválasztás → rögzítés → címkézés → ellenőrzés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057400"/>
            <a:ext cx="2103120" cy="201168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33172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GÉP LEÁLLÍTÁSA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2057400"/>
            <a:ext cx="2103120" cy="20116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00984" y="233172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3063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LEVÁLASZTÁS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2057400"/>
            <a:ext cx="2103120" cy="201168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0136" y="233172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3063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RÖGZÍTÉS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2057400"/>
            <a:ext cx="2103120" cy="201168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233172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3063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CÍMKE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0616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2057400"/>
            <a:ext cx="2103120" cy="201168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2331720"/>
            <a:ext cx="859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6FB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8" y="3063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04E"/>
                </a:solidFill>
                <a:latin typeface="Aptos"/>
              </a:defRPr>
            </a:pPr>
            <a:r>
              <a:t>BIZTONSÁGOS ÁLLAPOT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Gyakorlati műhelybejárás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Mit kell azonnal megtalálnod?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3990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FŐKAPCSOLÓ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39903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helye + szerepe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94560"/>
            <a:ext cx="566928" cy="566928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26771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VÉSZLEÁLLÍTÓ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26771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helye + szerepe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63239"/>
            <a:ext cx="566928" cy="566928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82111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136391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TŰZOLTÓ KÉSZÜLÉK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136391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helye + szerepe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31920"/>
            <a:ext cx="566928" cy="56692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1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00507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ELSŐSEGÉLYHELY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00507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helye + szerepe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00600"/>
            <a:ext cx="566928" cy="566928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1947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87375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MENEKÜLÉSI ÚTVONAL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87375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helye + szerepe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Gépészeti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az első héten tudnod kell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biztonság minden munkánál elsődleges.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Ismerd fel a fő veszélyforrásokat.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Használd a feladathoz megfelelő védőeszközt.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Értsd a LOTO alapvető sorrendjét.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Ismerd a tanműhely biztonsági pontjait.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A gépészeti alapismeretek célja: biztonságos szerelés és karbantartás a villamos szakmában.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