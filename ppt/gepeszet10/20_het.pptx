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CNC-marás és CNC-esztergálás alapjai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Integrált Automatika Akadémia (IAA) · Gépészeti alapismeretek villamos szakemberek számára ·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11. évfolyam – 20. hét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9625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hét célja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187037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4251" y="19057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847608" y="193526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Működési elvek megismerése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847608" y="2343944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CNC-marás és CNC-esztergálás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működési elvének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főbb különbségeinek megértése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3360" y="332680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4251" y="336222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847608" y="339169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Ipari alkalmazások azonosítása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847608" y="3800376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két technológia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tipikus ipari felhasználási területeinek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felismerése és elemzése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478323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4251" y="481865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47608" y="484812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Szakmai kapcsolódás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847608" y="525680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Megérteni, hogyan kapcsolódnak ezek a villamos és mechatronikai szakmához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796554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az a CNC-technológia?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576215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CNC = Computer Numerical Control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számítógép-vezérelt megmunkálás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048695"/>
            <a:ext cx="690326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szerszámgép mozgásait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numerikus programkód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irányítja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Pontosan ismételhető, automatizált gyártási folyamat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Két legfontosabb eljárás: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marás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esztergálás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eltérő mozgáselv alapján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300736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4587478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518025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CNC-vezérlés teszi lehetővé a modern automatizált gyártást.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95523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CNC-marás – Alapelvek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5233360" y="1512590"/>
            <a:ext cx="6296860" cy="1034554"/>
          </a:xfrm>
          <a:prstGeom prst="roundRect">
            <a:avLst>
              <a:gd name="adj" fmla="val 72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19193" y="1698427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Forgó szerszám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419193" y="2081212"/>
            <a:ext cx="592519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szerszám forog, a munkadarab rögzített marad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233360" y="2717701"/>
            <a:ext cx="6296860" cy="1034554"/>
          </a:xfrm>
          <a:prstGeom prst="roundRect">
            <a:avLst>
              <a:gd name="adj" fmla="val 72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19193" y="2903538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3–5 tengelyes megmunkálás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419193" y="3286323"/>
            <a:ext cx="592519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Összetett geometriák és szabad formák is elkészíthetők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33360" y="3922812"/>
            <a:ext cx="6296860" cy="1034554"/>
          </a:xfrm>
          <a:prstGeom prst="roundRect">
            <a:avLst>
              <a:gd name="adj" fmla="val 72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9193" y="4108648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Prizmás alkatrészek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419193" y="4491434"/>
            <a:ext cx="592519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Lemezek, konzolok, házak gyártására alkalmas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33360" y="5127923"/>
            <a:ext cx="6296860" cy="1034554"/>
          </a:xfrm>
          <a:prstGeom prst="roundRect">
            <a:avLst>
              <a:gd name="adj" fmla="val 72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19193" y="5313759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Jellemző műveletek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5419193" y="5696545"/>
            <a:ext cx="592519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Sík-, kontúr-, zsebmarás és furatkészítés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9900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CNC-esztergálás – Alapelvek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19561"/>
            <a:ext cx="6903269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 munkadarab forog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 szerszám előtoló mozgást végez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Forgástestek – tengelyek, perselyek – gyártására specializált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360539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Jellemző műveletek: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833019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Hosszesztergálás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Homlokesztergálás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Beszúrás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Menetvágás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65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Marás vs. Esztergálás – Összehasonlítás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65263"/>
            <a:ext cx="10868745" cy="3296047"/>
          </a:xfrm>
          <a:prstGeom prst="roundRect">
            <a:avLst>
              <a:gd name="adj" fmla="val 240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81672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365004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913287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461570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500985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924" y="2271613"/>
            <a:ext cx="3256774" cy="545108"/>
          </a:xfrm>
          <a:custGeom>
            <a:avLst/>
            <a:gdLst/>
            <a:ahLst/>
            <a:cxnLst/>
            <a:rect l="l" t="t" r="r" b="b"/>
            <a:pathLst>
              <a:path w="3256774" h="545108">
                <a:moveTo>
                  <a:pt x="66156" y="0"/>
                </a:moveTo>
                <a:lnTo>
                  <a:pt x="3256774" y="0"/>
                </a:lnTo>
                <a:lnTo>
                  <a:pt x="3256774" y="545108"/>
                </a:lnTo>
                <a:lnTo>
                  <a:pt x="0" y="545108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856931" y="2391370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Jellemző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924698" y="2271613"/>
            <a:ext cx="3799586" cy="54510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3705" y="2391370"/>
            <a:ext cx="40311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CNC-marás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24284" y="2271613"/>
            <a:ext cx="3799586" cy="545108"/>
          </a:xfrm>
          <a:custGeom>
            <a:avLst/>
            <a:gdLst/>
            <a:ahLst/>
            <a:cxnLst/>
            <a:rect l="l" t="t" r="r" b="b"/>
            <a:pathLst>
              <a:path w="3799586" h="545108">
                <a:moveTo>
                  <a:pt x="0" y="0"/>
                </a:moveTo>
                <a:lnTo>
                  <a:pt x="3733430" y="0"/>
                </a:lnTo>
                <a:arcTo hR="66158" wR="66156" stAng="16200000" swAng="5400000"/>
                <a:lnTo>
                  <a:pt x="3799586" y="545108"/>
                </a:lnTo>
                <a:lnTo>
                  <a:pt x="0" y="545108"/>
                </a:lnTo>
                <a:lnTo>
                  <a:pt x="0" y="0"/>
                </a:lnTo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7913291" y="2391370"/>
            <a:ext cx="40311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CNC-esztergálás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6931" y="2939653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Forgó elem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113705" y="2939653"/>
            <a:ext cx="40311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Szerszám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913291" y="2939653"/>
            <a:ext cx="40311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Munkadarab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6931" y="3487936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Tipikus alkatrész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113705" y="3487936"/>
            <a:ext cx="40311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Lemez, konzol, ház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913291" y="3487936"/>
            <a:ext cx="40311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Tengely, persely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6931" y="4036219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Fő mozgás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113705" y="4036219"/>
            <a:ext cx="40311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Szerszám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13291" y="4036219"/>
            <a:ext cx="40311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Munkadarab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56931" y="4584502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Tengelyek száma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113705" y="4584502"/>
            <a:ext cx="40311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3–5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913291" y="4584502"/>
            <a:ext cx="40311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2–4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56931" y="5132784"/>
            <a:ext cx="34883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Alkatrész geometria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113705" y="5132784"/>
            <a:ext cx="40311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Prizmás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913291" y="5132784"/>
            <a:ext cx="40311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Forgásszimmetrikus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20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Kapcsolódás a villamos szakmához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107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710755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Szervohajtások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119438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CNC gépek szervohajtásai biztosítják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pozícionálást, sebesség- és nyomatékszabályozást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7107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710755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PLC-vezérlés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3119438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megmunkálási folyamat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automatizálása és felügyelete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programozható logikai vezérlőn keresztül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410229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Érzékelők és biztonság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4510980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hibakeresés és karbantartás alapja –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érzékelők és biztonsági rendszerek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ismerete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410229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Diagnosztika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4510980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gépek működésének ismerete megkönnyíti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villamos hibák diagnosztizálását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172865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Valós ipari példa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1952526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CNC-esztergán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készülnek a motorok tengelyei: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2425005"/>
            <a:ext cx="6903269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Pontos forgásszimmetria szükséges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Szigorú mérettűrések betartása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265984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CNC-marógépen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készülnek a szenzortartó konzolok: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3738463"/>
            <a:ext cx="6903269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Összetett prizmás forma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Több művelet egy befogásban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3201" y="4622006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4908748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47449" y="4839295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két technológia együtt biztosítja az automatizált gyártósor mechanikai elemeinek precíz előállítását.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58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Történelmi fejlődés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164" y="1411387"/>
            <a:ext cx="9701267" cy="41835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7915" y="4801586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Digital Twin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897915" y="3833160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Modern központok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897915" y="2874516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CNC vezérlés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897915" y="1906089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Kézi gépek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1475" y="5767189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hagyományos kézi gépektől a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Digital Twin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virtuális gépmodellekig vezető fejlődés tükrözi a gyáripar digitalizációját – a modern CNC gépek valós idejű monitoringgal és hálózati adatkapcsolattal működnek.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393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Gyakorlati feladat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513483"/>
            <a:ext cx="6296860" cy="1442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1819" y="205740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03795" y="1727895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Alkatrészek vizsgálata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03795" y="2136577"/>
            <a:ext cx="51120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Vizsgálj meg egy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marással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egy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esztergálással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készült alkatrészt!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44838"/>
            <a:ext cx="6296860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91819" y="368875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203795" y="3359249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Technológia azonosítása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03795" y="3767931"/>
            <a:ext cx="51120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Határozd meg, melyik technológiával és milyen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műveletekkel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készülhettek az alkatrészek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776192"/>
            <a:ext cx="6296860" cy="14423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91819" y="532010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203795" y="4990604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Döntés indoklása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203795" y="5399286"/>
            <a:ext cx="51120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Indokold meg döntésedet az alkatrész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geometriája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alapján – prizmás vagy forgásszimmetrikus?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194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Összefoglalás &amp; Következő hét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266057"/>
            <a:ext cx="5476043" cy="3200003"/>
          </a:xfrm>
          <a:prstGeom prst="roundRect">
            <a:avLst>
              <a:gd name="adj" fmla="val 425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455069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Kulcsgondolat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939355"/>
            <a:ext cx="509802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megfelelő megmunkálási technológia kiválasztása meghatározza a gyártás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pontosságát, gazdaságosságát és minőségét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97818" y="4229298"/>
            <a:ext cx="48145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„A legjobb alkatrész az, amelyet elsőre pontosan és ismételhetően lehet legyártani."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14357" y="4059238"/>
            <a:ext cx="25399" cy="944959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6332776" y="245506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 hét – Következő téma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293935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CNC megmunkálás szimulációja és digitális iker a gyártásban: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3714254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Twin – virtuális gépmodell fogalma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Szimulációs szoftverek a CNC programozásban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Valós idejű monitoring és prediktív karbantartás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32776" y="4966295"/>
            <a:ext cx="152207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180" y="5022949"/>
            <a:ext cx="19048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21. HÉT ELŐNÉZET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2026-08-22T05:32:10Z</dcterms:created>
  <dcterms:modified xsi:type="dcterms:W3CDTF">2026-08-22T05:32:10Z</dcterms:modified>
</cp:coreProperties>
</file>