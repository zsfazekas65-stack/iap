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5. hét - Soros és párhuzamos kapcsolások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Felnőtt oktatás - Villamos alapismeretek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Kapcsolódás az Ohm-törvényhez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U, I és R kapcsolatát már ismerjük.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Most több ellenállást kapcsolunk egy áramkörbe.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Soros 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Egyetlen áramút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I1 = I2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U1 + U2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Reredő = R1 +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Soros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R1 = 100 Ω, R2 = 200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Reredő = 300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24 V → I = 80 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Párhuzamos 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Több áramút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U1 = U2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I1 + I2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Párhuzamos eredő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1/Reredő = 1/R1 + 1/R2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Két ellenállásnál: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Reredő = (R1·R2)/(R1+R2)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Párhuzamos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R1 = 100 Ω, R2 = 200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Reredő ≈ 66,7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 eredő kisebb a legkisebb ágellenállásnál.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Miért párhuzamos a lakás hálózata?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Minden fogyasztó ugyanazt a feszültséget kapja.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Egy fogyasztó kikapcsolása nem szakítja meg a többit.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Soros vagy párhuzamos?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Soros: azonos áram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Párhuzamos: azonos feszültség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kapcsolási mód meghatározza az eredő ellenállást.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 × 120 Ω, U = 24 V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Számítsd ki sorosan és párhuzamosan: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Reredő és teljes áram.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Villamos teljesítmény és villamos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