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7. hét - Vezetékek és keresztmetszet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Felnőtt oktatás - Villamos alapismeretek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IAP -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Miért fontos a vezeték?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fogyasztó áramát biztonságosan kell továbbítani.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vezetéknek is van ellenállása.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Vezetőanyagok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Réz - jó vezető, jól köthető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Alumínium - könnyű, gazdaságos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Ezüst - kiváló vezető, drága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Fajlagos ellenállás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Jele: ρ (ró)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Az anyag vezetési tulajdonságát jellemzi.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Kisebb ρ → jobb vezető.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Vezeték ellenállása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 = ρ · l / A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Nagyobb hossz → nagyobb R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Nagyobb keresztmetszet → kisebb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Miért melegszik?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Pveszteség = I² · R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nagy áram erősen növeli a melegedést.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Gyakori keresztmetszetek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1,5 mm²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2,5 mm²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4 mm²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6 mm²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tényleges méretezés több tényezőtől függ.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Feszültségesés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ΔU = I · R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Hosszú vezeték + nagy áram + kis keresztmetszet → nagyobb feszültségesés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24 V-os vezérlőkör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vezetéken eső néhány volt már jelentős lehet.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Terhelés alatt a fogyasztónál is mérjünk.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10 m / 1,5 mm² és 20 m / 3 mm²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Azonos anyag.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Melyik vezeték ellenállása nagyobb?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Szigetelőanyagok, kábelek és vezetékek felépítése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