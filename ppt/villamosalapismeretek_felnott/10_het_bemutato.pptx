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Villamos alapismeretek - 10.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44200" cy="4297680"/>
          </a:xfrm>
          <a:prstGeom prst="roundRect">
            <a:avLst/>
          </a:prstGeom>
          <a:solidFill>
            <a:srgbClr val="EAF3FA"/>
          </a:solidFill>
          <a:ln>
            <a:solidFill>
              <a:srgbClr val="165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E59"/>
                </a:solidFill>
                <a:latin typeface="Aptos"/>
              </a:defRPr>
            </a:pPr>
            <a:r>
              <a:t>Egyszerű világítási kapcsolások és működésük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Egyszerű világítási áramkör felépítése.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Egypólusú, váltó- és keresztkapcsolás megértése.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fázisvezető kapcsolásának szerepe.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Kapcsolások gyakorlati alkalmazása.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Kapcsolódás a 9. héthez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9. héten a kapcsolók és érintkezők működését vizsgáltuk.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Most ezeket világítási áramkörökben alkalmazzuk.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Egyszerű világítási áramkör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Hálózat - kapcsoló - lámpa - vezetékek.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Zárt kapcsoló: kialakulhat az áramút.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Nyitott kapcsoló: az áramút megszakad.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Melyik vezetőt kapcsoljuk?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kapcsoló alapvetően a fázisvezetőt szakítja meg.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nullavezetőt önmagában nem használjuk egyszerű ki- és bekapcsolásra.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PE védővezetőt kapcsolóval nem szakítjuk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Egypólusú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 lámpa - egy kapcsolási hely.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fázis a kapcsolón keresztül jut a lámpához.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Egyszerű helyiségek tipikus alapkapcsolása.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Kapcsolt fázis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kapcsoló és a lámpa közötti vezető.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Állapota a kapcsoló helyzetétől függ.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Bekapcsolt állapotban fázispotenciálra kerülhet.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Váltókapcsolás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 lámpa két helyről kapcsolható.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Két váltókapcsoló szükséges.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kapcsolók között két váltószál fut.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Tipikus: folyosó vagy lépcső két vége.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A váltókapcsolás logikája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Mindkét kapcsoló egy közös pontot két lehetséges útra kapcsol.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Ha folytonos áramút jön létre, a lámpa világít.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Bármelyik kapcsoló átbillentése megváltoztatja a lámpa állapotát.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Keresztkapcsolás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Három vagy több kapcsolási helyhez.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Két szélső váltókapcsoló közé keresztkapcsoló kerül.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Több hely esetén további keresztkapcsolók iktathatók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Nem a megfelelő vezető megszakítása.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Téves kapocsazonosítás.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Laza kötés vagy sérült szigetelés.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Nem megfelelő készülék vagy vezeték használata.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Egy folyosó világítását három helyről kell kapcsolni.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Milyen kapcsolók szükségesek?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Milyen sorrendben helyeznéd el őket?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613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1 hely: egypólusú kapcsolás.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2 hely: két váltókapcsoló.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3 vagy több hely: két váltó + keresztkapcsoló(k).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PE vezetőt nem kapcsoljuk.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