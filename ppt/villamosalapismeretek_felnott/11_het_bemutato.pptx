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Villamos alapismeretek - 11.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44200" cy="4297680"/>
          </a:xfrm>
          <a:prstGeom prst="roundRect">
            <a:avLst/>
          </a:prstGeom>
          <a:solidFill>
            <a:srgbClr val="EAF3FA"/>
          </a:solidFill>
          <a:ln>
            <a:solidFill>
              <a:srgbClr val="165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0B2E59"/>
                </a:solidFill>
                <a:latin typeface="Aptos"/>
              </a:defRPr>
            </a:pPr>
            <a:r>
              <a:t>Villamos kötések, csatlakozások és szerelési megoldások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jó villamos kötés követelményei.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Csavaros és rugós kapcsok alapelve.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Érvéghüvely és krimpelés.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Tipikus szerelési hibák felismerése.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Kapcsolódás a 10. héthez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világítási kapcsolások csak megbízható vezetékcsatlakozásokkal működnek biztonságosan.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kötésnek villamosan és mechanikailag is megfelelőnek kell lennie.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Milyen a jó kötés?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Kis átmeneti ellenállás.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Megbízható mechanikai rögzítés.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Nem melegszik veszélyesen.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csupasz vezetőrész nem marad érinthető.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Átmeneti ellenállás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Minden érintkezési helynek van ellenállása.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Laza, oxidált vagy kis felületű kötésnél ez megnőhet.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Az I²R veszteség helyi melegedést okozhat.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Csavaros kötés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csavar szorítja a vezetőt az érintkező felülethez.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Fontos a megfelelő csupaszítás és meghúzás.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túl laza és a túlzott meghúzás is hibát okozhat.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Rugós kapocs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Rugóerő biztosítja az érintkezési nyomást.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Gyors és ismételhető szerelést tesz lehetővé.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kapocs vezetőtípus- és keresztmetszet-tartományát be kell tartani.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Érvéghüvely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Finomszálú vezető rendezett lezárására használható.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hüvely méretének illeszkednie kell a vezetőhöz.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Megfelelő présszerszámmal kell krimpelni.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Krimpelés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Mechanikus préskötés.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vezető, a csatlakozóelem és a szerszám rendszerként illeszkedik.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Nem megfelelő fogó rejtett hibát okozhat.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Csupaszítás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Az ér nem sérülhet.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Túl rövid csupaszítás: bizonytalan érintkezés.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Túl hosszú csupaszítás: kilógó, érinthető vezetőrész.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Réz és alumínium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Különböző vezetőanyagok összekötése külön figyelmet igényel.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Csak erre alkalmas csatlakozómegoldást használunk.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hibás kapcsolat korróziós és érintkezési problémát okozhat.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Gyakori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Laza kötés.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Kilógó elemi szálak.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Rossz méretű érvéghüvely.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Hibás krimpelés.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Sérült vezetőér vagy túl hosszú csupaszítás.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Azonosíts három kötési mintát.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Keress lehetséges hibákat.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Indokold meg, melyik megoldás milyen feladatra lehet megfelelő.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jó kötés villamosan és mechanikailag is megbízható.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kötési módot a vezető és a kapocs alapján választjuk.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megfelelő szerszám és az ellenőrzés alapvető.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