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16. hét - Villamos fogyasztásmérés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villanyóra működésének gyakorlati értelmezése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Villamos alapismeretek - felnőtt képzés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Mit tanulunk?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Mit mér a fogyasztásmérő?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Mit jelent a kWh?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Mérőállás leolvasása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Fogyasztás számítása két leolvasásból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Kapcsolat: E = P ·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Mit mér a villanyóra?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Villamos energiát mér.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Leggyakoribb kijelzés: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Nem azonos a pillanatnyi teljesítménnyel.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1 kW × 1 h = 1 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Mérőállás és fogyasztás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Fogyasztás = új mérőállás - régi mérőállás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12 932,1 - 12 845,6 = 86,5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Mindig figyelj a tizedesjegyre és a mértékegységre!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Régi indukciós mérő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Forgó alumíniumtárcsa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terheléssel nő a tárcsa fordulatszáma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számlálómű a fordulatokat energiaértékké alakítja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Elektronikus és okosmérő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Feszültség- és áramérzékelés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Elektronikus teljesítményszámítás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Energia idő szerinti összegzése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Digitális kijelzés és adatgyűjtés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Mérőállandó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Példa: 1000 imp/kWh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1000 impulzus = 1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250 impulzus = 0,25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konkrét értéket mindig a mérő feliratáról olvasd 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Teljesítményből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 [kWh] = P [kW] · t [h]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1,5 kW × 3 h = 4,5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teljesítmény és az üzemidő együtt határozza meg a fogyasztást.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mérőhelyet nem bontjuk meg.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Plombált részekhez nem nyúlunk.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Tanulói feladat: leolvasás, számítás, dokumentálás.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Hálózati mérés csak megfelelő eszközzel és oktatói felügyelettel.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Rögzíts két mérőállást vagy használj mintaadatot.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Számítsd ki a fogyasztást.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Becsüld meg három készülék napi energiafelhasználását.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Hasonlítsd össze a két eredményt.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A fogyasztásmérő energiát mér.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Mértékegység: kWh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Fogyasztás = mérőállások különbsége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 = P · t</a:t>
            </a:r>
          </a:p>
          <a:p>
            <a:pPr>
              <a:spcAft>
                <a:spcPts val="1200"/>
              </a:spcAft>
              <a:defRPr sz="2100">
                <a:solidFill>
                  <a:srgbClr val="102536"/>
                </a:solidFill>
              </a:defRPr>
            </a:pPr>
            <a:r>
              <a:t>Ezzel lezárjuk a 13-16. heti tananyagegységet.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