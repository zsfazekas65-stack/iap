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15. hét - Villamos teljesítmény és villamos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Számítás, mértékegységek és gyakorlati értelmezés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Villamos alapismeretek - felnőtt képzés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Mit tanulunk?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Mit jelent a teljesítmény?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Mit jelent az energia?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 = U·I használata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 = P·t használata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W, kW, Wh és kWh megkülönböztetése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Villamos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 = U · I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 [W], U [V], I [A]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teljesítmény az energiaátalakítás ütemét mutatja.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230 V · 2 A = 460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További teljesítményképletek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Ohmos fogyasztónál: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 = U² / R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 = I² · R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Mindig figyelj a mértékegységekre!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Villamos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 = P · t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Gyakorlatban: E [kWh] = P [kW] · t [h]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2 kW · 3 h = 6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Az energia az üzemidőtől is függ.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kW vagy kWh?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kW = teljesítmény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kWh = energia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 kW = 1000 W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két mennyiség nem cserélhető fel.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Fogyasztási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100 W-os lámpa napi 5 órát működik.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0,1 kW · 5 h = 0,5 kWh/nap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30 nap alatt: 15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 fogyaszt többet?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Nagy teljesítmény + rövid idő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Kis teljesítmény + hosszú idő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fogyasztást mindig P és t együtt határozza meg.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W és kW összekeverése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kW és kWh felcserélése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Perc → óra átváltás elmarad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mA → A átváltás elmarad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Mértékegység nélküli eredmény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Válassz három hétköznapi készüléket.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Írd fel névleges teljesítményüket.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Becsüld meg napi üzemidejüket.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Számíts napi és havi energiafogyasztást.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 = U·I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 = P·t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Teljesítmény: W vagy kW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Energia: Wh vagy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Következő hét: fogyasztásmérés és villanyóra.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