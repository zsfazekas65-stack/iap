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6. hét - Villamos teljesítmény és energia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Felnőtt oktatás - Villamos alapismeretek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IAP - Tanulj! Alkalmazz! Alkoss!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Mit tanultunk eddig?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Feszültség U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Áramerősség I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Ellenállás 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Soros és párhuzamos kapcsolások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 a villamos teljesítmény?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Jele: P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Mértékegysége: watt (W)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Megmutatja az energiaátalakítás ütemét.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Alapképlet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 = U · I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24 V · 0,5 A = 12 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További alakok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 = I² · 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 = U² / R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Az Ohm-törvénnyel együtt használhatók.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 a villamos energia?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 = P · 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SI-egység: joule (J)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Gyakorlatban: Wh és kWh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Mit jelent 1 kWh?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 kW teljesítmény 1 órán át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 kWh = 1000 Wh = 3,6 MJ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Példa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1 kW-os fogyasztó 2 órán át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 = 1 kW · 2 h = 2 kWh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Adattábla és áramfelvétel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24 V, 48 W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I = P/U = 48/24 = 2 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A névleges adatok segítenek a méretezésben.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Teljesítmény és biztonság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Nagyobb teljesítmény általában nagyobb áramfelvételt jelent.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Vezeték, kapcsoló, védelem és tápegység megfelelő méretezése szükséges.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IAP-kihívás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24 V, 1,5 A, napi 4 óra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Számítsd ki: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P = ? W</a:t>
            </a:r>
          </a:p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E = ? Wh = ? kWh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82296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E70B7"/>
                </a:solidFill>
              </a:defRPr>
            </a:pPr>
            <a:r>
              <a:t>Következő hét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106070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4243A"/>
                </a:solidFill>
              </a:defRPr>
            </a:pPr>
            <a:r>
              <a:t>Vezetékek, vezetőanyagok és keresztmetszet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17089"/>
                </a:solidFill>
              </a:defRPr>
            </a:pPr>
            <a:r>
              <a:t>IAP - Integrált Automatika Program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