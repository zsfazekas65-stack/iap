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14. hét - Soros és párhuzamos ellenálláskapcsolások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Eredő ellenállás számítása és ellenőrzése méréssel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Villamos alapismeretek - felnőtt képzés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két kapcsolás felismerése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Eredő ellenállás kiszámítása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Mérési ellenőrzés multiméterrel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Soros 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Re = R1 + R2 + ...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Az áram minden elemen azonos.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feszültségek összeadódnak.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Az eredő nagyobb bármelyik tagellenállásnál.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Soros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R1 = 220 Ω; R2 = 330 Ω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Re = 550 Ω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U = 11 V → I = 20 mA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U1 = 4,4 V; U2 = 6,6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Párhuzamos 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1/Re = 1/R1 + 1/R2 + ...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Minden ág feszültsége azonos.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Az ágáramok összeadódnak.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Az eredő kisebb a legkisebb ágellenállásnál.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Párhuzamos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220 Ω || 330 Ω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Re = (220·330)/(220+330)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Re = 132 Ω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Gyors ellenőrzés: 132 Ω &lt; 220 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Mérés multiméterrel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Csak feszültségmentes kapcsoláson mérünk ellenállást.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Mérd meg külön R1 és R2 értékét.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Ezután mérd meg a kapcsolás eredőjét.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Hasonlítsd össze a számított értékkel.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Gyakori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két képlet felcserélése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Ω és kΩ összekeverése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Hibás párhuzamos nagyságrend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Feszültség alatti ellenállásmérés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Mérj két ellenállást.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Számítsd ki soros és párhuzamos eredőjüket.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Építsd meg és mérd meg mindkét kapcsolást.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Értékeld az eltérést.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Soros: ellenállások összeadódnak.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Párhuzamos: reciprokok összeadódnak.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számítás mérés előtt becsülhető és utána ellenőrizhető.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Következő hét: villamos teljesítmény és energia.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