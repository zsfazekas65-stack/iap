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4. hét - Ohm-törvény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Felnőtt oktatás - Villamos alapismeretek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Kapcsolódás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Már ismerjük: U - feszültség, I - áramerősség, R - ellenállás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Most összekapcsoljuk őket.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Georg Simon Ohm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 áram, a feszültség és az ellenállás kapcsolatát vizsgálta.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Róla nevezték el az ellenállás mértékegységét: ohm (Ω).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Ohm-törvény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R · I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U /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 = U /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Mit jelent?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Állandó R mellett: nagyobb U → nagyobb I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Állandó U mellett: nagyobb R → kisebb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Példa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24 V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 = 120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24 / 120 = 0,2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Példa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12 V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0,5 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 = 12 / 0,5 = 24 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Példa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R = 50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0,2 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50 · 0,2 = 10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Mértékegységek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 kΩ = 1000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 mA = 0,001 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250 mA = 0,25 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2,2 kΩ = 2200 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24 V-os vezérlőkör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Tekercs: R = 240 Ω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24 / 240 = 0,1 A = 100 mA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számított és mért érték összevethető.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U = 24 V, I = 80 mA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Mekkora R?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Mekkora I lenne 12 V-on ugyanazzal az R-rel?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Soros és párhuzamos kapcsolások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