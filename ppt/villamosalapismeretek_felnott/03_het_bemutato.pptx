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3. hét - Áramerősség és ellenállás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Felnőtt oktatás - Villamos alapismeretek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IAP - Tanulj! Alkalmazz! Alkoss!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Kapcsolódás a 2. héthez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Feszültség + zárt vezető út → áram folyhat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Most azt vizsgáljuk: mekkora az áram, és mi korlátozza?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Mi az áramerősség?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Jele: I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Mértékegysége: amper (A)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I = Q / t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1 A = 1 C/s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Áramerősség mérése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Ampermérő vagy multiméter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SOROS bekötés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A mérendő áramnak át kell folynia a műszeren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Fontos mérési szabály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Árammérő állásban a multimétert NE kösd közvetlenül a tápegység két kapcsára!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Ez közel rövidzárást okozhat.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Mi az ellenállás?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Jele: R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Mértékegysége: ohm (Ω)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Az áram kialakulását korlátozza.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Mitől függ a vezető ellenállása?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Anyag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Hossz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Keresztmetszet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Hőmérséklet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24 V-os példa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+24 V → kapcsoló → lámpa → 0 V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Nagyobb ellenállás → kisebb áram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Nagyon kis ellenállás → veszélyesen nagy áram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Ellenőrző kérdések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Mi az I és az R jelentése?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Miért sorosan kötjük az ampermérőt?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Mi befolyásolja a vezető ellenállását?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IAP-kihívás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A 24 V-os lámpa halványan világít.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Milyen hibák vagy túl nagy ellenállások okozhatják?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Állíts fel ellenőrzési sorrendet!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Következő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Ohm-törvény és egyszerű áramköri számítások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