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8. hét - Szigetelőanyagok és kábelek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Felnőtt oktatás - Villamos alapismeretek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IAP -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A vezető önmagában nem elég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vezető továbbítja az áramot.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szigetelés választja el a környezetétől és más vezetőktől.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 a szigetelőanyag?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Nagyon kis villamos vezetőképességű anyag.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Segít megelőzni a nem kívánt áramutakat, zárlatot és áramütést.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Gyakori anyagok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PVC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PE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XLPE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Gumi / elasztomerek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Porcelán és üveg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A szigetelést érő hatások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Villamos feszültség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Hő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Mechanikai igénybevétel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Nedvesség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Vegyi és UV-hatás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Öregedés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Kábel felépítése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Vezető ér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Érszigetelés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Esetleges kitöltő / árnyékolás / védelem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Külső köpeny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Tömör vagy sodrott?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Tömör ér: rögzített szereléseknél gyakori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Sodrott ér: hajlékonyabb, mozgó csatlakozásokhoz kedvezőbb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Érszínek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színek azonosítási és biztonsági célt szolgálnak.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Zöld/sárga: védővezető jelölése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Kék: meghatározott esetekben nullavezető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Sérült szigetelés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Repedés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Megégés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Bevágás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Öregedés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→ áramütés, zárlat vagy szivárgó áram veszélye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Kábelválasztás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Feszültség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Terhelhetőség és keresztmetszet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Környezeti hatások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Hajlékonyság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Mechanikai igénybevétel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Szerelési mód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Tömör vezető + hajlékony sodrott vezető + többérű kábel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Azonosítsd a szerkezeti különbségeket és javasolj felhasználást!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Kapcsolók, nyomógombok és egyszerű kapcsolókészülékek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