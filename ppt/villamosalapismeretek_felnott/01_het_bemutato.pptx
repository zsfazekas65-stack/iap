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A villamosság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Felnőtt oktatás • Erősáramú elektrotechnikus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Atom • töltés • vezetők • szigetelők • félvezetők • villamos áram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Mit kell ma megértenünk?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Miből épül fel az atom villamos szempontból?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 a pozitív és a negatív töltés?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Miért vezet a réz, és miért szigetel a PVC?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Mit nevezünk villamos áramnak?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Miért kétféle irányról beszélünk: elektronáramlás és technikai áramirány?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Történeti kitekintés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Az ókorban már ismerték a megdörzsölt borostyán vonzó hatását.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18–19. század kísérletei az elektromosságot mérhető jelenséggé tették.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J. J. Thomson a 19. század végén igazolta az elektron létezését.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Ettől kezdve a villamos áram töltéshordozók mozgásával is értelmezhetővé vált.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Az atom egyszerű modellje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Atommag: protonok (+) és neutronok (0).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Az atommag környezetében elektronok (−) találhatók.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Semleges atomban a protonok és elektronok száma azonos.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villamos vezetés szempontjából a könnyebben mozgó külső elektronok különösen fontosak.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Proton: +   •   Neutron: 0   •   Elektron: 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Villamos töltés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töltés jele: Q.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Mértékegysége: coulomb (C).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Azonos előjelű töltések taszítják egymást.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Ellentétes előjelű töltések vonzzák egymást.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Az elektron elemi töltésének nagysága ≈ 1,602 · 10⁻¹⁹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Vezetők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töltéshordozók könnyen elmozdulhatnak.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Jó fémes vezetők: réz, alumínium, ezüst.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villamos vezetékek ere jellemzően rézből vagy alumíniumból készül.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Feladatuk: a villamos áram kijelölt útjának biztosítása.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Szigetelők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töltések nem tudnak könnyen szabadon elmozdulni.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Példák: PVC, gumi, üveg, porcelán.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vezető részeket elválasztják egymástól és a környezettől.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biztonságos villamos szerelés alapvető anyagai.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Félvezetők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Vezetőképességük a vezetők és szigetelők közé esik.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Vezetőképességük befolyásolható.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Legfontosabb alapanyag: szilícium.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Diódák, tranzisztorok, integrált áramkörök és érzékelők alapja.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Mi a villamos áram?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villamos áram töltések rendezett mozgása.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Fémes vezetőben a mozgó töltéshordozók elektronok.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rendezetlen hőmozgás önmagában nem villamos áram.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rendezett mozgáshoz villamos hatás és zárt vezető út szükséges.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I = Q / t   •   1 A = 1 C/s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Egyszerű számítás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4 másodperc alatt 12 C töltés halad át egy vezető keresztmetszetén.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I = Q / t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I = 12 C / 4 s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I = 3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Az áramerősség azt mutatja meg, mennyi töltés halad át időegység alatt.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Két irány – ne keverd össze!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Elektronok mozgása fémes vezetőben: negatív pólus → pozitív pólus.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Technikai áramirány: pozitív pólus → negatív pólus.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technikai áramirány történelmi megállapodás.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Kapcsolási rajzokon és számításokban a technikai áramirányt használjuk.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Elektron: − → +     |     Technikai áram: + → 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Mikor folyhat tartósan áram?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Legyenek mozgásra képes töltéshordozók.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Legyen a töltéseket mozgató villamos hatás.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Legyen zárt vezető út, vagyis zárt áramkör.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feszültség és az egyszerű áramkör részletesen a következő hét témája.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Atom: proton, neutron, elektron.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villamos töltés lehet pozitív vagy negatív.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Vezető – könnyű töltésmozgás; szigetelő – erősen akadályozott töltésmozgás.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félvezetők vezetőképessége befolyásolható.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Villamos áram = töltések rendezett mozgása.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I = Q/t.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A technikai áramirány ellentétes az elektronok mozgásával.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IAP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Keress három villamos készüléket a környezetedben!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Mindegyiknél nevezz meg legalább egy vezető és egy szigetelő anyagot vagy alkatrészt.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Írd le röviden, miért szükséges ott vezető, illetve szigetelő anyag.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Plusz: találsz-e olyan részt, amely félvezetőt tartalmazhat?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A cél nem a szétszerelés, hanem a szakmai gondolkodás.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0B9F2"/>
                </a:solidFill>
              </a:defRPr>
            </a:pPr>
            <a:r>
              <a:t>VILLAMOS ALAPISMERETEK • 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1A30"/>
                </a:solidFill>
              </a:defRPr>
            </a:pPr>
            <a:r>
              <a:t>Következő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Feszültség és áramkör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 mozgatja a töltéseket?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Mi a potenciál és a feszültség?</a:t>
            </a:r>
          </a:p>
          <a:p>
            <a:pPr>
              <a:spcAft>
                <a:spcPts val="1300"/>
              </a:spcAft>
              <a:defRPr sz="2000">
                <a:solidFill>
                  <a:srgbClr val="14243A"/>
                </a:solidFill>
              </a:defRPr>
            </a:pPr>
            <a:r>
              <a:t>Hogyan épül fel a legegyszerűbb zárt villamos áramkör?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166360"/>
            <a:ext cx="10607040" cy="822960"/>
          </a:xfrm>
          <a:prstGeom prst="roundRect">
            <a:avLst/>
          </a:prstGeom>
          <a:solidFill>
            <a:srgbClr val="EEF7FC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E70B7"/>
                </a:solidFill>
              </a:defRPr>
            </a:pPr>
            <a:r>
              <a:t>2. hét • Feszültség és áramkör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