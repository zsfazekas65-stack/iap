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Villamos alapismeretek - 9. hét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10744200" cy="4389120"/>
          </a:xfrm>
          <a:prstGeom prst="roundRect">
            <a:avLst/>
          </a:prstGeom>
          <a:solidFill>
            <a:srgbClr val="EAF3FA"/>
          </a:solidFill>
          <a:ln>
            <a:solidFill>
              <a:srgbClr val="165A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B2E59"/>
                </a:solidFill>
                <a:latin typeface="Aptos"/>
              </a:defRPr>
            </a:pPr>
            <a:r>
              <a:t>Kapcsolók, nyomógombok és egyszerű kapcsolókészülékek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Tanulási 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A kapcsolók és nyomógombok feladatának megértése.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Az NO és NC érintkezők felismerése.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A kapcsoló és a nyomógomb működésének összehasonlítása.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Egyszerű kapcsolókészülékek gyakorlati alkalmazásának megismerése.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Kapcsolódás a 8. héthez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A vezeték biztosítja az áram útját, a szigetelés a biztonságos elválasztást.</a:t>
            </a:r>
          </a:p>
          <a:p>
            <a:pPr>
              <a:spcAft>
                <a:spcPts val="1300"/>
              </a:spcAft>
              <a:defRPr sz="1900">
                <a:solidFill>
                  <a:srgbClr val="17202A"/>
                </a:solidFill>
                <a:latin typeface="Aptos"/>
              </a:defRPr>
            </a:pPr>
            <a:r>
              <a:t>A 9. héten azt vizsgáljuk, hogyan szakítjuk meg, zárjuk vagy változtatjuk meg szándékosan az áram útját.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Történeti kitekintés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A korai villamos berendezésekben egyszerű kézi fémérintkezők végezték a kapcsolást.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Később megjelentek a rugós, billenő-, forgó- és nyomógombos szerkezetek.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Ma mechanikus, elektronikus és érintésérzékeny kapcsolókkal is találkozunk.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Nyitott és zárt áramkör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Zárt áramkör: folytonos vezető út áll rendelkezésre, ezért áram folyhat.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Nyitott áramkör: a vezető út megszakad, ezért ideális esetben nem folyik áram.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NO érintkező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NO = Normally Open = alaphelyzetben nyitott.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Működtetés nélkül nincs vezető kapcsolat.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Működtetéskor az érintkező zár.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Gyakori példa: START nyomógomb.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NC érintkező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NC = Normally Closed = alaphelyzetben zárt.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Működtetés nélkül vezető kapcsolat van.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Működtetéskor az érintkező nyit.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Gyakori példa: STOP nyomógomb.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Kapcsoló vagy nyomógomb?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Kapcsoló: általában megtartja a beállított állapotát.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Nyomógomb: többnyire csak működtetés közben változtatja meg az érintkező állapotát.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Elengedéskor a rugó visszaállítja a nyomógombot alaphelyzetbe.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Váltóérintkező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Egy közös pontot két lehetséges érintkező közül az egyikhez kapcsol.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Nemcsak ki- és bekapcsolásra, hanem két áramút közötti választásra is használható.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Érintkezők terhelhetősége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2A"/>
                </a:solidFill>
                <a:latin typeface="Aptos"/>
              </a:defRPr>
            </a:pPr>
            <a:r>
              <a:t>A kapcsolókészülék csak a megadott névleges feszültség- és áramértékeken belül használható.</a:t>
            </a:r>
          </a:p>
          <a:p>
            <a:pPr>
              <a:spcAft>
                <a:spcPts val="1300"/>
              </a:spcAft>
              <a:defRPr sz="1900">
                <a:solidFill>
                  <a:srgbClr val="17202A"/>
                </a:solidFill>
                <a:latin typeface="Aptos"/>
              </a:defRPr>
            </a:pPr>
            <a:r>
              <a:t>Túlterheléskor melegedés, ívképződés, érintkezőkárosodás vagy összehegedés is bekövetkezhet.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Gyakorlati példák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Szobai világításkapcsoló - tartós állapotú kapcsoló.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Csengő - pillanatműködésű NO nyomógomb.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START - gyakran NO.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STOP - gyakran NC.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Váltókapcsoló - két áramút közötti átkapcsolás.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17202A"/>
                </a:solidFill>
                <a:latin typeface="Aptos"/>
              </a:defRPr>
            </a:pPr>
            <a:r>
              <a:t>NO és NC nyomógomb, egyszerű kapcsoló és multiméter segítségével azonosítsd az érintkezők alaphelyzetét.</a:t>
            </a:r>
          </a:p>
          <a:p>
            <a:pPr>
              <a:spcAft>
                <a:spcPts val="1300"/>
              </a:spcAft>
              <a:defRPr sz="1900">
                <a:solidFill>
                  <a:srgbClr val="17202A"/>
                </a:solidFill>
                <a:latin typeface="Aptos"/>
              </a:defRPr>
            </a:pPr>
            <a:r>
              <a:t>Feszültségmentes állapotban folytonosságméréssel vizsgáld meg, hogyan változik az állapot működtetéskor.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500">
                <a:solidFill>
                  <a:srgbClr val="FFFFFF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1060704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NO: alaphelyzetben nyitott.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NC: alaphelyzetben zárt.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A kapcsoló jellemzően megtartja az állapotát.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A nyomógomb elengedéskor visszatér alaphelyzetbe.</a:t>
            </a:r>
          </a:p>
          <a:p>
            <a:pPr>
              <a:spcAft>
                <a:spcPts val="1300"/>
              </a:spcAft>
              <a:defRPr sz="2200">
                <a:solidFill>
                  <a:srgbClr val="17202A"/>
                </a:solidFill>
                <a:latin typeface="Aptos"/>
              </a:defRPr>
            </a:pPr>
            <a:r>
              <a:t>Mindig figyelni kell a készülék névleges adataira.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65A9F"/>
                </a:solidFill>
                <a:latin typeface="Aptos"/>
              </a:defRPr>
            </a:pPr>
            <a:r>
              <a:t>IAP |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