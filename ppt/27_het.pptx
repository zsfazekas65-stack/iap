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27.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AKTÍV SZŰRŐK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DE9136"/>
                </a:solidFill>
                <a:latin typeface="Aptos"/>
              </a:defRPr>
            </a:pPr>
            <a:r>
              <a:t>MŰVELETI ERŐSÍTŐKKEL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42AAD2"/>
                </a:solidFill>
                <a:latin typeface="Aptos"/>
              </a:defRPr>
            </a:pPr>
            <a:r>
              <a:t>LM358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1005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E9136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743200"/>
            <a:ext cx="1645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→ SZŰRŐ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274320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3F8F68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77639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fc ≈ 159 Hz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Miért mérhet hibás értéket egy jó érzékelő?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nem feltétlen hibás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ráül a jelre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javítja a jelet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Aktív szűrő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műveleti erősítő többet ad a passzív RC-nél.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aktív 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lehetséges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KARAKTERISZTIKA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pontosabb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Alul- és felüláteresztő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Két alapvető frekvenciaszelektív működés.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alacsony f átmegy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magas f átmegy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zajszűrés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Vágási 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−3 dB-es pont gyakorlati jelentése.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AMPLITÚDÓ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70,7%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−3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határpont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 = 10 kΩ • C = 100 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fc=1/(2πRC)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159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ellenőrizhető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LM358 aktív aluláteresztő.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GENERÁTOR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bemeneti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OSZCILLOSZKÓP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Ube és Uki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változtatás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zajszűrés sok helyen kritikus.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nyomás / hőmérséklet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FREKIVÁLTÓ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jelkezelés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MŰSZER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hang / orvosi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Magyar büszkeség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Bay Zoltán munkájában is kulcsszerepű volt a zajból történő jelkinyerés.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RADAR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érzékeny 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visszavert 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ZAJSZŰRÉS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kulcsszerep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0–10 V-os nyomásérzékelő jelének szűrése.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LASSÚ 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torzítás nélkül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MAGAS f ZAJ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csillapítás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TERVEZÉS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aktív LPF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28. hét: műveleti erősítős erősítőkapcsolások.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INVERTÁLÓ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NEM INVERTÁLÓ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VISSZACSATOLÁS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erősítés számítása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