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7.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"/>
              </a:defRPr>
            </a:pPr>
            <a:r>
              <a:t>FREKVENCIAÁTVITEL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6400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>
                <a:solidFill>
                  <a:srgbClr val="DE9136"/>
                </a:solidFill>
                <a:latin typeface="Aptos"/>
              </a:defRPr>
            </a:pPr>
            <a:r>
              <a:t>Bode-diagram alapjai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7160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00200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Av (dB)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4709160"/>
            <a:ext cx="7315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log f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4114800"/>
            <a:ext cx="640080" cy="73152"/>
          </a:xfrm>
          <a:prstGeom prst="rect">
            <a:avLst/>
          </a:prstGeom>
          <a:solidFill>
            <a:srgbClr val="DE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69680" y="3108960"/>
            <a:ext cx="1371600" cy="73152"/>
          </a:xfrm>
          <a:prstGeom prst="rect">
            <a:avLst/>
          </a:prstGeom>
          <a:solidFill>
            <a:srgbClr val="DE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41280" y="4069080"/>
            <a:ext cx="640080" cy="73152"/>
          </a:xfrm>
          <a:prstGeom prst="rect">
            <a:avLst/>
          </a:prstGeom>
          <a:solidFill>
            <a:srgbClr val="DE9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3429000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42AAD2"/>
                </a:solidFill>
                <a:latin typeface="Aptos"/>
              </a:defRPr>
            </a:pPr>
            <a:r>
              <a:t>-3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434840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fL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4434840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fH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hét célja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Frekvenciaátvitel • Bode-diagram • -3 dB • fL • fH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FREKVENCIA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az erősítés nem állandó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BODE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logaritmikus frekvenciatengely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HATÁROK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fL és fH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Az erősítés frekvenciafüggése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valós erősítőnél az aktív elemek és kondenzátorok is számítanak.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ALACSONY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az erősítés változhat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KÖZÉPTARTOMÁNY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közel állandó erősítés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MAGAS 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az erősítés változhat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Erősítés decibelben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forrás képlete a feszültségerősítésre.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KÉPLET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Av(dB) = 20 × log10(Uki/Ube)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Ube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bemeneti feszültség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Uki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kimeneti feszültség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Bode-diagram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Erősítés dB-ben, logaritmikus frekvenciatengelyen.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fL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alsó határfrekvencia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KÖZÉP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hasznos tartomány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fH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felső határfrekvencia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-3 dB-es pont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határfrekvencia meghatározásának kulcsa.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3 dB-lel kisebb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FESZÜLTSÉG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Uki = 0,707 × Uki(max)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JELENTÉS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határfrekvencia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Kidolgozott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Egy erősítő erősítése 26 dB.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ÁTALAKÍTÁS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Av = 10^(26/20)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EREDMÉNY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Av ≈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ÉRTELMEZÉS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Uki közel 20× Ube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Laboratóriumi gyakorlat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Mérj több frekvencián, majd rajzolj görbét.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100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1–5 kHz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10–50 kHz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Kiértékelés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mérési pontokból frekvenciaátviteli görbe készül.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számíts Av(dB)-t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rajzold fel a görbét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jelöld fL, fH és -3 dB-t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Négy kulcsállítás a forrásból.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Az erősítés frekvenciafüggő.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 Bode-diagram kapcsolatot mutat.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 -3 dB határfrekvenciát jelöl.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fL és fH között optimális.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03327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42AAD2"/>
                </a:solidFill>
                <a:latin typeface="Aptos"/>
              </a:defRPr>
            </a:pPr>
            <a:r>
              <a:t>7.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FREKVENCIAÁTVITEL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DE9136"/>
                </a:solidFill>
                <a:latin typeface="Aptos"/>
              </a:defRPr>
            </a:pPr>
            <a:r>
              <a:t>MÉRÉS → SZÁMÍTÁS → BODE-GÖRBE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