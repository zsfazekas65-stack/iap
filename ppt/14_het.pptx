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14.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400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Aptos"/>
              </a:defRPr>
            </a:pPr>
            <a:r>
              <a:t>INTEGRÁLÓ 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68880"/>
            <a:ext cx="68580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 b="1">
                <a:solidFill>
                  <a:srgbClr val="DE9136"/>
                </a:solidFill>
                <a:latin typeface="Aptos"/>
              </a:defRPr>
            </a:pPr>
            <a:r>
              <a:t>DIFFERENCIÁLÓ OP-AMP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25880"/>
            <a:ext cx="3566160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691640"/>
            <a:ext cx="1005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800" b="1">
                <a:solidFill>
                  <a:srgbClr val="42AAD2"/>
                </a:solidFill>
                <a:latin typeface="Aptos"/>
              </a:defRPr>
            </a:pPr>
            <a:r>
              <a:t>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1737360"/>
            <a:ext cx="1371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DE9136"/>
                </a:solidFill>
                <a:latin typeface="Aptos"/>
              </a:defRPr>
            </a:pPr>
            <a:r>
              <a:t>d/dt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108960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PI • PD • PID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977639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F8F68"/>
                </a:solidFill>
                <a:latin typeface="Aptos"/>
              </a:defRPr>
            </a:pPr>
            <a:r>
              <a:t>jelalak-formálás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Technikatörténeti kitekintés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Analóg számítógépektől az ipari automatizálásig.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ANALÓG GÉPEK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matematikai műveletek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MODELLEZÉS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folyamatok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AUTOMATIZÁLÁS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szabályozástechnika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Integráló kapcsolás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bemeneten R, a visszacsatolásban 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KÉPLET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Uki=-(1/RC)∫Ube dt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ÁLLANDÓ BEMENET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lineáris kimenet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JELALAK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négyszög → háromszög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Integráló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Az integrálás szabályozási és jelkezelési művelet.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szabályozó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PID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szabályozó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JELFELDOLGOZÁS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 áramkör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Differenciáló kapcsolás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bemeneten C, a visszacsatolásban 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KÉPLET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Uki=-RC·dUbe/dt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REAKCIÓ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változási sebesség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GYORS ÉL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impulzus a kimeneten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Differenciáló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gyors változások kiemelése.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PD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szabályozó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PID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szabályozó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ÉLÉRZÉKELÉS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impulzusformálás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Integráló vs differenciáló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Két ellentétes matematikai művelet.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INTEGRÁLÓ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 időbeli összegzése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DIFFERENCIÁLÓ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változás kiemelése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KÖZÖS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OP-AMP + R + 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Laboratóriumi gyakorlat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LM358 vagy LM741 vizsgálatok.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integráló felépítése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négyszög ↔ háromszög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differenciáló több f-en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számított ↔ mért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Érdekesség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Az analóg számítógépek több száz OP-AMP-ot használtak.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SOK FOKOZAT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összekapcsolva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INTEGRÁLÁS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folyamatmodellezés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DIFF. EGYENLET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 megoldás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Előretekintés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15. hét: komparátorok és Schmitt-trigger.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ANALÓG → DIGITÁLIS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jelátalakítás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HISZTERÉZIS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stabil kapcsolás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IPAR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PLC-bemenetek, érzékelők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