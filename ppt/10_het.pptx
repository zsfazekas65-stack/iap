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10.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7665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MÁSODRENDŰ SZŰRŐK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DE9136"/>
                </a:solidFill>
                <a:latin typeface="Aptos"/>
              </a:defRPr>
            </a:pPr>
            <a:r>
              <a:t>ÉS REZONANCIA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874519"/>
            <a:ext cx="2651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XL = XC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743200"/>
            <a:ext cx="1188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DE9136"/>
                </a:solidFill>
                <a:latin typeface="Aptos"/>
              </a:defRPr>
            </a:pPr>
            <a:r>
              <a:t>f₀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794760"/>
            <a:ext cx="2651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2AAD2"/>
                </a:solidFill>
                <a:latin typeface="Aptos"/>
              </a:defRPr>
            </a:pPr>
            <a:r>
              <a:t>40 dB/dekád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Első- és másodrendű szűrők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Egy vagy két energiatároló elem.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1. 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20 dB/dekád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2. 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40 dB/dekád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ELŐNY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jobb szelektivitás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másodrendű szűrő előnyei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forrás három fő előnye.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ÁTMENET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meredekebb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SZELEKTIVITÁS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nagyobb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ZAJSZŰRÉS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jobb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Rezonancia az RLC-körben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induktív és kapacitív reaktancia egyenlő.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FELTÉTEL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XL = XC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XL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2πfL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XC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1/(2πfC)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Rezonanciafrekvencia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L és C értéke határozza meg.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KÉPLET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f₀ = 1/(2π√LC)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PÉLDA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L=10 mH; C=100 nF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f₀ ≈ 5033 Hz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Jósági tényező - 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rezonanciagörbe élességét jellemzi.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NAGY 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keskenyebb sáv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NAGY 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jobb szelektivitás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KIS 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szélesebb, laposabb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Gyakorlati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Másodrendű szűrők és rezonancia a gyakorlatban.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RÁDIÓ / TV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hangolás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HANGTECHNIKA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keresztváltó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jelfeldolgozás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kommunikáció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Laboratóriumi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RLC-kör felépítése vagy szimulációja.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RLC-kör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f₀ meghatározása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1. ↔ 2. rend összevetése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átviteli görbe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10. hét négy kulcsállítása.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40 dB/dekád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másodrendű szűrő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XL = XC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rezonancia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f₀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 és C függvénye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görbe alakja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