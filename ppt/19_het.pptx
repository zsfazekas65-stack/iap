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19.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AKTÍV SZŰRŐK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858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DE9136"/>
                </a:solidFill>
                <a:latin typeface="Aptos"/>
              </a:defRPr>
            </a:pPr>
            <a:r>
              <a:t>AMIKOR A ZAJBÓL INFORMÁCIÓ LESZ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73736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F8F68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73736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73736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E9136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42AAD2"/>
                </a:solidFill>
                <a:latin typeface="Aptos"/>
              </a:defRPr>
            </a:pPr>
            <a:r>
              <a:t>SZŰRŐ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88620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F8F68"/>
                </a:solidFill>
                <a:latin typeface="Aptos"/>
              </a:defRPr>
            </a:pPr>
            <a:r>
              <a:t>HASZNOS INFORMÁCIÓ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Miért tanuljuk?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zajt nem elég egyszerűen felerősíteni.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néhány 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ZAVAR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motor • VFD • hálózat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 és zaj szétválasztása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Egy kis történelem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szűrés a távközlésből indult.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XX. SZÁZAD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telefon és rádió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KÍVÁNT JEL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frekvenciaválasztás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aktív szűrők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Négy alapvető szűrő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Más-más frekvenciatartományt választanak ki.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ALULÁTERESZTŐ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alacsony 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FELÜLÁTERESZTŐ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magas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SÁVÁTERESZTŐ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kijelölt sáv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SÁVZÁRÓ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kijelölt sáv elnyomása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RC aluláteresztő vizsgálata.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100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1 kHz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10 kHz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SZKÓP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Ube ↔ Uki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Kapcsolódás az iparhoz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jeltisztítás sok helyen alapfeladat.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PT100 / 4–20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vezérlőáramkör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ÉPÜLETAUTOMATIKA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mérőrendszer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szűrés nem old meg minden problémát.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NAGY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lassú szabályozás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FÖLDELÉS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új zavar forrása lehet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KÁBELEZÉS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árnyékolás szükséges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Mester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Zajos mérésnél mi legyen az első lépés?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SZŰRÉS?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lehetséges eszköz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ZAJFORRÁS?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keresd meg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MÉRNÖKI DÖNTÉS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indokold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cél a hasznos információ megőrzése.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amit mérni akarunk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amit csökkenteni kell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SZŰRŐ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frekvencia szerinti választás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Előretekintés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20. hét: aktív szűrők tervezése.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TÖRÉSPONT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határfrekvencia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FREKVENCIAMENET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átvitel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