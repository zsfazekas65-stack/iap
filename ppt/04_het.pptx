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ANA-004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704088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KÖZÖS EMITTERES</a:t>
            </a:r>
            <a:br/>
            <a:r>
              <a:t>ERŐSÍTŐ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73152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0">
                <a:solidFill>
                  <a:srgbClr val="B4DCF2"/>
                </a:solidFill>
                <a:latin typeface="Aptos"/>
              </a:defRPr>
            </a:pPr>
            <a:r>
              <a:t>Az első valódi analóg erősítőkapcsolás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0" y="2926080"/>
            <a:ext cx="1097280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326880" y="2011680"/>
            <a:ext cx="0" cy="182880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326880" y="1737360"/>
            <a:ext cx="1371600" cy="73152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326880" y="3383280"/>
            <a:ext cx="1371600" cy="73152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hét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Hogyan erősítünk fel néhány millivoltos érzékelőjelet?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ANA-004 • 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KIS JEL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bemenet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ERŐSÍTŐ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közös emitter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NAGYOBB JEL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információ megmarad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kapcsolás lényege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Bemenet a bázison • kimenet a kollektoron • emitter közös referencia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ANA-004 • 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BÁZIS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bemenet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EMITTER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közös referencia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KOLLEKTOR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kimenet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Munkapont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tranzisztor nyugalmi üzemi állapota.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ANA-004 • 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bázisfeszültség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emitterfeszültség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kollektorfeszültség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1.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Kapcsolási rajz és próbapanel.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ANA-004 • 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TRANZISZTOR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aktív elem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ELLENÁLLÁSOK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munkapont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CSATOLÓKONDENZÁTOR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jelcsatolás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2.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Munkapont mérése multiméterrel.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ANA-004 • 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mérés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3.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Jelvizsgálat és feszültségerősítés.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ANA-004 • 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BEMENET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Ube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Uki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Uki / Ube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Oszcilloszkóp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Nagyobb amplitúdó és 180°-os fázisfordítás.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ANA-004 • 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BEMENET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szinuszjel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180°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fázisfordítás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nagyobb amplitúdó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műhelyből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Érzékelő-erősítők és ipari elektronikai egységek.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ANA-004 • 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SZENZOR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kis jel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CE FOKOZAT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erősítés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IPARI ELEKTRONIKA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feldolgozás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Adatlap - BC337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Fontos tervezési paraméterek.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ANA-004 • 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VCEO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max. feszültség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max. áram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hFE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erősítés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200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6499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56ACD6"/>
                </a:solidFill>
                <a:latin typeface="Aptos"/>
              </a:defRPr>
            </a:pPr>
            <a:r>
              <a:t>Ptot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8620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disszipáció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200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36499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3304E"/>
                </a:solidFill>
                <a:latin typeface="Aptos"/>
              </a:defRPr>
            </a:pPr>
            <a:r>
              <a:t>TO-92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88620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tokozás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Tervezői gondolkodás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Mi változik RC vagy RE módosításakor?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ANA-004 • 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MUNKAPONT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elmozdulhat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ERŐSÍTÉS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megváltozhat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ellenőrizni kell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Labornapló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mérés négy kulcsadata.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ANA-004 • 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UB • UE • 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munkapont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Ube • Uki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amplitúdók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számított és mért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200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6499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56ACD6"/>
                </a:solidFill>
                <a:latin typeface="Aptos"/>
              </a:defRPr>
            </a:pPr>
            <a:r>
              <a:t>180°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8620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fázisfordítás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Laborfeladat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Építés -&gt; mérés -&gt; erősítés -&gt; dokumentálás.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ANA-004 • 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FELÉPÍTÉS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próbapanel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MUNKAPONT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multiméter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ERŐSÍTÉS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oszcilloszkóp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200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6499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56ACD6"/>
                </a:solidFill>
                <a:latin typeface="Aptos"/>
              </a:defRPr>
            </a:pPr>
            <a:r>
              <a:t>JEGYZŐKÖNYV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8620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eredmények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Moodle és házi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Rajz, számítás és kapcsoláselemzés.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ANA-004 • 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MOODLE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10 teszt • 2 rajz • 3 számítás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HÁZI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alapkapcsolás lerajzolása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SZEREPEK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alkatrészek magyarázata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  <a:latin typeface="Aptos"/>
              </a:defRPr>
            </a:pPr>
            <a:r>
              <a:t>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D48B37"/>
                </a:solidFill>
                <a:latin typeface="Aptos"/>
              </a:defRPr>
            </a:pPr>
            <a:r>
              <a:t>MUNKAPONT-BEÁLLÍTÁS</a:t>
            </a:r>
            <a:br/>
            <a:r>
              <a:t>MÓDSZEREI ÉS JELENTŐSÉGE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