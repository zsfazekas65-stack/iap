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4. hét • Szerelvényhelyek kijelölése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76D2"/>
                </a:solidFill>
                <a:latin typeface="DejaVu Sans"/>
              </a:defRPr>
            </a:pPr>
            <a:r>
              <a:t>Jelenléti gyakorlat: mérj, jelölj, ellenőrizz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9164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Kapcsoló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A használati logika és az ajtó helyzete számít.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9164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Dugalj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A várható fogyasztó és hozzáférhetőség határozza meg.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79476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Lámpakiállás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A világítási funkcióhoz igazodik.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9476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Kötődoboz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Csak hozzáférhető, azonosítható helyre kerülhet.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967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677D"/>
                </a:solidFill>
                <a:latin typeface="DejaVu Sans"/>
              </a:defRPr>
            </a:pPr>
            <a:r>
              <a:t>IAP • Épületvillamosság 2 • Jelenléti oktatás • 4. hét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Kijelölés a gyakorlatban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76D2"/>
                </a:solidFill>
                <a:latin typeface="DejaVu Sans"/>
              </a:defRPr>
            </a:pPr>
            <a:r>
              <a:t>A tervből pontos helyszíni jelölés lesz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9164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1. Azonosítás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K1, D1-D4, L1, KD1.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9164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2. Kimérés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Mérőszalag + vízmérték vagy lézer.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79476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3. Ellenőrzés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Ajtó, bútor, használat, nyomvonal.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9476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4. Dokumentálás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Rajz, méret, azonosító, megjegyzés.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967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677D"/>
                </a:solidFill>
                <a:latin typeface="DejaVu Sans"/>
              </a:defRPr>
            </a:pPr>
            <a:r>
              <a:t>IAP • Épületvillamosság 2 • Jelenléti oktatás • 4. hét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Dobozok és kiállások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76D2"/>
                </a:solidFill>
                <a:latin typeface="DejaVu Sans"/>
              </a:defRPr>
            </a:pPr>
            <a:r>
              <a:t>A későbbi szerelhetőségre is gondolni kell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9164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Szerelvénydoboz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A kapcsoló vagy dugalj fogadására.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9164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Kötődoboz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Leágazási/kötési pont - maradjon hozzáférhető.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79476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Lámpakiállás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Világítási pont, egyértelmű kapcsolattal.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9476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Készülékkiállás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Cél, hely és bekötési lehetőség legyen ismert.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967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677D"/>
                </a:solidFill>
                <a:latin typeface="DejaVu Sans"/>
              </a:defRPr>
            </a:pPr>
            <a:r>
              <a:t>IAP • Épületvillamosság 2 • Jelenléti oktatás • 4. hét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Társellenőrzés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76D2"/>
                </a:solidFill>
                <a:latin typeface="DejaVu Sans"/>
              </a:defRPr>
            </a:pPr>
            <a:r>
              <a:t>A másik csoport tervét is szakmai szemmel nézzük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9164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Használható?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Kényelmesen kezelhető és hozzáférhető.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9164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Kivitelezhető?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A nyomvonal logikusan csatlakozik.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79476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Mérhető?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A jelölés egyértelműen visszaállítható.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9476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Dokumentált?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Minden elem azonosított és indokolt.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967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677D"/>
                </a:solidFill>
                <a:latin typeface="DejaVu Sans"/>
              </a:defRPr>
            </a:pPr>
            <a:r>
              <a:t>IAP • Épületvillamosság 2 • Jelenléti oktatás • 4. hét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Gyakori hibák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76D2"/>
                </a:solidFill>
                <a:latin typeface="DejaVu Sans"/>
              </a:defRPr>
            </a:pPr>
            <a:r>
              <a:t>Ezekből lesz újramunka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9164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Ajtó mögötti kapcsoló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Használhatatlan hely.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9164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Bútor mögötti dugalj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Rosszul tervezett fogyasztási pont.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79476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Elzárt kötődoboz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Karbantartási probléma.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9476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Hiányzó méret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Pontatlan kivitelezéshez vezet.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967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677D"/>
                </a:solidFill>
                <a:latin typeface="DejaVu Sans"/>
              </a:defRPr>
            </a:pPr>
            <a:r>
              <a:t>IAP • Épületvillamosság 2 • Jelenléti oktatás • 4. hét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⚡ IAP heti kihívás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76D2"/>
                </a:solidFill>
                <a:latin typeface="DejaVu Sans"/>
              </a:defRPr>
            </a:pPr>
            <a:r>
              <a:t>4 x 5 m helyiség • K1 • L1 • D1-D4 • KD1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9164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Feladat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Jelöld ki pontosan a szerelvényhelyeket.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9164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Védd meg a tervet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Minden elemnél mondd el: miért oda került?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677D"/>
                </a:solidFill>
                <a:latin typeface="DejaVu Sans"/>
              </a:defRPr>
            </a:pPr>
            <a:r>
              <a:t>IAP • Épületvillamosság 2 • Jelenléti oktatás • 4. hét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