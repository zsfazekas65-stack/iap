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24.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500">
                <a:solidFill>
                  <a:srgbClr val="E1F2FF"/>
                </a:solidFill>
                <a:latin typeface="Arial"/>
              </a:defRPr>
            </a:pPr>
            <a:r>
              <a:t>Komplett frekvenciaváltós hajtás üzembe helyezése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 teljes folyamat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Dokumentáció → ellenőrzés → paraméterezés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Vezérlés → próbaüzem → hibateszt → átadás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1. Dokumentáció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 adattábla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Hajtás kézikönyve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Kapcsolási rajz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PLC jeljegyzék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2. Bekapcsolás előtt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Kábelek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Földelés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Árnyékolás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Hűtés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Motorcsatlakozás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3. Motoradatok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Uₙ • Iₙ • fₙ • Pₙ • nₙ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Helyes adatok = helyes hajtásbeállítás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4. Alapparaméterek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Min./max. frekvencia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Gyorsítás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Lassítás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Vezérlési mód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5. PLC kapcsolat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RUN/STOP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Alapjel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READY/RUN/FAULT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Kommunikáció és címzés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6. Első próba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Kis alapjel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Forgásirány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Motoráram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Zaj és rezgés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7. Terheléses próba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Fokozatos frekvencianövelés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Áram és terhelés figyelése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Rámpák ellenőrzése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8. Hibateszt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Kommunikációvesztés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Külső tiltás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Elvárt reakció ellenőrzése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9. Átadás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Paramétermentés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Jeljegyzék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Próbaüzemi adatok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Karbantartási információ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IAP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Készíts teljes üzembe helyezési ellenőrzőlistát</a:t>
            </a:r>
          </a:p>
          <a:p>
            <a:pPr>
              <a:spcAft>
                <a:spcPts val="1400"/>
              </a:spcAft>
              <a:defRPr sz="2200">
                <a:solidFill>
                  <a:srgbClr val="E1F2FF"/>
                </a:solidFill>
                <a:latin typeface="Arial"/>
              </a:defRPr>
            </a:pPr>
            <a:r>
              <a:t>• A dokumentációtól a karbantartási átadásig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