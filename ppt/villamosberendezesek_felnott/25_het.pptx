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25.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500">
                <a:solidFill>
                  <a:srgbClr val="E1F2FF"/>
                </a:solidFill>
                <a:latin typeface="Arial"/>
              </a:defRPr>
            </a:pPr>
            <a:r>
              <a:t>SCADA rendszerek és ipari felügyelet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Mit jelent?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Supervisory Control and Data Acquisition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Felügyeleti irányítás és adatgyűjtés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PLC – HMI – SCADA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PLC: közvetlen vezérlés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HMI: helyi kezelői felület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SCADA: központi felügyelet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A rendszer felépítése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Érzékelő / beavatkozó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PLC / hajtás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Ipari hálózat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SCADA / HMI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Adattárolás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Tag = technológiai változó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VFD_1_Run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VFD_1_Frequency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VFD_1_Current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VFD_1_Fault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Érték az idő függvényében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Motoráram • frekvencia • hőmérséklet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Állapotromlás felismerése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Riasztások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Időpont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Prioritás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Állapot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Nyugtázás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Megszűnés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VFD a SCADA-ban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READY / RUN / FAULT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Alapjel / tényleges frekvencia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Motoráram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Hibakód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Kommunikációhiba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A nem friss adatot jelezni kell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Régi érték ≠ biztosan aktuális érték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Jogosultság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Megfigyelő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Kezelő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Karbantartó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Adminisztrátor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Biztonság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SCADA nem helyettesíti a safety rendszert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Parancs csak engedélyek és reteszelések mellett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IAP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Tervezz SCADA-képernyőt egy szállítószalaghoz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Állapot • alapjel • frekvencia • áram • hibák •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