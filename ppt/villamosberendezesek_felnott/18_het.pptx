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18.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E1F2FF"/>
                </a:solidFill>
                <a:latin typeface="Arial"/>
              </a:defRPr>
            </a:pPr>
            <a:r>
              <a:t>Frekvenciaváltós aszinkronmotor-hajtás alapjai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Miért frekvenciaváltó?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Fordulatszám-szabályozás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Kíméletes gyorsítás és lassítás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Elektronikus irányváltás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Energetikai lehetőségek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Fordulatszám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nₛ = 60·f/p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Kisebb f → kisebb nₛ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rotor a szlip miatt lassabb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Fő részek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Egyenirányító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DC-közbenső kör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Inverter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Vezérlőelektronika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Inverter és PWM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Gyors teljesítmény-félvezetők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Gyakran IGBT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PWM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Szabályozott frekvencia és effektív feszültség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U/f vezérlés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Feszültség és frekvencia együtt változik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Cél: megfelelő mágneses fluxus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Rámpák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Gyorsítási idő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Lassítási idő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 rövid rámpa hibát okozhat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Motoradatok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Uₙ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Iₙ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fₙ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Pₙ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Alapjel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Kezelőpanel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Analóg jel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Digitális bemenet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PLC / kommunikáció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Lágyindító vs VFD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Soft starter: indítás/leállítás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VFD: frekvenciát is változtat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VFD: fordulatszám-szabályozás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Biztonság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DC-kör lekapcsolás után is veszélyes lehet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Kisülési idő kivárása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Feszültségmentesség ellenőrzése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4 pólusú motor: 50 Hz → 1500 1/min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Számítsd ki: 40, 30, 20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