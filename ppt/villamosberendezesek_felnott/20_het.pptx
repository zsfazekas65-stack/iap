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20.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 I/O jelei és PLC-illesztése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jelkapcsolat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→ parancs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→ sebességalapjel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Hajtás → RUN visszajelzés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Hajtás → FAULT visszajelzés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Digitális bemenetek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 / 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FORWARD / REVERSE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RESET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Fix sebességek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Analóg bemenet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0–10 V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4–20 mA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Folytonos frekvencia-alapjel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0–10 V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0 V → 0 Hz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5 V → 25 Hz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10 V → 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4–20 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4 mA = élő nulla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0 mA hibára/szakadásra utalhat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Ipari környezetben kedvező jelátvitel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Hajtás kimenetei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Relékimenet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Tranzisztoros kimenet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Analóg monitorjel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 / READY / 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PLC ↔ VFD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Q → DI: RUN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AO → AI: frekvencia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DO/relé → I: állapot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AO → AI: monitorjel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Parancs ≠ visszajelzés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RUN parancs csak kérés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hajtás állapotát külön ellenőrizni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EMC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Motor- és jelkábelek megfelelő vezetése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Árnyékolás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Földelés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Gyártói előírások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Normál STOP nem feltétlenül biztonsági 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 csak megfelelő rendszerben és tervezés mellett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 + 0–10 V 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 visszajelzés + FAULT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PLC I/O jeljegyzéket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