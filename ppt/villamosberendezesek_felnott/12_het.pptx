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12. hét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B4DCFF"/>
                </a:solidFill>
                <a:latin typeface="Arial"/>
              </a:defRPr>
            </a:pPr>
            <a:r>
              <a:t>Aszinkron motorok indítása,</a:t>
            </a:r>
            <a:br/>
            <a:r>
              <a:t>forgásirányváltása és csillag-delta indítása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Honnan indulunk?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11. hét: forgó mágneses mező, indukció, rotoráram, nyomaték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Most: hogyan indítjuk és vezéreljük a motort?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Miért különleges az indítás?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Álló rotornál a szlip közel 1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Nagy indukált rotoráram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Nagy hálózati indítóáram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A mechanika is nagyobb igénybevételt kap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Közvetlen indítás - DOL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A motor közvetlenül hálózatra kapcsolódik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Egyszerű és olcsó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Nagy indítónyomaték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Nagy indítóáram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Forgásirányváltás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Két fázis felcserélése megfordítja a forgó mező irányát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Két kontaktor: előre / hátra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Egyidejű behúzás tilos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Reteszelés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Villamos: bontó segédérintkező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Mechanikai: fizikai kizárás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Cél: veszélyes egyidejű kapcsolás megakadályozása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Csillag-delta indítás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Indítás: csillag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Tekercsfeszültség kisebb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Indítóáram és indítónyomaték csökken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Felpörgés után: delta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Kapcsolási sorrend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START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Fő + csillag kontaktor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Időzítés / felgyorsulás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Csillag bont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Átkapcsolási szünet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Delta zár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Adattábla példa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Δ/Y 400/690 V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400 V hálózaton üzemi delta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Hat tekercsvég szükséges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Mindig adattábla és gyártói előírás alapján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Tipikus hibák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Csillag és delta egyszerre zár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Túl rövid indítási idő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Túl korai delta kapcsolás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Hibás reteszelés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Helytelen motor-adattábla értelmezés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Összefoglalás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DOL: egyszerű, de nagy indítóáram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Irányváltás: két fázis felcserélése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Reteszelés: kötelező biztonsági logika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Csillag-delta: kisebb indítási igénybevétel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800">
                <a:solidFill>
                  <a:srgbClr val="FFFFFF"/>
                </a:solidFill>
                <a:latin typeface="Arial"/>
              </a:defRPr>
            </a:pPr>
            <a:r>
              <a:t>IAP heti kihívás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554480"/>
            <a:ext cx="1024128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400/690 V-os, 6 kivezetéses motor 400 V hálózaton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Írd le a csillag-delta indítás teljes sorrendjét</a:t>
            </a:r>
          </a:p>
          <a:p>
            <a:pPr>
              <a:spcAft>
                <a:spcPts val="1400"/>
              </a:spcAft>
              <a:defRPr sz="2200">
                <a:solidFill>
                  <a:srgbClr val="EBF5FF"/>
                </a:solidFill>
                <a:latin typeface="Arial"/>
              </a:defRPr>
            </a:pPr>
            <a:r>
              <a:t>• Nevezd meg a szükséges reteszeléseket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0080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6BEE1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