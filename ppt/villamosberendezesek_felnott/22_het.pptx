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22.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E1F2FF"/>
                </a:solidFill>
                <a:latin typeface="Arial"/>
              </a:defRPr>
            </a:pPr>
            <a:r>
              <a:t>Frekvenciaváltós hajtások hibadiagnosztikája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Alapszabály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Hibakód ≠ automatikusan hibás frekvenciaváltó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kiváltó okot kell megkeresni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Túláram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Rövid gyorsítás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Nagy terhelés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Mechanikai megszorulás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Motor/kábelhiba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Hibás motorparaméter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DC-túlfeszültség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Gyakran gyors lassításkor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motor energiát táplál vissza a DC-körbe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Hosszabb rámpa / megfelelő fékezés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Alulfeszültség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Hálózati feszültségesés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Betáplálási probléma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Kapcsolási esemény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Túlmelegedés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Magas környezeti hőmérséklet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Eltömődött hűtés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Ventilátorhiba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Túlterhelés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Kommunikációs hiba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Kábel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Címzés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Protokollparaméter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PLC konfiguráció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Terminálás / kapcsolat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Hibatörténet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Mi történt?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Mikor?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Milyen frekvencián?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Mekkora áramnál?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Milyen terhelésnél?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Hibakeresési sorrend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Biztonság → hibakód → kézikönyv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Üzemi adatok → okkeresés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Javítás → RESET → próbaüzem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Ne RESET-tel javíts!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Az ismételt nyugtázás elfedheti a problémát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Előbb a kiváltó okot szüntesd meg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Túláram gyorsításkor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1 s gyorsítási idő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Előbb rámpa + terhelés + motoradatok ellenőrzése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Túláram • DC-túlfeszültség • kommunikációs hiba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Készíts mindháromhoz hibakeresési fát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