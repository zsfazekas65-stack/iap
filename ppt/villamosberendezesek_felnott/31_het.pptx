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31.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4243A"/>
                </a:solidFill>
                <a:latin typeface="Arial"/>
              </a:defRPr>
            </a:pPr>
            <a:r>
              <a:t>Ipari rendszerek adatmentése, verziókezelése és helyreállítása</a:t>
            </a:r>
          </a:p>
          <a:p>
            <a:pPr>
              <a:spcAft>
                <a:spcPts val="1400"/>
              </a:spcAft>
              <a:defRPr sz="2400">
                <a:solidFill>
                  <a:srgbClr val="14243A"/>
                </a:solidFill>
                <a:latin typeface="Arial"/>
              </a:defRPr>
            </a:pPr>
            <a:r>
              <a:t>Villamos berendezések • Felnőtt oktatás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Miért fontos?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Egy tartalék PLC önmagában nem elég.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A működéshez program, paraméterek, kommunikáció és dokumentáció is kell.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A cél: gyors, ellenőrizhető visszaállítás.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Történeti háttér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Relés rendszerek: rajzok és beállítási jegyzőkönyvek.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PLC-k: programfájlok és hardverkonfiguráció.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Mai OT-rendszerek: PLC + HMI/SCADA + hajtások + hálózat + jogosultságok.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Mit kell menteni?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PLC program és konfiguráció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HMI/SCADA projekt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Frekvenciaváltó paraméterek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Hálózati eszközök konfigurációja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Kapcsolási rajz, I/O-lista, eszközlista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Backup ≠ archiválás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Backup: helyreállításhoz készített másolat.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Archiválás: korábbi állapotok hosszú távú megőrzése.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Verziókezelés: ki, mikor, mit és miért változtatott.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Jó fájlnév és változásnapló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Gép_Projekt_2026-09-27_v03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Minden módosításhoz rövid leírás.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Az „final_final2” nem verziókezelés.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3-2-1 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Több példány.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Eltérő tárolási mód.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Legalább egy elkülönített/offline vagy védett példány.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Egyetlen közös hálózati mappa nem elég.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RPO és 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RPO: mennyi adat/config veszteség fogadható el?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RTO: mennyi idő alatt kell helyreállni?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A két érték meghatározza a mentés gyakoriságát és a helyreállítási tervet.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Helyreállítási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1. Biztonságos állapot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2. Hiba okának azonosítása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3. Utolsó ismert jó verzió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4. Hálózat → PLC → HMI → hajtás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5. I/O és reteszelések ellenőrzése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6. Próbaüzem → dokumentálás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Gyakorlati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Szállítószalag PLC meghibásodik.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Van tartalék CPU.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Kérdés: megvan-e a program, HMI-projekt, VFD-paraméter és hálózati dokumentáció?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Ellenőrző kérdések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 a backup és archiválás különbsége?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Mit mentenél egy PLC-s hajtásnál?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Miért kell elkülönített mentés?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 az „utolsó ismert jó” verzió?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Miért kell restore-próba?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Arial"/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Készíts helyreállítási csomagot legalább 10 tétellel!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Fájlnév • verzió • dátum • tárolási hely • helyreállítási sorrend</a:t>
            </a: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100">
                <a:solidFill>
                  <a:srgbClr val="14243A"/>
                </a:solidFill>
                <a:latin typeface="Arial"/>
              </a:defRPr>
            </a:pPr>
            <a:r>
              <a:t>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17089"/>
                </a:solidFill>
              </a:defRPr>
            </a:pPr>
            <a:r>
              <a:t>IAP • Villamos berendezések • 31. hét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