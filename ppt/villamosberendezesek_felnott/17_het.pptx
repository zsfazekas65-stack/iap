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17.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1F2FF"/>
                </a:solidFill>
                <a:latin typeface="Arial"/>
              </a:defRPr>
            </a:pPr>
            <a:r>
              <a:t>Lágyindítók (soft starterek)</a:t>
            </a:r>
            <a:br/>
            <a:r>
              <a:t>működése és alkalmazása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Miért kell lágyindító?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Indítóáram mérséklése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Mechanikai lökések csökkentése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Egyenletesebb gyorsítás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Bizonyos esetekben lágy leállítás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Az alapelv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Teljesítményelektronikai feszültségszabályozás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Gyakran antiparallel tirisztorpárok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Gyújtásszög változtatása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Effektív motorfeszültség fokozatos növelése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Feszültség és nyomaték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Kisebb feszültség → kisebb indítóáram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De az indítónyomaték is csökken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terhelésnek el kell tudnia indulni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Felfutási rámpa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Kezdőfeszültség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Felfutási idő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Áramkorlátozás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motor fokozatosan gyorsul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Lágy leállítás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Feszültség fokozatos csökkentése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Bizonyos technológiáknál előnyös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Szivattyúknál mérsékelheti a vízütést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Bypass kontaktor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Felfutás után áthidalhatja a félvezetőket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Kisebb veszteség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Kisebb melegedés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Motorvédelem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Túlterhelés-felügyelet lehet beépítve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Fázishiba-felügyelet is lehet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Mindig gyártói dokumentáció alapján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Lágyindító vagy frekvenciaváltó?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Lágyindító: főleg indítás/leállítás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Frekvenciaváltó: frekvenciát is változtat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Frekvenciaváltóval fordulatszám is szabályozható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Indítási módok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DOL – egyszerű, kemény indítás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Csillag-delta – lépcsős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Soft starter – szabályozott feszültségrámpa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Frekvenciaváltó – szabályozott feszültség és frekvencia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Gyakorlati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Szivattyú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Kisebb mechanikai ütés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Kisebb indítási áram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Kíméletesebb technológiai folyamat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heti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Válassz egy szivattyúhajtást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Állíts be kezdőfeszültséget, felfutási időt és áramkorlátot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Írd le, mit figyelnél az indításkor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