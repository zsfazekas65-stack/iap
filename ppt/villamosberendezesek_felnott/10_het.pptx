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10. hét • Különleges transzformátorok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Autótranszformátor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Leválasztó transzformátor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Áramváltó és feszültségváltó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Más feladat - más kialakítás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Autótranszformátor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Egy közös tekercs több kivezetéssel.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Kisebb anyagigény és jó hatásfok.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Primer és szekunder között nincs galvanikus leválasztás.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Leválasztó transzformátor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Külön primer és szekunder tekercs.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Gyakran 1:1 áttétel.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cél a galvanikus leválasztás, nem feltétlenül a feszültségváltoztatás.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Áramváltó - 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Nagy primer áram → kis, arányos szekunder áram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Gyakori: 5 A vagy 1 A névleges szekunder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Példa: 200/5 A → áttétel 40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CT számítás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200/5 A áramváltó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I2 = 3 A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I1 ≈ 3 × 40 = 120 A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Az arányból visszaszámítható a hálózati áram.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CT biztonság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Üzem közben a szekundert NEM hagyjuk nyitva.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Nyitott szekundernél veszélyesen nagy feszültség keletkezhet.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Műszercsere előtt megfelelő eljárás szükséges.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Feszültségváltó - VT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Nagy feszültséget alakít mérhető értékre.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Mérőműszerek és védelmi relék táplálása.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Arányos feszültségjelet szolgáltat.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Hol használjuk?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Autótrafó: feszültségillesztés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Leválasztó: labor, javítás, speciális táplálás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CT/VT: mérés, védelem, alállomás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IAP-kihívás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10972800" cy="466344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CT: 300/5 A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I2 = 3,5 A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Mekkora I1?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Miért veszélyes nyitva hagyni a szekundert?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