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15.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400">
                <a:solidFill>
                  <a:srgbClr val="E1F2FF"/>
                </a:solidFill>
                <a:latin typeface="Arial"/>
              </a:defRPr>
            </a:pPr>
            <a:r>
              <a:t>Irányváltó kontaktoros</a:t>
            </a:r>
            <a:br/>
            <a:r>
              <a:t>motorvezérlés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 fizikai alap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fázissorrend határozza meg a forgó mező irányát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Két tetszőleges fázis felcserélése → ellenkező forgásirány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Két kontaktor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K1: ELŐRE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K2: HÁTRA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két fázist felcserél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Mindkettő ugyanazt a motort kapcsolja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 kritikus veszély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K1 és K2 egyszerre nem húzhat be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Eltérő fáziskapcsolásuk miatt fáziszárlat jöhet létre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Ezért kötelező a reteszelés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Villamos reteszelés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K1 NC érintkező sorban K2 tekercsével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NC érintkező sorban K1 tekercsével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Behúzott kontaktor letiltja az ellenkező irányt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Mechanikai reteszelés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Fizikailag akadályozza a két kontaktor egyidejű zárását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villamos reteszelést kiegészíti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Két független védelmi elv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Öntartás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K1 saját NO segédérintkezővel öntart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saját NO segédérintkezővel öntart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Az iránygombokat el lehet engedni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Közös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NC STOP mindkét vezérlési ágat megszakítja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Bármely irányban leállít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Motorvédelem szintén közösen tilthat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Működési sorrend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ELŐRE → K1 behúz → K2 tiltva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STOP → K1 elejt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Megállás / lassulás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HÁTRA → K2 behúz → K1 tiltva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ne váltsunk azonnal?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motor még ellenkező irányban forog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Nagy áram és nyomatéklökés keletkezhet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Nagy mechanikai igénybevétel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technológiának megfelelő váltási mód kell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Hol használjuk?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Daruk, emelők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Kapuk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Szállítópályák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Szerszámgépek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Pozicionáló hajtások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heti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Készíts K1-K2 állapottáblát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Álló / ELŐRE / HÁTRA / STOP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Jelöld a reteszelt kontaktort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