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29. hét - Prediktív karbantartás és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Mesterséges intelligencia az iparban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Felnőtt oktatás • digitális • 1 × 45 perc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257800"/>
            <a:ext cx="10607040" cy="777240"/>
          </a:xfrm>
          <a:prstGeom prst="roundRect">
            <a:avLst/>
          </a:prstGeom>
          <a:solidFill>
            <a:srgbClr val="DCF0F9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„A legjobb javítás az, amelyre még a meghibásodás előtt sor kerül.”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Karbantartás fejlődése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Hibajavító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Megelőző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Állapotfüggő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Prediktív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AI-támogatott elemzés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 a prediktív karbantartás?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Állapotadatok + trendek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Várható állapotromlás felismerése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Karbantartási döntés támogatása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257800"/>
            <a:ext cx="10607040" cy="777240"/>
          </a:xfrm>
          <a:prstGeom prst="roundRect">
            <a:avLst/>
          </a:prstGeom>
          <a:solidFill>
            <a:srgbClr val="DCF0F9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Előrejelzés ≠ biztos jóslat.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Az adat útja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Érzékelők → PLC → OPC UA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SCADA / Historian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Elemzés / AI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Karbantartási javaslat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Mit figyelünk egy motornál?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Motoráram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Rezgés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Hőmérséklet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Fordulatszám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Üzemóra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Hibakódok és terhelés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Miért kell trend?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Egyetlen érték félrevezető lehet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Az időbeli változás állapotromlást jelezhet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 terhelési körülményt is figyelni kell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PLC és AI szerepe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PLC: valós idejű vezérlés és védelem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Historian: történeti adatok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AI/elemzés: mintázatok és anomáliák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257800"/>
            <a:ext cx="10607040" cy="777240"/>
          </a:xfrm>
          <a:prstGeom prst="roundRect">
            <a:avLst/>
          </a:prstGeom>
          <a:solidFill>
            <a:srgbClr val="DCF0F9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 gyors védelmi leállítást nem távoli AI-ra bízzuk.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Csapágy-példa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Rezgés lassan nő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Hőmérséklet emelkedik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Terhelés változatlan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Rendszer: célzott vizsgálatot javasol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Mit adhat az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Anomáliafelismerés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Több változó együttes elemzése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Kockázati jelzés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Karbantartási prioritás támogatása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Rossz érzékelőadat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Hiányzó üzemi kontextus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Kevés történeti adat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Túlérzékeny riasztás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AI-javaslat kritikátlan elfogadása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Kapcsolódás az előző hetekhez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OPC UA → adatkapcsolat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Ipar 4.0 → integráció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Digital Twin → virtuális modell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Prediktív karbantartás → állapotadatból döntéstámogatás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IAP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Tervezz motorállapot-felügyeletet!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Legalább 6 adat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NORMAL – WARNING – INSPECT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Minden szinthez adj emberi teendőt!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