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33.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Üzembe helyezési és átadási dokumentáció – FAT, SAT és átvételi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Az átadás célja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Ne csak működjön – bizonyíthatóan, dokumentáltan és reprodukálhatóan működjön.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FAT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Factory Acceptance Test</a:t>
            </a:r>
            <a:br/>
            <a:r>
              <a:t>Gyártói/integrátori környezet • funkciók • I/O • PLC • HMI • hibák szimulációja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SAT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Site Acceptance Test</a:t>
            </a:r>
            <a:br/>
            <a:r>
              <a:t>Valós telepítés • kábelezés • motor • érzékelők • technológia • üzemi próba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FAT ≠ SAT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A FAT előzetes funkcionális ellenőrzés.</a:t>
            </a:r>
            <a:br/>
            <a:r>
              <a:t>A SAT a telepített rendszer valós helyszíni vizsgálata.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Mit adunk át?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Kapcsolási rajz • I/O-lista • PLC/HMI verzió • VFD mentés • hálózati adatok • jegyzőkönyvek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Jó tesztpont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Elvárt eredmény + tényleges eredmény + státusz + megjegyzés + felelős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PLC + VFD + szállítószalag:</a:t>
            </a:r>
            <a:br/>
            <a:r>
              <a:t>FAT: szimulált I/O és hibák</a:t>
            </a:r>
            <a:br/>
            <a:r>
              <a:t>SAT: valós forgásirány, érzékelők, terhelés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IAP-kihívás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FAT rendben, SAT-on fordított motorforgás és hiányzó RUN jel. Milyen sorrendben keresed a hibát?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FAT + SAT + végleges dokumentáció + mentések = ellenőrizhető átadás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