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1. hét • Villamos gépek felépítése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76D2"/>
                </a:solidFill>
                <a:latin typeface="DejaVu Sans"/>
              </a:defRPr>
            </a:pPr>
            <a:r>
              <a:t>Mitől lesz egy berendezés villamos gép?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Motor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Villamos energiából mechanikai energia.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Generátor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Mechanikai energiából villamos energia.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Transzformátor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Villamos energiát alakít át más feszültség- és áramviszonyokra.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Kulcsgondolat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Elektromágneses jelenségek segítségével történik az energiaátalakítás vagy energiaátadás.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Felnőtt oktatás • Villamos berendezések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A forgógép két fő része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76D2"/>
                </a:solidFill>
                <a:latin typeface="DejaVu Sans"/>
              </a:defRPr>
            </a:pPr>
            <a:r>
              <a:t>Sztátor + rotor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Állórész • sztátor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A gép álló része. Vasmagot, tekercselést vagy mágneses elemeket tartalmazhat.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Forgórész • rotor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A tengellyel együtt forgó rész. Kialakítása a géptípustól függ.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Légrés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A sztátor és rotor közötti kis rés: szabad forgást biztosít és a mágneses kör része.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Tengely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A mechanikai teljesítmény továbbításának alapvető eleme.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Felnőtt oktatás • Villamos berendezések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A gép belsejének logikája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76D2"/>
                </a:solidFill>
                <a:latin typeface="DejaVu Sans"/>
              </a:defRPr>
            </a:pPr>
            <a:r>
              <a:t>Négy szerkezeti csoport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Mágneses kör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Vasmag és légrés: a mágneses fluxus útja.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Villamos aktív részek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Tekercselések, vezetők, csatlakozások.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Mechanikai részek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Tengely, csapágy, pajzs, gépház.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Hőelvezetés és védelem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Ventilátor, bordázat, burkolatok, szigetelési rendszer.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Felnőtt oktatás • Villamos berendezések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Mit látsz kívülről?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76D2"/>
                </a:solidFill>
                <a:latin typeface="DejaVu Sans"/>
              </a:defRPr>
            </a:pPr>
            <a:r>
              <a:t>Már burkolatbontás nélkül is sok minden felismerhető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Kapocsdoboz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A hálózati csatlakozás helye.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Tengelyvég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A hajtott géphez kapcsolódó mechanikai kimenet.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Bordázott gépház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Mechanikai védelem és hőleadó felület.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947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Ventilátorburkolat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A hűtőlevegő mozgatását végző ventilátor védelme.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Felnőtt oktatás • Villamos berendezések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4630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DejaVu Sans"/>
              </a:defRPr>
            </a:pPr>
            <a:r>
              <a:t>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76D2"/>
                </a:solidFill>
                <a:latin typeface="DejaVu Sans"/>
              </a:defRPr>
            </a:pPr>
            <a:r>
              <a:t>Ismeretlen motor a műhelyben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Feladat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Nevezz meg legalább 5 kívülről megfigyelhető szerkezeti elemet vagy jellemzőt, és írd le, mit lehet belőle következtetni.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492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1A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600" b="1">
                <a:solidFill>
                  <a:srgbClr val="061A30"/>
                </a:solidFill>
                <a:latin typeface="DejaVu Sans"/>
              </a:defRPr>
            </a:pPr>
            <a:r>
              <a:t>Következő hét</a:t>
            </a:r>
          </a:p>
          <a:p>
            <a:pPr>
              <a:defRPr sz="1250">
                <a:solidFill>
                  <a:srgbClr val="14243A"/>
                </a:solidFill>
                <a:latin typeface="DejaVu Sans"/>
              </a:defRPr>
            </a:pPr>
            <a:r>
              <a:t>Állórész és forgórész felépítése, feladata.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77D"/>
                </a:solidFill>
                <a:latin typeface="DejaVu Sans"/>
              </a:defRPr>
            </a:pPr>
            <a:r>
              <a:t>IAP • Felnőtt oktatás • Villamos berendezések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