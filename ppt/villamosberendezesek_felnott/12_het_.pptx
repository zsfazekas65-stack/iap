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Villamos alapismeretek - 12.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44200" cy="4297680"/>
          </a:xfrm>
          <a:prstGeom prst="roundRect">
            <a:avLst/>
          </a:prstGeom>
          <a:solidFill>
            <a:srgbClr val="EAF3FA"/>
          </a:solidFill>
          <a:ln>
            <a:solidFill>
              <a:srgbClr val="165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0B2E59"/>
                </a:solidFill>
                <a:latin typeface="Aptos"/>
              </a:defRPr>
            </a:pPr>
            <a:r>
              <a:t>Villamos mérések alapjai és a multiméter tudatos használata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Mérési funkció és aljzat helyes kiválasztása.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Feszültség-, áram- és ellenállásmérés bekötése.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Méréshatár és mértékegység értelmezése.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Veszélyes mérési hibák felismerése.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A multiméter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Több mérési funkció egy műszerben.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Feszültség, áram, ellenállás, folytonosság.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Sok műszer további funkciókat is kínál.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Mérővezetékek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Fekete: jellemzően COM.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Piros: V/Ω vagy megfelelő árammérő aljzat.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mérés előtt mindig ellenőrizd az aljzatokat.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Feszültségmérés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Két pont közötti feszültséget mérünk.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voltmérőt párhuzamosan kapcsoljuk.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AC/DC funkció és megfelelő tartomány szükséges.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Árammérés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műszer az áram útjába kerül.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Soros bekötés szükséges.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Az áramkört meg kell szakítani.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Árammérő állásban tilos egyszerűen feszültségforrásra kötni.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Ellenállásmérés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Feszültségmentes állapotban végzünk ellenállásmérést.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műszer saját mérőáramot használ.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Külső feszültség hibát vagy károsodást okozhat.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Folytonosságvizsgálat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Gyors vezetőkapcsolat-ellenőrzés.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Vezeték, kapcsoló, biztosító vagy kötés vizsgálható.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Feszültségmentes áramkörön alkalmazzuk.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AC és 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DC: egyenfeszültség vagy egyenáram.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AC: váltakozó mennyiség.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 rossz funkció félrevezető mérési eredményt adhat.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Méréshatár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Ismeretlen értéknél kézi műszeren magasabb tartományról indulunk.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Automata műszer választ tartományt, de a funkciót nekünk kell kiválasztani.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A veszélyes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Piros vezeték az A aljzatban marad.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Ezután feszültséget próbálunk mérni.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Zárlatszerű helyzet alakulhat ki.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Ezért: funkció + aljzat + bekötés ellenőrzése minden mérés előtt.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Mértékegységek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mV és V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mA és A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Ω, kΩ és MΩ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0,47 kΩ = 470 Ω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0,47 MΩ = 470 kΩ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IAP 10 másodperces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1. Mit akarok mérni?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2. Jó funkciót választottam?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3. Jó aljzatban vannak a vezetékek?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4. Megfelelő a méréshatár?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5. Sorosan vagy párhuzamosan kell bekötnöm?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561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Feszültség → párhuzamosan.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Áram → sorosan.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Ellenállás → feszültségmentesen.</a:t>
            </a:r>
          </a:p>
          <a:p>
            <a:pPr>
              <a:spcAft>
                <a:spcPts val="1200"/>
              </a:spcAft>
              <a:defRPr sz="2000">
                <a:solidFill>
                  <a:srgbClr val="17202A"/>
                </a:solidFill>
                <a:latin typeface="Aptos"/>
              </a:defRPr>
            </a:pPr>
            <a:r>
              <a:t>Minden mérés előtt ellenőrzés.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