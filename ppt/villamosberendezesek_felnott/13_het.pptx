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13.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400"/>
              </a:spcAft>
              <a:defRPr sz="2400">
                <a:solidFill>
                  <a:srgbClr val="E1F2FF"/>
                </a:solidFill>
                <a:latin typeface="Arial"/>
              </a:defRPr>
            </a:pPr>
            <a:r>
              <a:t>Aszinkron motorok védelme</a:t>
            </a:r>
            <a:br/>
            <a:r>
              <a:t>és motorvédő készülékek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Miért kell motorvédelem?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 motor villamos és mechanikai terhelést kap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 túlmelegedés károsítja a szigetelést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 zárlat gyors beavatkozást igényel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 hibát még károsodás előtt le kell kapcsolni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Fő veszélyek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Zárlat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Tartós túlterhelés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Fáziskiesés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Megszorult hajtás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Elégtelen hűtés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Zárlat ≠ túlterhelés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Zárlat: nagyon nagy hibaáram → gyors lekapcsolás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Túlterhelés: kisebb, de tartós túláram → melegedés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Más jelenség, más védelmi feladat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Termikus túlterhelés-védelem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 motor melegedését modellezi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Indítási áramot rövid ideig elvisel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Tartós túláramnál lekapcsol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Klasszikus megoldás: bimetálos relé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Motorvédő kapcsoló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Kézi kapcsolási lehetőség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Beállítható termikus kioldás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Mágneses gyorskioldás zárlatra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 motor névleges áramához választjuk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Mi a kontaktor szerepe?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 kontaktor kapcsol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 védelem érzékel és kioldási parancsot ad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 védelmi érintkező megszakítja a tekercskört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 kontaktor elejt → motor lekapcsol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Fáziskiesés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 motor akár tovább is foroghat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 megmaradó fázisok árama megnőhet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Erős melegedés alakulhat ki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Megfelelő motorvédelem szükséges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Adattábla és beállítás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Névleges áram az alapadat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Figyelni kell a kapcsolás módjára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Indítási mód is számít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Gyártói előírás az irányadó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Gyakorlati eset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Szállítószalag megszorul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Motoráram megnő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Nem feltétlenül zárlat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Túlterhelés-védelem lekapcsol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Összefoglalás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Zárlatvédelem és túlterhelés-védelem nem ugyanaz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Kontaktor önmagában nem motorvédelem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Fáziskiesés veszélyes túlmelegedést okozhat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 beállítás alapja a motor névleges adata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IAP heti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Motor: In = 6,3 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Időnként megszorul a hajtás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Fáziskiesés is előfordult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Állíts össze védelmi koncepciót!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