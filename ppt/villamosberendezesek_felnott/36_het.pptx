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36.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Komplex rendszerdiagnosztika és üzemeltetési összefoglalás – integrált IAP-esettanulmány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A modern hibakeresés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Nem alkatrészt találgatunk.</a:t>
            </a:r>
            <a:br/>
            <a:r>
              <a:t>Tünet → adat → hipotézis → mérés → bizonyítás → beavatkozás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Rendszerhatár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Betáplálás • védelem • VFD • motor • mechanika • érzékelők • PLC • SCADA • hálózat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Tünet ≠ gyökérok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A túláram lehet paraméterezési, villamos vagy mechanikai eredetű 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Hibakeresési sorrend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Biztonság → tünet → előzmény → táp → I/O → paraméter → kommunikáció → mechanika → próba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Használd az adatokat!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PLC állapot • VFD hibakód • SCADA napló • trend • motoráram • hőmérséklet • rezgés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Mi változott?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Program • paraméter • hálózat • érzékelő • mechanika • karbantartás • kezelési mód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Az éves rendszer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Motor → VFD → PLC → kommunikáció → SCADA → adat → karbantartás → energia → dokumentáció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IAP záró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Kommunikációs hiba + növekvő motoráram + időszakos leállás. Állíts fel 3 hipotézist, és mindegyikhez adj bizonyító vizsgálatot!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Zárógondolat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Tanulj! Értsd meg a rendszert.</a:t>
            </a:r>
            <a:br/>
            <a:r>
              <a:t>Alkalmazz! Mérj és bizonyíts.</a:t>
            </a:r>
            <a:br/>
            <a:r>
              <a:t>Alkoss! Készíts jobb megoldást.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