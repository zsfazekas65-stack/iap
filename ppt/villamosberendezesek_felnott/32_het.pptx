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32.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Ipari automatizálási rendszerek dokumentációja és változáskezelése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Miért fontos?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Egy dokumentálatlan szoftver- vagy paramétermódosítás később nehezen reprodukálható hibát okozhat.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Mi számít változásnak?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PLC-program • HMI/SCADA • VFD-paraméter • I/O • hálózati cím • firmware • biztonsági beállítás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A változásnapló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Mikor? • Mit? • Miért? • Ki? • Melyik verzió? • Hogyan teszteltük? • Hogyan állítjuk vissza?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Verzióazonosítás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Kerüld: vegleges2, uj, jo_program</a:t>
            </a:r>
            <a:br/>
            <a:r>
              <a:t>Használj: berendezés + verzió + dátum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Biztonságos módosítás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Mentés → igény → kockázat → teszt → jóváhagyás → élesítés → próba → dokumentálás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Módosítás előtt tudd: MIT, HONNAN, KI és MENNYI IDŐ alatt tud visszaállítani.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Gyakorlati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VFD gyorsítás: 3 s → 8 s</a:t>
            </a:r>
            <a:br/>
            <a:r>
              <a:t>Eredeti érték mentése, ok rögzítése, próba, elfogadás, visszaállítási feltétel.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IAP-kihívás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Ismeretlen PLC-módosítás után időszakos leállás jelentkezik. Hogyan keresnéd meg a változást és hogyan térnél vissza ellenőrzött állapotba?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3B8EF"/>
                </a:solidFill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Mentés + verzió + változásnapló + teszt + rollback = karbantartható automatizálási rendszer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D2E6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