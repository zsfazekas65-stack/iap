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27. hét - Ipar 4.0 és IIoT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Az intelligens gyárak világa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Felnőtt oktatás • digitális • 1 × 45 perc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Az ipari forradalmak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Ipar 1.0 - gépesítés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Ipar 2.0 - villamosítás és tömegtermelés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Ipar 3.0 - elektronika, PLC, automatizálás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Ipar 4.0 - összekapcsolt, adatvezérelt gyártás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 az Ipar 4.0?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Digitalizáció + automatizálás + hálózati integráció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 gépek adatot szolgáltatnak saját működésükről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Az adat termelési és karbantartási döntést támogat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 az IIoT?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Industrial Internet of Things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Ipari érzékelők és eszközök hálózati adatkapcsolata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Megbízhatóság, biztonság és értelmezhető technológiai 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Az adat útja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Érzékelő → PLC → OPC UA → SCADA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SCADA/Historian → MES → ERP / felhő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 PLC marad a gyors valós idejű vezérlés szintje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57800"/>
            <a:ext cx="10607040" cy="77724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 felsőbb rendszer nem helyettesíti a PLC gyors vezérlési és védelmi feladatait.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PLC - SCADA - MES -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PLC: gépvezérlés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SCADA: felügyelet, trend, riasztás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MES: gyártáskövetés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ERP: vállalati folyamatok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Ipar 4.0 technológiák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IIoT • Big Data • felhő/edge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Szimuláció és digitális iker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Robotika és rendszerintegráció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Kiberbiztonság • additív gyártás •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Prediktív karbantartás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Nem csak naptár szerint avatkozunk be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Állapotadatokat és trendeket figyelünk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Motoráram • rezgés • hőmérséklet • üzemóra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Okos motor - adatpélda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MotorCurrent [A]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BearingTemperature [°C]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Vibration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OperatingHours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StartCount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FaultCode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Mitől lesz hasznos az adat?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Megfelelő mérés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Időbélyeg és tárolás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Trend és összehasonlíthatóság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Riasztási határérték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Emberi szakértelem az értelmezéshez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Kiberbiztonság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Jogosultságkezelés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Hálózati szegmentálás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Biztonságos távoli hozzáférés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Frissítés és eseménynaplózás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IAP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Tervezz egy 'okos motor' adatútját!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Legalább 6 adat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Jelöld: PLC / SCADA / karbantartási elemzés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Írd le, melyik adatból milyen következtetés vonható 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