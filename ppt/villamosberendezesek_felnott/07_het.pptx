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hét • 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Álló villamos gép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Nincs forgó rész - mégis energiát alakít át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kapcsolatot a változó mágneses tér teremti meg.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Történeti háttér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váltakozó áramú energiaelosztás kulcseleme.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Ganz-gyár: Zipernowsky, Déri, Bláthy.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transzformálhatóság tette gazdaságossá a nagy távolságú energiaátvitelt.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Fő részek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Vasmag - a mágneses fluxus útja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Primer tekercs - a táplálás oldala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Szekunder tekercs - a fogyasztó oldala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két tekercs között mágneses csatolás van.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Hogyan működik?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U1 váltakozó feszültség → primer 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Primer áram → változó mágneses fluxus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Változó fluxus → indukált U2 feszültség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Terheléskor I2 áram indul meg.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Feszültségáttétel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U1 / U2 ≈ N1 / N2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N2 &lt; N1 → lefelé transzformál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N2 &gt; N1 → felfelé transzformál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Példa: 1000 : 100 menet, 230 V → kb. 23 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Áramáttétel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Ideális közelítésben P1 ≈ P2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Kisebb feszültséghez nagyobb áram tartozhat.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I1 / I2 ≈ N2 / N1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energia nem vész el - a valós gépben veszteségek vannak.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Üresjárás és terhelés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Üresjárás: I2 = 0, de kis primer áram folyik.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Terhelés: I2 megjelenik.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primer oldal több energiát vesz fel a hálózatból.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Ez biztosítja a szekunder fogyasztó teljesítményét.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Valós 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Rézveszteség: tekercsek ellenállása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Vasveszteség: hiszterézis + örvényáram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Melegedés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Hatásfok &lt;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N1 = 1200 menet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N2 = 120 menet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U1 = 230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I2 = 4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Mekkora U2 és ideális esetben I1?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