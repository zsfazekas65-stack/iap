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9. hét • Háromfázisú transzformátor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Három fázis – közös mágneses rendszer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Csillag és delta tekercskapcsolás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Kapcsolási csoportok alapjai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Háromfázisú rendszer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három fázis 120°-kal eltolt.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Gyakori a háromoszlopos vasmag.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Minden oszlopon primer és szekunder fázistekercs található.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Csillagkapcsolás – 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tekercsvégek közös csillagpontba kapcsolódnak.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nullapont kivezethető.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Uv = √3 · Uf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400 V → Uf ≈ 230 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Deltakapcsolás – 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tekercsek zárt háromszöget alkotnak.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Uv = Uf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Nincs természetes csillagpont.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Más áramviszonyok, mint csillagban.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Primer + szekunder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Yy – csillag/csillag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Dd – delta/delta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Yd – csillag/delta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Dy – delta/csillag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Mit jelent a Dyn11?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D: nagyfeszültségű oldal delta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y: kisfeszültségű oldal csillag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n: kivezetett nullapont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11: fáziseltolás órajel szerinti jelölése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Az órajel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1 óraosztás = 30°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nagyfeszültségű oldal a referencia.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kisfeszültségű oldal helyzete adja az órajel számát.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Párhuzamos üzemnél ennek jelentősége van.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400/230 V hogyan lesz?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Szekunder oldal csillagkapcsolású.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Fázis-fázis között: 400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Fázis-null között: 400/√3 ≈ 230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Ez a kisfeszültségű fogyasztói hálózat alapja.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Szekunder oldal: csillag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Uv = 400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Mekkora Uf?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Mit jelent a kivezetett „n” nullapont?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