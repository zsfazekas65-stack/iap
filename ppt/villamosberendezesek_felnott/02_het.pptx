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6.png"/><Relationship Id="rId9" Type="http://schemas.openxmlformats.org/officeDocument/2006/relationships/image" Target="../media/image-3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24b8cc8499f342f29e70ee444ffb27b2/file/IAP_Alloresz_es_forgoresz_javitott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3045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berendezések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96704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Állórész és forgórész felépítése, feladata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422513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Digitális oktatás • 2/10. hét • Szakközépiskolás tanulóknak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66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forgó villamos gép két fő része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1142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70678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Sztátor (állórész)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1546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gép helyhez kötött szerkezeti egysége – mágneses teret hoz létre, tartja a tekercselést.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1142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70678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Rotor (forgórész)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1546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tengellyel együtt forog – mechanikai nyomatékot hoz létre és visz át.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4070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Légrés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0111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sztátor és rotor közötti kis rés – lehetővé teszi a forgást, miközben a mágneses kapcsolat megmarad.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6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állórész felépítése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59149"/>
            <a:ext cx="3504219" cy="2613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102346"/>
            <a:ext cx="3357082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316758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Vasmag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801045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Vezeti és zárja a mágneses fluxust; lemezelése csökkenti az örvényáram-veszteséget.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102346"/>
            <a:ext cx="335718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316758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Tekercselés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801045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Hozza létre vagy veszi fel a mágneses hatást.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201" y="4111724"/>
            <a:ext cx="3357082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326136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Gépház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810423"/>
            <a:ext cx="28266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Mechanikai védelmet és hőleadó felületet biztosít.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9290" y="4111724"/>
            <a:ext cx="3357181" cy="1517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326136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Kapocsdoboz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810423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hálózati vagy vezérlőcsatlakozás helye.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8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forgórész kialakításai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2561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725613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Kalickás forgórész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209899"/>
            <a:ext cx="6194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Egyszerű, robusztus – aszinkron motorokban a leggyakoribb kialakítás.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90341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0177" y="2890341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Csúszógyűrűs forgórész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370177" y="3374628"/>
            <a:ext cx="6194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Indítási és szabályozási lehetőséget ad nagyobb gépeknél.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5507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055070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Tekercselt forgórész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39357"/>
            <a:ext cx="6194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Egyenáramú és speciális gépekben jellemző.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19799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5219799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Állandómágneses rotor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5704086"/>
            <a:ext cx="6194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Jó hatásfok, korszerű hajtásokban egyre elterjedtebb.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2251" y="2117130"/>
            <a:ext cx="3504219" cy="3497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56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működik az aszinkron motor?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83395"/>
            <a:ext cx="3518308" cy="35116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25661" y="1590377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93178" y="1624112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202603" y="1652290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Forgó mágneses tér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02603" y="2105422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háromfázisú áram forgó mágneses teret hoz létre az állórészben.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25661" y="2730302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93178" y="2764036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202603" y="2792214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Indukció (Faraday-törvény)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02603" y="3245346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forgó mágneses tér feszültséget indukál a rotor vezetőiben.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5661" y="3870226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93178" y="390396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202603" y="3932138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Rotoráram keletkezik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202603" y="4385270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indukált feszültség áramot indít meg a forgórészben.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5661" y="501015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93178" y="504388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202603" y="5072062"/>
            <a:ext cx="633386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 → forgatónyomaték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202603" y="5525195"/>
            <a:ext cx="633386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áramjárta rotor a mágneses térben erőt kap – forgatónyomaték keletkezik, a rotor forogni kezd.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24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szlip – miért „aszinkron"?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09242"/>
            <a:ext cx="3504219" cy="2713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888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rotor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soha nem éri 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forgó mágneses tér fordulatszámát – ha elérné, megszűnne az indukció és a nyomaték.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34635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63309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56364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Szlip képlete: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 = (nₛ − n) / nₛ · 100%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Példa: 3000 − 2880 = 120 ford./perc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 = 4%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59839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Nagyobb terhelés esetén a rotor lassul, nő a szlip, erősödik az indukció – ezzel automatikusan nagyobb nyomaték keletkezik.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légrés – kritikus méret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7563"/>
            <a:ext cx="3504219" cy="2237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3373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Ökölszabály: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légrés legyen elektromágnesesen minél kisebb, mechanikailag viszont biztonságosan elegendő.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279999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881" y="449441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Túl nagy légrés 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90309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Nő a mágneses ellenállás → nagyobb mágnesező áram kell → romlik a teljesítménytényező.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4279999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61766" y="449441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Túl kicsi légrés 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561766" y="490309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Mechanikailag veszélyes – csapágykopás, rezgés vagy hőtágulás esetén a rotor hozzáérhet az állórészhez.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33244" y="4279999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7650" y="449441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Tipikus értékek 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247650" y="490309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 motorok: 0,2–0,5 mm • Közepes gépek: 0,5–1,0 mm • Nagy gépek: 1–3 mm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8105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Tengely és csapágyazás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233360" y="1396305"/>
            <a:ext cx="3059730" cy="2651522"/>
          </a:xfrm>
          <a:prstGeom prst="roundRect">
            <a:avLst>
              <a:gd name="adj" fmla="val 29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22764" y="1585714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3771" y="1736725"/>
            <a:ext cx="247148" cy="2471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22764" y="2312293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Tengely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22764" y="2704703"/>
            <a:ext cx="268092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Viszi tovább a mechanikai teljesítményt a hajtott gép felé – az energiaátadás kulcseleme.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470390" y="1396305"/>
            <a:ext cx="3059830" cy="2651522"/>
          </a:xfrm>
          <a:prstGeom prst="roundRect">
            <a:avLst>
              <a:gd name="adj" fmla="val 29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59794" y="1585714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0801" y="1736725"/>
            <a:ext cx="247148" cy="2471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59794" y="2312293"/>
            <a:ext cx="26810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Csapágyazás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659794" y="2704703"/>
            <a:ext cx="268102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Biztosítja a rotor pontos, kis súrlódású forgását – nem „kényelmi alkatrész", hanem alapvető szerkezeti elem!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233360" y="4225131"/>
            <a:ext cx="6296860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22764" y="4414540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3771" y="4565551"/>
            <a:ext cx="247148" cy="2471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2764" y="5141119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Csapágyhiba jelei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422764" y="5533529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Rezgés, zaj, melegedés, nehéz forgás – és egyenetlen légrés. Időben felismerni kritikus!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921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1316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Gyakori tévhitek – igaz vagy hamis?</a:t>
            </a:r>
            <a:endParaRPr lang="en-US" sz="3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61245"/>
            <a:ext cx="6296860" cy="15627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0946" y="2054523"/>
            <a:ext cx="583411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„A rotor majdnem hozzáérhet a sztátorhoz – az nem baj."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30946" y="2695178"/>
            <a:ext cx="583411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Baj!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légrésnek üzemszerűen meg kell maradnia – érintkezés súlyos meghibásodást okoz.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84674"/>
            <a:ext cx="6296860" cy="12906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0946" y="377795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„A motorban csak a tekercselés fontos."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930946" y="4146451"/>
            <a:ext cx="583411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igaz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mágneses kör és a mechanikai részek ugyanolyan fontosak a helyes működéshez.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35947"/>
            <a:ext cx="6296860" cy="12906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0946" y="5229225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„A csapágy csak kényelmi alkatrész."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30946" y="5597723"/>
            <a:ext cx="583411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igaz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pontos futás és a légrés megtartása miatt a csapágyazás alapvető szerkezeti szükséglet.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86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Önellenőrző kérdések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446212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73027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83457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sztátor és a rotor feladata?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2228652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2455466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565896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nem érhet össze a rotor és a sztátor?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475" y="3011091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3237905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348335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jelent a szlip, és hogyan számítjuk?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3793530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4020344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130774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történik, ha a légrés túl nagy vagy túl kicsi?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4575969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802783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913213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Milyen hibára utalhat a szokatlan csapágyzaj?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1475" y="5358408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585222"/>
            <a:ext cx="694107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695652"/>
            <a:ext cx="694107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Sorolj fel két rotor-kialakítást!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1907" y="1343918"/>
            <a:ext cx="3574564" cy="3574653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961907" y="5043190"/>
            <a:ext cx="3574564" cy="1089223"/>
          </a:xfrm>
          <a:prstGeom prst="roundRect">
            <a:avLst>
              <a:gd name="adj" fmla="val 5580"/>
            </a:avLst>
          </a:prstGeom>
          <a:solidFill>
            <a:srgbClr val="E1E1E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564" y="5209480"/>
            <a:ext cx="180871" cy="14466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432093" y="5179020"/>
            <a:ext cx="295972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⚡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Heti kihívás: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Egy metszeti motorábrán jelöld be a sztátort, rotort, légrést, tengelyt és csapágyakat. Írd mellé, melyik rész áll, melyik forog, és hol történik az energiaátadás.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IAP_Alloresz_es_forgoresz_javitott.pdf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2026-09-15T16:15:16Z</dcterms:created>
  <dcterms:modified xsi:type="dcterms:W3CDTF">2026-09-15T16:15:16Z</dcterms:modified>
</cp:coreProperties>
</file>