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8. hét • A valós transzformátor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Üresjárás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Terhelés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Vas- és rézveszteség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Feszültségesés és hatásfok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Üresjárás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Szekunder kör nyitott → I2 = 0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primer áram mégsem nulla.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Fluxust hozunk létre a vasmagban.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Vasveszteség üresjárásban is van.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Vasveszteség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Hiszterézisveszteség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Örvényáramú veszteség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lemezelt vasmag csökkenti az örvényáramot.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veszteség hővé alakul.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Terheléskor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Fogyasztót kapcsolunk a szekunderre → I2 megjelenik.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primer oldal több áramot vesz fel.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hálózatból érkező többletenergia jut el a fogyasztóhoz.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Rézveszteség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tekercsek ellenállása miatt keletkezik.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Pcu = I² · R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Kétszeres áram → négyszeres I²R veszteség.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Ezért veszélyes a túlterhelés.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Miért esik U2?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tekercseknek ellenállása van.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Szórási reaktancia is jelen van.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Terheléskor belső feszültségesés keletkezik.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valós transzformátor nem ideális.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Hatásfok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η = P2 / P1 · 100%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P1 = P2 + veszteségek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P1 = 1050 W, P2 = 1000 W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η ≈ 95,2%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Melegedés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Vasveszteség + rézveszteség → hő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túlzott hő öregíti a szigetelést.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Nagy gépeknél külön hűtési rendszer szükséges lehet.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P1 = 2100 W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P2 = 1995 W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Mennyi a veszteség és a hatásfok?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Mi történik az I²R veszteséggel kétszeres áramnál?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