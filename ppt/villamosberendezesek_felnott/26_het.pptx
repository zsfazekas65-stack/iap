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26. hét - OPC 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Az ipari rendszerek univerzális kommunikációs nyelve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Felnőtt oktatás • digitális • 1 × 45 perc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12080"/>
            <a:ext cx="10607040" cy="91440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latin typeface="Aptos"/>
              </a:defRPr>
            </a:pPr>
            <a:r>
              <a:t>SCADA csak akkor lát jól, ha az adatokhoz egységesen és biztonságosan hozzáfér.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Kapcsolódás a SCADA-hoz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25. hét: PLC - HMI - SCADA - trend - riasztás - Historian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26. hét kérdése: hogyan jut el az adat egységesen a SCADA-hoz?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Mi az OPC UA?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OPC Unified Architecture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Ipari kommunikációs architektúra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Adat + jelentés + struktúra + hozzáférési szabályok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Történeti háttér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Gyártóspecifikus illesztések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Klasszikus OPC: COM/DCOM környezet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OPC UA: platformfüggetlenebb, biztonságosabb, strukturáltabb szemlélet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Kliens és szerver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OPC UA szerver: adatokat tesz elérhetővé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OPC UA kliens: csatlakozik, böngész, olvas, feliratkozik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Példa: PLC/gateway = szerver • SCADA = kliens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Az információs modell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Node = csomópont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NodeId = egyedi azonosító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Namespace = névtér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Objektumok és változók hierarchiába rendezhetők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Alapműveletek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Browse - címtartomány feltérképezése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Read - érték olvasása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Write - engedélyezett érték módosítása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Subscription - változásfigyelés / értesítés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Modbus és OPC UA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Modbus: bitek és regiszterek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OPC UA: strukturált, leíró információs modell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Nem ugyanazt a problémát oldják meg ugyanazon a szinten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12080"/>
            <a:ext cx="10607040" cy="91440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latin typeface="Aptos"/>
              </a:defRPr>
            </a:pPr>
            <a:r>
              <a:t>A jó mérnök nem azt kérdezi: melyik jobb? Hanem azt: melyik mire való?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Tanúsítványok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Hitelesítés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Jogosultságok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Aláírás és titkosítás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Írható változók szigorú kezelése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Példa - frekvenciaváltós motor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Motor_Run • Motor_Ready • Motor_Fault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ActualFrequency • MotorCurrent • FaultCode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FrequencySetpoint - csak megfelelő jogosultsággal írható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Kommunikációhiba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Régi adat ≠ aktuális adat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A SCADA jelezze a kapcsolat állapotát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Hibás kommunikáció esetén biztonságos kezelői viselkedés szükséges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 Display"/>
              </a:defRPr>
            </a:pPr>
            <a:r>
              <a:t>IAP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Tervezz Motor_1 OPC UA objektumot!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Legalább 10 változó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Jelöld: olvasható / írható</a:t>
            </a:r>
          </a:p>
          <a:p>
            <a:pPr>
              <a:spcAft>
                <a:spcPts val="1200"/>
              </a:spcAft>
              <a:defRPr sz="2300">
                <a:solidFill>
                  <a:srgbClr val="14243A"/>
                </a:solidFill>
                <a:latin typeface="Aptos"/>
              </a:defRPr>
            </a:pPr>
            <a:r>
              <a:t>Készíts hozzá SCADA-képernyő vázlatot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212080"/>
            <a:ext cx="10607040" cy="914400"/>
          </a:xfrm>
          <a:prstGeom prst="roundRect">
            <a:avLst/>
          </a:prstGeom>
          <a:solidFill>
            <a:srgbClr val="DCF0F9"/>
          </a:solidFill>
          <a:ln>
            <a:solidFill>
              <a:srgbClr val="20B9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latin typeface="Aptos"/>
              </a:defRPr>
            </a:pPr>
            <a:r>
              <a:t>Állapot • mérési adat • parancs • hiba - legyen egyértelműen elkülönítve.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0E70B7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