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21.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E1F2FF"/>
                </a:solidFill>
                <a:latin typeface="Arial"/>
              </a:defRPr>
            </a:pPr>
            <a:r>
              <a:t>Frekvenciaváltó és PLC ipari kommunikációja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20. hét → 21.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Külön I/O vezetékek helyett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Több adat egy kommunikációs kapcsolaton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Mit viszünk át?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RUN / STOP / RESET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Frekvencia-alapjel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READY / RUN / FAULT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Tényleges frekvencia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Motoráram / diagnosztika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Példák protokollokra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Modbus RTU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Modbus TCP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PROFINET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EtherNet/IP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Fontos különbség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RS-485 ≠ Modbus RTU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Ethernet ≠ PROFINET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Fizikai/jelátviteli megoldás és protokoll nem ugyanaz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PLC → hajtás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Vezérlőszó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Engedélyezés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RUN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RESET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Sebesség/frekvencia-alapjel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Hajtás → PLC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Állapotszó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READY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RUN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FAULT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Mért és diagnosztikai adatok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Miért jó?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Kevesebb huzalozás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Több adat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Jobb diagnosztika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HMI-integráció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Kommunikációvesztés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Mi történjen, ha megszakad a kapcsolat?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Leállás?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Utolsó alapjel?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Technológia és kockázat alapján kell dönteni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Üzembe helyezés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Protokoll → címzés → PLC konfiguráció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Adattérkép → próbaüzem → hibateszt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Biztonság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Normál buszkommunikáció nem automatikusan safety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Biztonsági funkcióhoz megfelelő safety megoldás kell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IAP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Hasonlítsd össze: külön I/O vs busz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Vezetékezés • adatmennyiség • diagnosztika • hibakeresés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