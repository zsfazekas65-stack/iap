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14.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2400">
                <a:solidFill>
                  <a:srgbClr val="E1F2FF"/>
                </a:solidFill>
                <a:latin typeface="Arial"/>
              </a:defRPr>
            </a:pPr>
            <a:r>
              <a:t>Kontaktoros motorvezérlések</a:t>
            </a:r>
            <a:br/>
            <a:r>
              <a:t>START-STOP és öntartás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Mi a kontaktor?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Elektromágneses kapcsolókészülék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Nagyobb teljesítményt kis vezérlőteljesítménnyel kapcsol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Gyakori működtetésre alkalmas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A kontaktor részei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Tekercs és mágneses kör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Főérintkezők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NO / NC segédérintkezők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Mechanika és ívoltás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Két külön áramkör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Főáramkör → motor teljesítményárama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Vezérlőáramkör → kontaktor tekercse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nyomógomb nem közvetlenül a motoráramot kapcsolja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START és STOP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STOP: NC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START: NO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START → tekercs behúz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STOP → tekercs elejt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Mi az öntartás?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NO segédérintkező a START-tal párhuzamosan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Behúzáskor zár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START elengedése után is táplálja a tekercset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Működési sorrend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Nyugalom: kontaktor elejtve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START: kontaktor behúz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Öntartó érintkező zár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START elengedhető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STOP: áramkör megszakad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Miért NC a STOP?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Normál állapotban folytonos áramút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Vezetékszakadás → leállás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Vezérlőtáp kiesése → leállás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Biztonságosabb hibairány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Motorvédelem a vezérlésben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Túlterhelés-relé NC érintkezője sorban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Kioldáskor megszakítja a tekercskört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Kontaktor elejt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Motor leválik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Feszültségkimaradás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Kontaktor elejt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Öntartás megszűnik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Táp visszatérésekor nincs automatikus újraindulás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Új START szükséges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PLC előtti logika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relés-kontaktoros vezérlés logikai kapcsolatokat valósít meg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Soros érintkezők → ÉS logika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Párhuzamos ágak → VAGY logika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Az elv később PLC-ben is visszaköszön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IAP heti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Írd le a négy állapotot: nyugalom, START, START elengedve, STOP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Add meg a tekercs, főérintkező és öntartó érintkező állapotát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