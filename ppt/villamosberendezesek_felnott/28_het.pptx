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28. hét -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digitális iker és a virtuális üzembe helyezés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Felnőtt oktatás • digitális • 1 × 45 perc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„A legjobb hibák azok, amelyeket még a gép megépítése előtt megtalálunk.”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 világ nagy kérdése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Hogyan tesztelhetünk PLC-programot a valódi gép elkészülése előtt?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megoldás egyik eszköze: szimuláció + digitális modell + vezérlőprogram.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Történeti fejlődés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CAD → 3D szimuláció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Virtuális üzembe helyezés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Digital Twin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Valós adatokkal frissített digitális modellek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 a digitális iker?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Fizikai gép vagy folyamat virtuális reprezentációja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Viselkedést és adatokat is modellezhet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Nem minden 3D modell digitális iker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Három tipikus szint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Termék digitális ikre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Folyamat digitális ikre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Üzem digitális ikre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Virtuális üzembe helyezés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PLC-program → virtuális gép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Virtuális érzékelők → PLC-bemenetek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Normál és hibás állapotok tesztelése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 fizikai gép nélkül is ellenőrizhető a vezérlési logika jelentős része.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Szállítószalag-példa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PLC: M1 = 1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Virtuális szalag elindul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Munkadarab eléri S1/S2 érzékelőt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modell visszaadja a jelet a PLC-nek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Mit tesztelhetünk?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I/O és szekvencia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Időzítések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Reteszelések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Hibareakciók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HMI/SCADA jelzések egy része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Hibabefecskendezés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Beragadt érzékelő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Hiányzó munkadarab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Motor nem indul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Kommunikációhiba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Időtúllépés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 modell korlátai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szimuláció pontossága a modelltől függ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valós mechanika és villamos rendszer eltérhet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 valós biztonsági ellenőrzés továbbra is kötelező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Kapcsolat az Ipar 4.0-val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Valós gépadat → digitális modell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IIoT / OPC UA adatkapcsolat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Állapotkövetés, elemzés, optimalizálás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IAP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2 szállítószalag • 2 motor • 3 érzékelő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START / STOP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Legalább 1 reteszelés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Találj ki egy virtuálisan előidézhető hibát!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