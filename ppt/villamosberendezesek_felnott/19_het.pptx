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19.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E1F2FF"/>
                </a:solidFill>
                <a:latin typeface="Arial"/>
              </a:defRPr>
            </a:pPr>
            <a:r>
              <a:t>Frekvenciaváltó gyakorlati paraméterezése és vezérlése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Üzembe helyezés sorrendje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 és hajtás ellenőrzése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Motoradatok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Parancsforrás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Alapjelforrás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Határértékek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Rámpák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Próbaüzem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Motoradatok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Uₙ – névleges feszültség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Iₙ – névleges áram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fₙ – névleges frekvencia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Pₙ – teljesítmény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nₙ – fordulatszám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Két külön forrás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Parancsforrás: honnan jön a RUN/STOP?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Alapjelforrás: honnan jön a kívánt frekvencia?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Parancsforrás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Kezelőpanel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Digitális bemenet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PLC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Kommunikációs busz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Frekvencia-alapjel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Kezelőpanel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0–10 V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4–20 mA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Fix frekvenciák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PLC / busz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Min. és max. frekvencia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Technológiai tartomány korlátozása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 és gép védelme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Példa: 15–50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Rámpaidők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Túl rövid gyorsítás → túláram lehet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Túl rövid lassítás → DC-köri túlfeszültség lehet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Digitális bemenetek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START/STOP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FORWARD/REVERSE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RESET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Fix sebességválasztás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Hibakódok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Túláram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Túlfeszültség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Alulfeszültség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Túlterhelés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Túlmelegedés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Fontos szabály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Ne csak RESET!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Előbb a kiváltó okot kell megtalálni és megszüntetni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IAP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400 V-os szállítószalag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Digitális START/STOP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0–10 V alapjel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15–50 Hz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8 s gyorsítás / 10 s lassítás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