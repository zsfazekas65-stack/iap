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16.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1F2FF"/>
                </a:solidFill>
                <a:latin typeface="Arial"/>
              </a:defRPr>
            </a:pPr>
            <a:r>
              <a:t>Csillag-delta kontaktoros</a:t>
            </a:r>
            <a:br/>
            <a:r>
              <a:t>indítókapcsolás vezérlése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 három kontaktor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K1 – főkontaktor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 – csillagkontaktor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K3 – deltakontaktor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START pillanata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K1 behúz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 behúz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K3 reteszelve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Időrelé elindul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Csillagindítás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Kisebb tekercsfeszültség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Kisebb indítóáram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Kisebb indítónyomaték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 felgyorsul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Az időrelé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Meghatározza a csillagidőt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K2-t lekapcsolja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Holtidőt biztosít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Ezután engedélyezi K3-at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Deltaüzem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K1 továbbra is behúzva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 elejtve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K3 behúzva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 névleges üzemi kapcsolásban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Villamos reteszelés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 NC → K3 tekercskör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K3 NC → K2 tekercskör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Egymást kölcsönösen kizárják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Mechanikai reteszelés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 és K3 között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Fizikailag is kizárja az egyidejű zárást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Második biztonsági szint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Miért kritikus?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K2 + K3 egyidejű zárása veszélyes rövidzárlati állapotot okozhat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reteszelés kötelező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STOP és védelem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STOP bontja K1 vezérlését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Motorvédelem ugyanígy leállíthat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K1 elejt → teljes indító leáll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Tipikus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 rövid csillagidő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 hosszú csillagidő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Nincs holtidő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Hibás reteszelés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Hibás tekercsvég-bekötés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heti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Készíts K1-K2-K3 időbeli állapottáblát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Nyugalom → csillag → holtidő →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