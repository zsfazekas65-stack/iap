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>
                <a:solidFill>
                  <a:srgbClr val="0D47A1"/>
                </a:solidFill>
                <a:latin typeface="Aptos Display"/>
              </a:rP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15069"/>
                </a:solidFill>
              </a:rPr>
              <a:t>Egyenáramú gépek szerkezeti felépítése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777240"/>
            <a:ext cx="2560320" cy="1143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DC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4. hét • Villamos berendezések • Felnőtt oktatás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0048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kommutátor • kefék • armatúra • gerjesztés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473"/>
                </a:solidFill>
              </a:rPr>
              <a:t>IAP • Felnőtt oktatás • Villamos berendezések • 4.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>
                <a:solidFill>
                  <a:srgbClr val="0D47A1"/>
                </a:solidFill>
                <a:latin typeface="Aptos Display"/>
              </a:rPr>
              <a:t>Mire jó az egyenáramú gép?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15069"/>
                </a:solidFill>
              </a:rPr>
              <a:t>Motor és generátor ugyanazon szerkezeti elven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777240"/>
            <a:ext cx="2560320" cy="1143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M/G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Motorüzem: villamos energiából mechanikai energia.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0048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Generátorüzem: mechanikai energiából villamos energia.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28416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A működés alapja: mágneses tér + áramjárta vezető + mozgás.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473"/>
                </a:solidFill>
              </a:rPr>
              <a:t>IAP • Felnőtt oktatás • Villamos berendezések • 4.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>
                <a:solidFill>
                  <a:srgbClr val="0D47A1"/>
                </a:solidFill>
                <a:latin typeface="Aptos Display"/>
              </a:rPr>
              <a:t>Fő szerkezeti részek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15069"/>
                </a:solidFill>
              </a:rPr>
              <a:t>A gép négy kulcsterülete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777240"/>
            <a:ext cx="2560320" cy="1143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Állórész: gerjesztő mágneses tér.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0048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Forgórész / armatúra: forgó tekercselt rész.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28416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Kommutátor és kefék: villamos kapcsolat és áramirányítás.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86784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Tengely, csapágy, gépház: mechanikai tartás és hajtás.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473"/>
                </a:solidFill>
              </a:rPr>
              <a:t>IAP • Felnőtt oktatás • Villamos berendezések • 4.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>
                <a:solidFill>
                  <a:srgbClr val="0D47A1"/>
                </a:solidFill>
                <a:latin typeface="Aptos Display"/>
              </a:rPr>
              <a:t>A kommutátor szerepe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15069"/>
                </a:solidFill>
              </a:rPr>
              <a:t>A nyomaték iránya ne forduljon meg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777240"/>
            <a:ext cx="2560320" cy="1143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A forgórész tekercse félfordulatonként más helyzetbe kerül.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0048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A kommutátor időben átkapcsolja a tekercscsatlakozást.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28416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Kefékkel együtt biztosítja az áramátadást az álló és forgó rész között.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473"/>
                </a:solidFill>
              </a:rPr>
              <a:t>IAP • Felnőtt oktatás • Villamos berendezések • 4.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>
                <a:solidFill>
                  <a:srgbClr val="0D47A1"/>
                </a:solidFill>
                <a:latin typeface="Aptos Display"/>
              </a:rPr>
              <a:t>Kefék és kopás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15069"/>
                </a:solidFill>
              </a:rPr>
              <a:t>A villamos érintkezés mechanikus felületen történik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777240"/>
            <a:ext cx="2560320" cy="1143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Normál üzemben is van kopás.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0048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Túlzott szikrázás hibára utalhat.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28416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Ellenőrizhető: kefe hossza, rugónyomás, kommutátor felülete, csatlakozás.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473"/>
                </a:solidFill>
              </a:rPr>
              <a:t>IAP • Felnőtt oktatás • Villamos berendezések • 4.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>
                <a:solidFill>
                  <a:srgbClr val="0D47A1"/>
                </a:solidFill>
                <a:latin typeface="Aptos Display"/>
              </a:rPr>
              <a:t>Hibalehetőségek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15069"/>
                </a:solidFill>
              </a:rPr>
              <a:t>A szerkezetből következik a hiba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777240"/>
            <a:ext cx="2560320" cy="1143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Kopott kefe: bizonytalan érintkezés.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0048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Szennyezett kommutátor: szikrázás és melegedés.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28416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Csapágyhiba: zaj, tengelyütés, súrlódás.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86784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Tekercshiba: túlmelegedés, zárlat, gyenge teljesítmény.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473"/>
                </a:solidFill>
              </a:rPr>
              <a:t>IAP • Felnőtt oktatás • Villamos berendezések • 4.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>
                <a:solidFill>
                  <a:srgbClr val="0D47A1"/>
                </a:solidFill>
                <a:latin typeface="Aptos Display"/>
              </a:rPr>
              <a:t>Órai 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15069"/>
                </a:solidFill>
              </a:rPr>
              <a:t>Gondolkodj szerkezeti láncban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777240"/>
            <a:ext cx="2560320" cy="1143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Rajzold fel az egyenáramú gép fő részeit.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0048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Jelöld: sztátor, armatúra, kommutátor, kefe, tengely, csapágy.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28416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Írd mellé: melyik áll, melyik forog, hol folyik áram.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473"/>
                </a:solidFill>
              </a:rPr>
              <a:t>IAP • Felnőtt oktatás • Villamos berendezések • 4.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>
                <a:solidFill>
                  <a:srgbClr val="0D47A1"/>
                </a:solidFill>
                <a:latin typeface="Aptos Display"/>
              </a:rP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15069"/>
                </a:solidFill>
              </a:rPr>
              <a:t>Kefeszikrázás hibakeresése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777240"/>
            <a:ext cx="2560320" cy="1143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IAP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Egy régi DC motornál erős kefeszikrázást látsz.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0048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Sorolj fel négy lehetséges okot.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28416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Írd le, mit ellenőriznél először és miért.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86784"/>
            <a:ext cx="1078992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AA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14243A"/>
                </a:solidFill>
              </a:rPr>
              <a:t>Következő hét: aszinkron gépek felépítése.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473"/>
                </a:solidFill>
              </a:rPr>
              <a:t>IAP • Felnőtt oktatás • Villamos berendezések • 4.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