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30. hét - Ipari kiberbiztonság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Zero Trust és IEC 62443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Felnőtt oktatás • digitális • 1 × 45 perc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57800"/>
            <a:ext cx="10607040" cy="77724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 jól működő PLC-rendszernek megfelelően védettnek is kell lennie.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 hálózatok fejlődése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Zárt PLC-rendszerek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Ipari Ethernet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IT–OT összekapcsolás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IIoT és távoli hozzáférés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Kiberbiztonság mint alapkövetelmény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IT és 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IT: információ és üzleti rendszerek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OT: fizikai folyamatok vezérlése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PLC • HMI • SCADA • hajtások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OT-ban a rendelkezésre állás kritikus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CIA-hármas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Confidentiality - bizalmasság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Integrity - sértetlenség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Availability - rendelkezésre állás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Zero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„Soha ne bízz, mindig ellenőrizz!”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Azonosítás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Jogosultság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Eszköz és kapcsolat ellenőrzése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Legkisebb szükséges hozzáférés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Legkisebb jogosultság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Operátor ≠ PLC-programozó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Karbantartó ≠ korlátlan adminisztrátor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Külső szerviz: csak szükséges cél és időtartam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57800"/>
            <a:ext cx="10607040" cy="77724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Mindenki csak ahhoz férjen hozzá, ami a feladatához szükséges.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Hálózati szegmentálás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Vállalati IT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Ipari DMZ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SCADA/felügyelet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Vezérlési zóna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PLC és HMI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IEC 62443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Ipari automatizálási és vezérlőrendszerek kiberbiztonsága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Kockázatalapú szemlélet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Zónák és kommunikációs kapcsolatok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Műszaki és szervezeti követelmények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Alapvető követelmények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Azonosítás és hitelesítés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Jogosultságkezelés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Rendszerintegritás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Adatbizalmasság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Korlátozott adatáramlás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Eseményválasz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Rendelkezésre állás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Gyakori kockázatok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Közös jelszó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Nyitott távoli elérés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Ismeretlen USB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Elavult rendszer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Túl széles jogosultság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Hiányzó mentés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Mentés és helyreállítás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PLC-program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HMI/SCADA konfiguráció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Beállítások és dokumentáció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Mentés + visszaállítási próba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IAP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Tervezd meg egy kis üzem zónáit!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IT • SCADA • 2 PLC • HMI • távoli szerviz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Rajzold be az engedélyezett kapcsolatokat</a:t>
            </a:r>
          </a:p>
          <a:p>
            <a:pPr>
              <a:spcAft>
                <a:spcPts val="1000"/>
              </a:spcAft>
              <a:defRPr sz="2100">
                <a:solidFill>
                  <a:srgbClr val="14243A"/>
                </a:solidFill>
              </a:defRPr>
            </a:pPr>
            <a:r>
              <a:t>Adj legalább 5 védelmi szabályt!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