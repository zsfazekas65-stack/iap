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83A5A"/>
                </a:solidFill>
                <a:latin typeface="Arial"/>
              </a:defRPr>
            </a:pPr>
            <a:r>
              <a:t>MÁGNESES KÖR, VASMAG, LÉGRÉS, TEKERCSELÉSEK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88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17089"/>
                </a:solidFill>
                <a:latin typeface="Arial"/>
              </a:defRPr>
            </a:pPr>
            <a:r>
              <a:t>3. hét • Felnőtt oktatás • Villamos berendezések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033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38404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VASMAG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233672"/>
            <a:ext cx="2880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vezeti a fluxust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033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38404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LÉGRÉS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4233672"/>
            <a:ext cx="2880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forgás + mágneses kapcsolat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7033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38404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TEKERCS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4233672"/>
            <a:ext cx="2880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mágneses teret hoz létre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Kapcsolódás az előző hetekhez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17089"/>
                </a:solidFill>
                <a:latin typeface="Arial"/>
              </a:defRPr>
            </a:pPr>
            <a:r>
              <a:t>A gép fő részei után most a belső működési kapcsolatot nézzük.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200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830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1. hét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76272"/>
            <a:ext cx="2880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Villamos gépek fő csoportjai és szerkezeti részei.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00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830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2.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76272"/>
            <a:ext cx="2880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Sztátor, rotor, légrés és a forgó rész feladata.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200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7830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3. hét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76272"/>
            <a:ext cx="2880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Mágneses kör: vasmag, légrés, tekercselés, fluxus.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Mi az a mágneses kör?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17089"/>
                </a:solidFill>
                <a:latin typeface="Arial"/>
              </a:defRPr>
            </a:pPr>
            <a:r>
              <a:t>A mágneses fluxus útja a gépben.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FLUXUS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30552"/>
            <a:ext cx="2971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mágneses tér „összegzett” hatása. Jele: Φ.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ÚTVONAL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130552"/>
            <a:ext cx="2971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fluxus a vasmagon, légrésen és géprészeken keresztül záródik.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002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VESZTESÉG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130552"/>
            <a:ext cx="2971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rossz mágneses út melegedést és hatásfokromlást okozhat.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A vasmag feladata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17089"/>
                </a:solidFill>
                <a:latin typeface="Arial"/>
              </a:defRPr>
            </a:pPr>
            <a:r>
              <a:t>A fluxust nem elég létrehozni: vezetni is kell.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0020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Kis mágneses ellenállás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47091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ferromágneses anyag kedvező utat ad a mágneses fluxusnak.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60020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Energiaátadás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993392"/>
            <a:ext cx="47091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Motorban és generátorban a mágneses tér közvetít az álló és forgó rész között.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4747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Veszteségek csökkentése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867911"/>
            <a:ext cx="47091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jó vasmag csökkenti a felesleges melegedést és zajt.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33756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4747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Transzformátorban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867911"/>
            <a:ext cx="47091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primer és szekunder tekercs kapcsolatát a vasmag biztosítja.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Miért kell légrés?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17089"/>
                </a:solidFill>
                <a:latin typeface="Arial"/>
              </a:defRPr>
            </a:pPr>
            <a:r>
              <a:t>Kicsi legyen, de nem lehet nulla.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Mechanikai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30552"/>
            <a:ext cx="3063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rotor nem érhet hozzá a sztátorhoz.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737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Mágneses kapcsolat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130552"/>
            <a:ext cx="3063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fluxus a légrésen keresztül kapcsolja össze a részeket.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002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737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Hiba lehet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130552"/>
            <a:ext cx="3063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Túl nagy légrés: gyengébb gép. Túl kicsi: súrlódás, sérülés.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Tekercselések szerepe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17089"/>
                </a:solidFill>
                <a:latin typeface="Arial"/>
              </a:defRPr>
            </a:pPr>
            <a:r>
              <a:t>Áram és mágneses tér kapcsolata.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306324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tekercs mágneses teret hoz létre, ebből forgatónyomaték keletkezik.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Generátor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947672"/>
            <a:ext cx="306324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Változó mágneses tér hatására feszültség indukálódik a tekercsben.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Transzformátor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947672"/>
            <a:ext cx="306324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primer tekercs fluxust hoz létre, a szekunderben feszültség indukálódik.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Mágneses kör hibái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17089"/>
                </a:solidFill>
                <a:latin typeface="Arial"/>
              </a:defRPr>
            </a:pPr>
            <a:r>
              <a:t>A hiba nem mindig látszik kívülről.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Zúgás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Laza vasmag, rezgés vagy túlterhelés jele is lehet.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Melegedés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947672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Túlterhelés, menetzárlat vagy veszteséges mágneses kör.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Súrlódás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947672"/>
            <a:ext cx="30632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Csapágyhiba vagy légrésprobléma következménye lehet.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657600"/>
            <a:ext cx="7132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3794760"/>
            <a:ext cx="6812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Szakmai kulcs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4187952"/>
            <a:ext cx="681228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Szerkezeti gondolkodás: vasmag + légrés + tekercselés + mechanikai pontosság.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Órai / digitális 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17089"/>
                </a:solidFill>
                <a:latin typeface="Arial"/>
              </a:defRPr>
            </a:pPr>
            <a:r>
              <a:t>Metszeti ábra értelmezése.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2423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Keresd meg a vasmagot és a tekercselést.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947672"/>
            <a:ext cx="2423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Forgógépnél jelöld a légrést.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173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947672"/>
            <a:ext cx="2423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Rajzold be a fluxus útját.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141732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20072" y="1554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1947672"/>
            <a:ext cx="16002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Írj rövid magyarázatot.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3703320"/>
            <a:ext cx="8961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0512" y="3840480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Leadandó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4233672"/>
            <a:ext cx="864108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Feliratozott kép vagy vázlat + 6-8 mondatos szakmai magyarázat.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47A1"/>
                </a:solidFill>
                <a:latin typeface="Arial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17089"/>
                </a:solidFill>
                <a:latin typeface="Arial"/>
              </a:defRPr>
            </a:pPr>
            <a:r>
              <a:t>A hét 4 mondata.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17089"/>
                </a:solidFill>
                <a:latin typeface="Arial"/>
              </a:defRPr>
            </a:pPr>
            <a:r>
              <a:t>IAP • Felnőtt oktatás • Villamos berendezések • 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63039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56231"/>
            <a:ext cx="10287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vasmag vezeti a mágneses fluxust.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77439"/>
            <a:ext cx="10607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14599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07791"/>
            <a:ext cx="10287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légrés kell a forgáshoz, de mágnesesen hátrányos rész.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29000"/>
            <a:ext cx="10607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56616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59352"/>
            <a:ext cx="10287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tekercselés hozza létre vagy érzékeli a mágneses hatást.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80559"/>
            <a:ext cx="106070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61772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010912"/>
            <a:ext cx="10287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Arial"/>
              </a:defRPr>
            </a:pPr>
            <a:r>
              <a:t>A gép működését a mágneses és mechanikai kialakítás együtt határozza meg.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47A1"/>
                </a:solidFill>
                <a:latin typeface="Arial"/>
              </a:defRPr>
            </a:pPr>
            <a:r>
              <a:t>Következő hét: Egyenáramú gépek szerkezeti felépítése.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