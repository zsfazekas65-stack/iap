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23.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E1F2FF"/>
                </a:solidFill>
                <a:latin typeface="Arial"/>
              </a:defRPr>
            </a:pPr>
            <a:r>
              <a:t>Frekvenciaváltós hajtások karbantartása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22. hét → 23.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Hibakeresés: ha már baj van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Karbantartás: a hiba megelőzése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Környezeti tényezők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Hőmérséklet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Por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Nedvesség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Rezgés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Szellőzés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Hűtés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Tiszta légút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Hűtőborda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Szekrény szellőzése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Megfelelő környezeti hőmérséklet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Ventilátor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Kopó alkatrész lehet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Zaj • légszállítás • üzemóra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Gyártói csereelőírás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DC-köri kondenzátorok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Öregedő alkatrészek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hőmérséklet fontos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Gyártói karbantartási előírás alapján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Villamos 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Csatlakozások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Kábelek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Árnyékolás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Földelés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Motoroldal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Trendek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Motoráram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Hőmérséklet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Terhelés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Hibaszám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Üzemóra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Karbantartási napló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Dátum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Üzemóra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Mért érték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Hiba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Beavatkozás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Következő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Biztonság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DC-körben lekapcsolás után is lehet veszélyes feszültség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Kisülési idő + feszültségmentesség ellenőrzése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Poros üzem + túlmelegedés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Ne csak RESET!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Hűtés → ventilátor → környezet → 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Készíts VFD-karbantartási tervet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Megfigyelés • időszakos ellenőrzés • trendek • beavatkozási jelek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