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6400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AKTÍV SZŰRŐK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60320"/>
            <a:ext cx="6858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DE9136"/>
                </a:solidFill>
                <a:latin typeface="Aptos"/>
              </a:defRPr>
            </a:pPr>
            <a:r>
              <a:t>MŰVELETI ERŐSÍTŐKKEL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8308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42AAD2"/>
                </a:solidFill>
                <a:latin typeface="Aptos"/>
              </a:defRPr>
            </a:pPr>
            <a:r>
              <a:t>LPF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78308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F8F68"/>
                </a:solidFill>
                <a:latin typeface="Aptos"/>
              </a:defRPr>
            </a:pPr>
            <a:r>
              <a:t>HPF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5560" y="178308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E9136"/>
                </a:solidFill>
                <a:latin typeface="Aptos"/>
              </a:defRPr>
            </a:pPr>
            <a:r>
              <a:t>BPF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97180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77639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E9136"/>
                </a:solidFill>
                <a:latin typeface="Aptos"/>
              </a:defRPr>
            </a:pPr>
            <a:r>
              <a:t>szűrés + erősítés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Miért aktív szűrő?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szűrés mellett erősítésre is képes.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SZŰRÉS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frekvenciaszelektív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szükség esetén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TEKERCS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méretű nem szükséges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Passzív és aktív szűrők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Eltérő felépítés és tulajdonságok.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PASSZÍV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 • C • 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AKTÍV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OP-AMP • R •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AKTÍV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Zin • kis Zout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Aktív aluláteresztő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alacsony frekvenciákat engedi 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LPF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f → át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erősítés is lehet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zajszűrés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Aktív felüláteresztő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magas frekvenciákat engedi 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f → át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aktív fokozat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jelfeldolgozás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Aktív sáváteresztő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Egy meghatározott frekvenciasávot továbbít.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kijelölt sáv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frekvenciaátvitel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hangtechnika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aktív szűrők sok ipari rendszerben jelen vannak.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modulok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ROBOTIKA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ADATGYŰJTÉS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mérőrendszerek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Laboratóriumi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LM358 aktív aluláteresztő vizsgálata.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szűrő felépítése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függvénygenerátor + szkóp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passzív RC összevetés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határfrekvencia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aktív szűrő szűr és erősíthet.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aktív 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PONTOS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jelfeldolgozás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IPAR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széles alkalmazás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Előretekintés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17. hét: A/D és D/A átalakítók.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MINTAVÉTEL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→ digitális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KVANTÁLÁS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felbontás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 / MCU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alkalmazás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