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MŰVELETI ERŐSÍTŐK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DE9136"/>
                </a:solidFill>
                <a:latin typeface="Aptos"/>
              </a:defRPr>
            </a:pPr>
            <a:r>
              <a:t>GYAKORLATI ALKALMAZÁSAI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Σ   −   ∫   d/dt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063240"/>
            <a:ext cx="3108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SENSOR → OP-AMP → PLC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977639"/>
            <a:ext cx="3108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F8F68"/>
                </a:solidFill>
                <a:latin typeface="Aptos"/>
              </a:defRPr>
            </a:pPr>
            <a:r>
              <a:t>IPARI JELFELDOLGOZÁS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Honnan indult?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univerzális erősítő gondolata.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1950-ES ÉVEK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mV-os érzékelőjelek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sokféle feladatra egy 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Egy kis történelem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analóg számítógépektől az IC-kig.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KEZDET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vákuumcső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FEJLŐDÉS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tranzisztor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μA709 / μA741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integrált szabvány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különleges?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negatív visszacsatolás teszi sokoldalúvá.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erősítése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ÖSSZEGZŐ / KIVONÓ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jelműveletek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INTEGRÁL / DIFFERENCIÁL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időfüggő műveletek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kapcsolások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hét legfontosabb alkalmazásai.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ÖSSZEGZŐ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több jel → egy kimenet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KIVONÓ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U2 − U1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INTEGRÁLÓ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PID I 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DIFFERENCIÁLÓ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PID D tag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Kapcsolódás az iparhoz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OP-AMP gyakran a PLC előtt dolgozik.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erősítése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MÉRŐKÖR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megbízható adat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Hol találkozunk vele?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Számos ipari és mérési rendszerben.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MÉRLEG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ORVOSI MŰSZER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tanítjuk a μA741-et?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Nem a legújabb, de kiváló oktatási eszköz.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50+ ÉV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klasszikus típus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jól szemléltet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ALAPELVEK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érthetően vizsgálhatók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OP-AMP az analóg elektronika sokoldalú építőeleme.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MÉRÉSTECHNIKA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jelillesztés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 előtti fokozat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 és D funkciók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19. hét: aktív szűrők.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SÁVÁTERESZTŐ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BPF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