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5B8F2"/>
                </a:solidFill>
              </a:defRPr>
            </a:pPr>
            <a:r>
              <a:t>22. hét</a:t>
            </a:r>
          </a:p>
          <a:p>
            <a:pPr>
              <a:defRPr sz="3400" b="1">
                <a:solidFill>
                  <a:srgbClr val="FFFFFF"/>
                </a:solidFill>
              </a:defRPr>
            </a:pPr>
            <a:r>
              <a:t>Mágneskapcsolók és segédrelék szerelése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11. évfolyam • Villamos szerelések • 64-66. óra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023360"/>
            <a:ext cx="3246120" cy="105156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TEKERCS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4023360"/>
            <a:ext cx="3246120" cy="105156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4297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FŐÉRINTKEZŐ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4023360"/>
            <a:ext cx="3246120" cy="1051560"/>
          </a:xfrm>
          <a:prstGeom prst="roundRect">
            <a:avLst/>
          </a:prstGeom>
          <a:solidFill>
            <a:srgbClr val="147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29768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SEGÉDÉRINTKEZŐ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Mit tanulunk ezen a héten?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Mágneskapcsoló és segédrelé felismerése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Fő- és segédérintkezők azonosítása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 és szabványos kapocsjelölések értelmezése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Tekercsfeszültség helyes kiválasztása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DIN-sínes szerelés és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A mágneskapcsoló szerepe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Nagyobb teljesítményű fogyasztók gyakori kapcsolása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Kis teljesítményű vezérlőjellel működtethető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Motorvezérlések alapvető kapcsolókészüléke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3474720" cy="329184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0574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71D35"/>
                </a:solidFill>
              </a:defRPr>
            </a:pPr>
            <a:r>
              <a:t>KM1 - Mágneskapcsoló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A1        A2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1L1  3L2  5L3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2T1  4T2  6T3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13-14  NO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21-22  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A mágneskapcsoló fő részei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Elektromágneses tekercs és vasmag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Mozgó horgony és rugómechanika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Három főérintkező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NO/NC segédérintkezők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Ívoltó és csatlakozókapcsok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Kapocsjelölések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A1-A2: működtető tekercs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1L1-2T1, 3L2-4T2, 5L3-6T3: főáramkör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13-14: záró (NO) segédérintkező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21-22: nyitó (NC) segédérintkező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3474720" cy="3291840"/>
          </a:xfrm>
          <a:prstGeom prst="roundRect">
            <a:avLst/>
          </a:prstGeom>
          <a:solidFill>
            <a:srgbClr val="EAF5FD"/>
          </a:solidFill>
          <a:ln>
            <a:solidFill>
              <a:srgbClr val="147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205740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71D35"/>
                </a:solidFill>
              </a:defRPr>
            </a:pPr>
            <a:r>
              <a:t>KM1 - Mágneskapcsoló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A1        A2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1L1  3L2  5L3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2T1  4T2  6T3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13-14  NO</a:t>
            </a:r>
          </a:p>
          <a:p>
            <a:pPr algn="ctr">
              <a:defRPr sz="1700" b="0">
                <a:solidFill>
                  <a:srgbClr val="071D35"/>
                </a:solidFill>
              </a:defRPr>
            </a:pPr>
            <a:r>
              <a:t>21-22  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Segédrelé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Elsősorban vezérlőáramkörökben használjuk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Több segédérintkezőt biztosít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Logikai kapcsolatok, reteszelés és jelzés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Jeltöbbszörözésre is alkalmas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Tekercsfeszültség - kritikus 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 vezérlőkörhöz kell illeszteni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24 V DC ≠ 24 V AC ≠ 230 V AC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Hibás tekercsfeszültség: működésképtelenség vagy károsodás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Mindig az adattábláról ellenőrizzük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DIN-sínes szerelés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Feszültségmentesítés és visszakapcsolás megakadályozása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Készülék stabil rögzítése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Rendezett vezetéknyomvonal és érvéghüvely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Kapcsok megfelelő meghúzása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Terv szerinti végellenőrzés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Gyakorlati 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Mágneskapcsoló és segédrelé azonosítása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A1-A2, fő- és segédérintkezők megkeresése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DIN-sínes rögzítés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NO/NC érintkezők folytonosságvizsgálata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Rövid ellenőrző jegyzőkönyv készítése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Nem megfelelő tekercsfeszültség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NO és NC érintkező felcserélése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Laza vagy hibás kapocskötés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Fő- és vezérlőáramkör összekeverése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Kapcsolási rajztól eltérő vezetékezés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 vezérlőkör 230 V AC, a mágneskapcsoló tekercse 24 V AC. Beköthető közvetlenül?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A) Igen, mert mindkettő váltakozó feszültség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B) Nem, a tekercs névleges feszültségének illeszkednie kell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C) Igen, ha van segédérintkező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Helyes válasz: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Mágneskapcsoló = teljesítménykapcsolás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Segédrelé = vezérlési logika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A1-A2 = tekercs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13-14 = NO, 21-22 = NC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Biztonságos szerelés = helyes kiválasztás + terv szerinti 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7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71D35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23. hét - Nyomógombok, kapcsolók és jelzőlámpák</a:t>
            </a:r>
          </a:p>
          <a:p>
            <a:pPr>
              <a:spcAft>
                <a:spcPts val="1200"/>
              </a:spcAft>
              <a:defRPr sz="1900">
                <a:solidFill>
                  <a:srgbClr val="17324D"/>
                </a:solidFill>
                <a:latin typeface="Aptos"/>
              </a:defRPr>
            </a:pPr>
            <a:r>
              <a:t>Kezelő- és jelzőkészülékek felépítése, kiválasztása és szerelése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7C9"/>
                </a:solidFill>
              </a:defRPr>
            </a:pPr>
            <a:r>
              <a:t>IAP • Villamos szerelések • 22.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