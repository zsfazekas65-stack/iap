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8580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RC-HÁLÓZATOK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6583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300" b="1">
                <a:solidFill>
                  <a:srgbClr val="DE9136"/>
                </a:solidFill>
                <a:latin typeface="Aptos"/>
              </a:defRPr>
            </a:pPr>
            <a:r>
              <a:t>és a kondenzátorok szerepe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749039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6596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96596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E9136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96596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6324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2AAD2"/>
                </a:solidFill>
                <a:latin typeface="Aptos"/>
              </a:defRPr>
            </a:pPr>
            <a:r>
              <a:t>τ = R ·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79476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fc = 1/(2πRC)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RC-hálózat • frekvenciafüggés • csatolás • bypass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RC-TAG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+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változik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csatoló és sönt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Kapacitív reaktancia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kondenzátor frekvenciafüggő ellenállása.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= 1/(2πfC)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KIS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nagy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kicsi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Kidolgozott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C = 100 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≈ 31,8 kΩ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10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Xc ≈ 159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TANULSÁG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 ↑ → Xc 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Csatoló kondenzátor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AC átjut, DC leválasztódik.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átengedi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leválasztja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MUNKAPONT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fokozatok nem zavarják egymást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Söntkondenzátor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emitter-ellenállás mellett kis impedanciájú AC út.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EMITTER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 mellett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AC ÚT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impedancia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HATÁS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nő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RC-időállandó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töltés és kisülés sebességének jellemzője.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τ = R ×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kΩ × 10 µF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0,1 s = 100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Határfrekvencia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Kapcsolat a 7. heti Bode-diagrammal.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= 1/(2πRC)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-3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határpont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KAPCSOLAT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Bode-diagram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RC-tag vizsgálata próbapanelen.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összeállítás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és Uki 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meghatározás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számított ↔ mért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Négy kulcsfogalom.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Xc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frekvenciafüggő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CSATOLÓ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DC leválasztás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SÖNT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növelése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τ és fc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tervezési paraméterek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