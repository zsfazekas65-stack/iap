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9. hét - Kapcsolók és dugaljak szerelési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76D2"/>
                </a:solidFill>
              </a:defRPr>
            </a:pPr>
            <a:r>
              <a:t>25-27. óra • biztonságos bekötés, rögzítés és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Történelmi nyitó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kapcsolók a világítás vezérlésének alapvető szerelvényeivé váltak.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dugaljak szabványos, biztonságos csatlakozási pontot adnak a fogyasztóknak.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mai szerelvény egyszerre villamos és mechanikai biztonsági elem.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Heti térkép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1. óra: szerelvénydobozok, kapcsolók, kapcsok felismerése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2. óra: dugalj L-N-PE bekötési logikája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3. óra: gyakorlati szerelés és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A szerelvénydoboz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Stabil mechanikai alapot ad.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Helyet biztosít a vezetőknek és kötéseknek.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Nem lehet sérült, laza vagy túlzsúfolt.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vezetékek nem szorulhatnak a szerelvény mögé.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Egypólusú kapcsoló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kapcsoló a fázisvezetőt szakítja meg.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Bekötés előtt azonosítsd a kapcsokat.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vezető legyen megfelelően blankolva és stabilan rögzítve.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nullavezetőt nem szakítjuk meg hagyományos egypólusú kapcsolóval.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Földelt dugalj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L - fázisvezető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N - nullavezető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PE - védővezető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PE folytonossága és biztos rögzítése kiemelt ellenőrzési pont.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Tipikus szerelési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Laza kapocs vagy kilógó rézér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Felcserélt vagy hibásan azonosított vezetők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Hiányzó / rosszul bekötött PE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Becsípett szigetelés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Ferde vagy laza szerelvény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Biztonságos munkasorrend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Feszültségmentes állapot ellenőrzése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Vezetők és kapcsok azonosítása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Bekötés és mechanikai ellenőrzés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Rendezett elhelyezés a dobozban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Rögzítés és szemrevételezés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Villamos ellenőrzés csak előírt módon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Gyakorlat - kapcsoló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Készítsd elő a vezetőket.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Kösd be a fázisvezetőt a megfelelő kapcsokra.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Ellenőrizd húzópróbával a kötést.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Rögzítsd a kapcsolót egyenesen.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Gyakorlat - dugalj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Azonosítsd L, N, PE pontokat.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Kösd be különös figyelemmel a PE vezetőt.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Rendezd el a vezetékeket törés nélkül.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Rögzítés után ellenőrizd a szerelvény stabilitását.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Ellenőrző kérdések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Melyik vezetőt szakítja meg az egypólusú kapcsoló?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Miért fontos a PE vezető?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Mitől lesz jó a kapocskötés?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Mit ellenőrzünk a szerelvény rögzítése előtt?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3F63"/>
                </a:solidFill>
                <a:latin typeface="Aptos Display"/>
              </a:defRPr>
            </a:pPr>
            <a:r>
              <a:t>09. hét - zárás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76D2"/>
                </a:solidFill>
              </a:defRPr>
            </a:pPr>
            <a:r>
              <a:t>Következő hét: Egyszerű világítási áramkör - egypólusú kapcsolás kialakítása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Helyes vezetőazonosítás.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Biztos és ellenőrzött kapocskötés.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PE nem opcionális.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Stabil, rendezett mechanikai szerelés.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11. évfolyam • Villamos szerelések • 09.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