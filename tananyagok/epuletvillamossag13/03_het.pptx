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1960" y="1143000"/>
            <a:ext cx="70408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ptos Display"/>
              </a:defRPr>
            </a:pPr>
            <a:r>
              <a:t>Elosztóhálózatok,</a:t>
            </a:r>
            <a:br/>
            <a:r>
              <a:t>áramkörök, vezeték- és</a:t>
            </a:r>
            <a:br/>
            <a:r>
              <a:t>kábelrendszerek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3977639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B78B8"/>
                </a:solidFill>
              </a:defRPr>
            </a:pPr>
            <a:r>
              <a:t>13. évfolyam • 3. hét • 3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Az elosztóhálózat feladata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A főelosztótól a fogyasztókig.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Tagolás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Funkciók és terhelések szerint célszerű felépíteni.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Üzemeltetés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A jól tagolt hálózat könnyebben karbantartható és bővíthető.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Védelem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Minden fogyasztói csoporthoz megfelelő vezeték és védelem szükséges.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Főelosztó és alelosztók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Hierarchikus energiaelosztás.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Főelosztó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A mért hálózat központi csomópontja.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Alelosztó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Műhely, iroda, szint vagy külön épületrész ellátása.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Előny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Rövidebb végáramkörök és jobb áttekinthetőség.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Áramkörök és végáramkörök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Egy korszerű épületet több önálló körre bontunk.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Világítás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Külön világítási körök.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Dugaljak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Dugaszolóaljzat-csoportok.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Nagyfogyasztók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Főzőlap, bojler, klíma, hőszivattyú külön körön.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Vezeték vagy kábel?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A terméket az alkalmazási feltételek alapján választjuk.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Vezeték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Egy- vagy többerű, különféle szigetelési kialakítások.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Kábel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Többrétegű, mechanikai és környezeti hatásokra is méretezett szerkezet.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Gyártói adat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A konkrét alkalmazhatóságot mindig ellenőrizni kell.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Vezetékválasztás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Több feltétel együttes vizsgálata.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Villamos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Üzemi áram, terhelhetőség, feszültségesés, zárlati igénybevétel.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Szerelési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Szerelési mód és együtt vezetett áramkörök.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Környezeti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Hőmérséklet, nedvesség, UV, mechanikai és vegyi hatások.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Szerelési módok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A hőleadás befolyásolja a terhelhetőséget.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Cső/csatorna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Falban, falon kívül vagy kábelcsatornában.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Tálca/létra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Nagyobb rendszereknél rendezett vezetés.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Föld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Csak megfelelő kábel és kialakítás esetén.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Vezetőazonosítás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A biztonság alapja az egyértelmű jelölés.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PE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zöld-sárga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N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kék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Fázisok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következetes azonosítás és dokumentáció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Feszültségesés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Egyszerű gondolat: ΔU = I × 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Adatok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I = 10 A, R = 0,8 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Számítás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ΔU = 10 × 0,8 = 8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Megjegyzés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Valós AC hálózatnál az alkalmazandó módszert és határértékeket kell használni.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Műhelyfeladat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Tervezd meg egy kétszintes családi ház elosztását!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Struktúra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Főelosztó + legalább egy alelosztó.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Áramkörök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Legalább 8 végáramkör.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Dokumentáció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Rendeltetés, PE/N elosztás és külön körök indoklása.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7487"/>
                </a:solidFill>
                <a:latin typeface="Aptos"/>
              </a:defRPr>
            </a:pPr>
            <a:r>
              <a:t>A jó elosztóhálózatban minden áramkörnek oka, helye és feladata van.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Hierarchia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főelosztó → alelosztó → végáramkör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Méretezés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vezeték + szerelési mód + védelem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383280" cy="301752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defRPr sz="1600" b="1">
                <a:solidFill>
                  <a:srgbClr val="2B78B8"/>
                </a:solidFill>
                <a:latin typeface="Aptos Display"/>
              </a:defRPr>
            </a:pPr>
            <a:r>
              <a:t>Áttekinthetőség</a:t>
            </a:r>
          </a:p>
          <a:p>
            <a:pPr>
              <a:spcBef>
                <a:spcPts val="700"/>
              </a:spcBef>
              <a:defRPr sz="1200">
                <a:solidFill>
                  <a:srgbClr val="28343F"/>
                </a:solidFill>
                <a:latin typeface="Aptos"/>
              </a:defRPr>
            </a:pPr>
            <a:r>
              <a:t>jelölés, dokumentáció, bővíthetőség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487"/>
                </a:solidFill>
              </a:defRPr>
            </a:pPr>
            <a:r>
              <a:t>IAP • Épületvillamossági hálózatok • 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