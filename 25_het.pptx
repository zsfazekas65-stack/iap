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25.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5836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E69130"/>
                </a:solidFill>
                <a:latin typeface="Aptos"/>
              </a:defRPr>
            </a:pPr>
            <a:r>
              <a:t>SZERVORENDSZEREK</a:t>
            </a:r>
            <a:br/>
            <a:r>
              <a:t>HIBAKERESÉSE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Diagnosztika • hibakód • mérés • valódi 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45920"/>
            <a:ext cx="3017520" cy="2560320"/>
          </a:xfrm>
          <a:prstGeom prst="roundRect">
            <a:avLst/>
          </a:prstGeom>
          <a:solidFill>
            <a:srgbClr val="0A1925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148840"/>
            <a:ext cx="23774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C44444"/>
                </a:solidFill>
                <a:latin typeface="Aptos"/>
              </a:defRPr>
            </a:pPr>
            <a:r>
              <a:t>FAULT</a:t>
            </a:r>
            <a:br/>
            <a:r>
              <a:t>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33756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Over Current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Mit figyel a szervohajtás?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diagnosztika folyamatosan több villamos és állapotjellemzőt ellenőriz.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057400"/>
            <a:ext cx="822960" cy="82296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645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MOTOR</a:t>
            </a:r>
            <a:br/>
            <a:r>
              <a:t>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39" y="2057400"/>
            <a:ext cx="822960" cy="822960"/>
          </a:xfrm>
          <a:prstGeom prst="ellipse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228600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91840"/>
            <a:ext cx="1645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2057400"/>
            <a:ext cx="822960" cy="82296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28600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91840"/>
            <a:ext cx="1645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TÁP-</a:t>
            </a:r>
            <a:br/>
            <a:r>
              <a:t>FESZÜLTSÉG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79" y="2057400"/>
            <a:ext cx="822960" cy="82296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28600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799" y="3291840"/>
            <a:ext cx="1645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ENKÓDER</a:t>
            </a:r>
            <a:br/>
            <a:r>
              <a:t>JELEK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7000" y="2057400"/>
            <a:ext cx="822960" cy="82296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228600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3291840"/>
            <a:ext cx="1645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KOMMUNIKÁCIÓ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Alarm vagy Fault?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Nem minden diagnosztikai esemény jelent azonnali leállást.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E69130"/>
                </a:solidFill>
                <a:latin typeface="Aptos"/>
              </a:defRPr>
            </a:pPr>
            <a:r>
              <a:t>ALARM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2336"/>
                </a:solidFill>
                <a:latin typeface="Aptos"/>
              </a:defRPr>
            </a:pPr>
            <a:r>
              <a:t>FIGYELMEZTETÉS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4206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a rendszer gyakran még működőképes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5448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C44444"/>
                </a:solidFill>
                <a:latin typeface="Aptos"/>
              </a:defRPr>
            </a:pPr>
            <a:r>
              <a:t>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743200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2336"/>
                </a:solidFill>
                <a:latin typeface="Aptos"/>
              </a:defRPr>
            </a:pPr>
            <a:r>
              <a:t>HIBA + LEÁLLÁS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520440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a hajtás a berendezés védelmében leáll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Gyakori szervohajtás-hibák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hibakód csak kiindulópont - az okot még meg kell találni.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C4444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1737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OVER</a:t>
            </a:r>
            <a:br/>
            <a:r>
              <a:t>CURRENT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20574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E69130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3337560"/>
            <a:ext cx="1737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OVER</a:t>
            </a:r>
            <a:br/>
            <a:r>
              <a:t>VOLTAGE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0574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C4444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337560"/>
            <a:ext cx="1737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TÚL-</a:t>
            </a:r>
            <a:br/>
            <a:r>
              <a:t>MELEGEDÉS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0574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36ACC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337560"/>
            <a:ext cx="1737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ENKÓDER-</a:t>
            </a:r>
            <a:br/>
            <a:r>
              <a:t>HIBA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0574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3D9169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337560"/>
            <a:ext cx="1737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KOMMUNIKÁCIÓS</a:t>
            </a:r>
            <a:br/>
            <a:r>
              <a:t>HIBA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Szisztematikus hibakeresési folyamat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Mindig ugyanabban a logikus sorrendben haladj.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2880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103120"/>
            <a:ext cx="685800" cy="685800"/>
          </a:xfrm>
          <a:prstGeom prst="ellipse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26060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82880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3552" y="2103120"/>
            <a:ext cx="685800" cy="68580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228600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6324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6060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182880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05271" y="2103120"/>
            <a:ext cx="685800" cy="68580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1" y="228600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6324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1" y="26060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199" y="182880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36992" y="2103120"/>
            <a:ext cx="685800" cy="68580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228600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306324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MÉRÉSEK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1" y="26060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19" y="182880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68711" y="2103120"/>
            <a:ext cx="685800" cy="68580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8711" y="228600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06324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663440"/>
            <a:ext cx="6309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Ne ugorj rögtön az alkatrészcserére!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Diagnosztikai szoftverek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gyártói szoftverek élő adatokat és hibanaplót adnak.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492240" cy="4023360"/>
          </a:xfrm>
          <a:prstGeom prst="roundRect">
            <a:avLst/>
          </a:prstGeom>
          <a:solidFill>
            <a:srgbClr val="1C3449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43000" y="4709160"/>
            <a:ext cx="5532120" cy="0"/>
          </a:xfrm>
          <a:prstGeom prst="line">
            <a:avLst/>
          </a:prstGeom>
          <a:ln w="127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43000" y="1874519"/>
            <a:ext cx="0" cy="2834641"/>
          </a:xfrm>
          <a:prstGeom prst="line">
            <a:avLst/>
          </a:prstGeom>
          <a:ln w="127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88720" y="3749039"/>
            <a:ext cx="731520" cy="548641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0240" y="3749039"/>
            <a:ext cx="640080" cy="320041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60320" y="2834640"/>
            <a:ext cx="731520" cy="123444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40" y="2834640"/>
            <a:ext cx="731520" cy="41148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23360" y="2240280"/>
            <a:ext cx="731520" cy="100584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54880" y="2240280"/>
            <a:ext cx="731520" cy="50292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486400" y="2011680"/>
            <a:ext cx="1005840" cy="73152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71600" y="16459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TREND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417320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536192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2369A0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221992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340864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E69130"/>
                </a:solidFill>
                <a:latin typeface="Aptos"/>
              </a:defRPr>
            </a:pPr>
            <a:r>
              <a:t>nyomaték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026664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145536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36ACC4"/>
                </a:solidFill>
                <a:latin typeface="Aptos"/>
              </a:defRPr>
            </a:pPr>
            <a:r>
              <a:t>tengelyhelyzet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831336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3950208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C44444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636008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4754880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3D9169"/>
                </a:solidFill>
                <a:latin typeface="Aptos"/>
              </a:defRPr>
            </a:pPr>
            <a:r>
              <a:t>hibanapló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Megelőző karbantartás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legjobb hiba az, amelyik nem következik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960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2369A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KÁBELEK ÉS</a:t>
            </a:r>
            <a:br/>
            <a:r>
              <a:t>CSATLAKOZÓK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057400"/>
            <a:ext cx="960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36ACC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38328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VENTILÁTOROK</a:t>
            </a:r>
            <a:br/>
            <a:r>
              <a:t>TISZTÍTÁSA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57400"/>
            <a:ext cx="960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3D91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38328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HŰTÉS</a:t>
            </a:r>
            <a:br/>
            <a:r>
              <a:t>BIZTOSÍTÁSA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057400"/>
            <a:ext cx="960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E6913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38328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MECHANIKAI</a:t>
            </a:r>
            <a:br/>
            <a:r>
              <a:t>ELEMEK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074920"/>
            <a:ext cx="7772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Kevesebb állásidő • nagyobb üzembiztonság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Over Current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Csomagológép szervohajtása túláram hibával leáll.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377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9202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C44444"/>
                </a:solidFill>
                <a:latin typeface="Aptos"/>
              </a:defRPr>
            </a:pPr>
            <a:r>
              <a:t>FAULT</a:t>
            </a:r>
            <a:br/>
            <a:r>
              <a:t>OVER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42316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002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148840"/>
            <a:ext cx="2651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69A0"/>
                </a:solidFill>
                <a:latin typeface="Aptos"/>
              </a:defRPr>
            </a:pPr>
            <a:r>
              <a:t>ELEKTROMOS</a:t>
            </a:r>
            <a:br/>
            <a:r>
              <a:t>OK?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42316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687580"/>
                </a:solidFill>
                <a:latin typeface="Aptos"/>
              </a:defRPr>
            </a:pPr>
            <a:r>
              <a:t>VAGY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6002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48840"/>
            <a:ext cx="2651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MECHANIKAI</a:t>
            </a:r>
            <a:br/>
            <a:r>
              <a:t>OK?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Hibakód → dokumentáció → szemrevételezés → mérések → próbaüzem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NE CSAK A HIBÁT - AZ OKÁT KERESD!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E69130"/>
                </a:solidFill>
                <a:latin typeface="Aptos"/>
              </a:defRPr>
            </a:pPr>
            <a:r>
              <a:t>Logikus hibakeresés + rendszeres karbantartás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jó karbantartó nem a hibát találja meg először, hanem a hiba valódi okát.”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25.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