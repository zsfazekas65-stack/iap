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Mechatronikai technikus • Folyamatirányítás • 13.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58521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IPARI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6583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E19137"/>
                </a:solidFill>
                <a:latin typeface="Aptos"/>
              </a:defRPr>
            </a:pPr>
            <a:r>
              <a:t>KOMMUNIKÁCIÓ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6217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Az automatizálás eszközei hálózatban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74519"/>
            <a:ext cx="1234440" cy="96012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121408"/>
            <a:ext cx="1234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874519"/>
            <a:ext cx="1234440" cy="960120"/>
          </a:xfrm>
          <a:prstGeom prst="roundRect">
            <a:avLst/>
          </a:prstGeom>
          <a:solidFill>
            <a:srgbClr val="1F405E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121408"/>
            <a:ext cx="1234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44200" y="1874519"/>
            <a:ext cx="1234440" cy="960120"/>
          </a:xfrm>
          <a:prstGeom prst="roundRect">
            <a:avLst/>
          </a:prstGeom>
          <a:solidFill>
            <a:srgbClr val="1F405E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2121408"/>
            <a:ext cx="1234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DRIVE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0" y="2359152"/>
            <a:ext cx="45720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78440" y="2359152"/>
            <a:ext cx="32004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370332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RS-485 • Modbus • Profinet • EtherCAT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Miért kell ipari kommunikáció?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Kevesebb kábelezés, gyorsabb adatátvitel, egyszerűbb diagnosztika.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KEVESEBB KÁBEL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hálózati adatcsere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GYORSABB ADAT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eszközök között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DIAGNOSZTIKA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könnyebb hibakeresés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Kik kommunikálnak?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Az automatizált rendszer intelligens elemei.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vezérlő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kezelőfelület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hajtás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SZERVO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mozgás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felügyelet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adatforrás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RS-232 és RS-485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Két klasszikus soros kommunikációs megoldás.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48920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39"/>
            <a:ext cx="4617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RS-232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526279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rövid távolság</a:t>
            </a:r>
            <a:br/>
            <a:r>
              <a:t>pont-pont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54480"/>
            <a:ext cx="48920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39"/>
            <a:ext cx="4617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RS-485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526279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akár 1200 m</a:t>
            </a:r>
            <a:br/>
            <a:r>
              <a:t>több eszköz egy buszon</a:t>
            </a:r>
            <a:br/>
            <a:r>
              <a:t>jó zavartűrés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Modbus RTU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Elterjedt ipari protokoll RS-485 hálózaton.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kezdeményezi a kommunikációt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RS-485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fizikai hálózat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SLAVE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válaszoló eszközök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Ethernet-alapú kommunikáció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Nagy sebesség és egyszerű integráció.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MODBUS TCP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Ethernet-alapú Modbus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PROFINET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nagy sebesség</a:t>
            </a:r>
            <a:br/>
            <a:r>
              <a:t>valós idejű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ETHERNET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vállalati integráció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Profibus • CAN • EtherCAT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Eltérő feladatokra optimalizált ipari rendszerek.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PROFIBUS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megbízható terepi busz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CAN 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autóipar • mobil gépek • robotika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ETHERCAT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CNC • szervohajtások</a:t>
            </a:r>
            <a:br/>
            <a:r>
              <a:t>rendkívül gyors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Csomagológép - három hálózat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jegyzet gyakorlati példája.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PLC ↔ HMI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PROFINET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PLC ↔ FREKVENCIAVÁLTÓ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MODBUS RTU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PLC ↔ SZERVOHAJTÁSOK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ETHERCAT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Kommunikációs hibakeresés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paraméterezést és a fizikai kapcsolatot együtt kell ellenőrizni.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Tápellátás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Kábel / csatlakozás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Eszközcím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Baud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Paritás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Diagnosztika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hálózat kiválasztása a teljes gép tulajdonságaira 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SEBESSÉG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adatátvitel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MEGBÍZHATÓSÁG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üzembiztonság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BŐVÍTHETŐSÉG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jövőbeni fejlesztés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5486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MÉRNÖKI 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E19137"/>
                </a:solidFill>
                <a:latin typeface="Aptos"/>
              </a:defRPr>
            </a:pPr>
            <a:r>
              <a:t>„Az automatizálás nyelve a kommunikáció.”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880360"/>
            <a:ext cx="98755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tos"/>
              </a:defRPr>
            </a:pPr>
            <a:r>
              <a:t>Ha az eszközök nem értik egymást, a legjobb vezérlő sem képes hatékonyan működni.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13.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