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Mechatronikai technikus • Folyamatirányítás • 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6751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SZENZOROK 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675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DE9136"/>
                </a:solidFill>
                <a:latin typeface="Aptos"/>
              </a:defRPr>
            </a:pPr>
            <a:r>
              <a:t>MÉRŐÁTALAKÍTÓK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25880"/>
            <a:ext cx="3749039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600200"/>
            <a:ext cx="3383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2AAD2"/>
                </a:solidFill>
                <a:latin typeface="Aptos"/>
              </a:defRPr>
            </a:pPr>
            <a:r>
              <a:t>FIZIKAI MENNYISÉG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10312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560320"/>
            <a:ext cx="3383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3F8F68"/>
                </a:solidFill>
                <a:latin typeface="Aptos"/>
              </a:defRPr>
            </a:pPr>
            <a:r>
              <a:t>SZENZOR → TÁVADÓ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15468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657600"/>
            <a:ext cx="3383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E9136"/>
                </a:solidFill>
                <a:latin typeface="Aptos"/>
              </a:defRPr>
            </a:pPr>
            <a:r>
              <a:t>4–20 mA / 0–10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Hogyan lesz a fizikai mennyiségből villamos jel?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FIZIKAI MENNYISÉG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hő • nyomás • szint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TÁVADÓ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szabványos jel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Szenzor és mérőátalakító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Két kapcsolódó, de eltérő feladat.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érzékeli a mennyiséget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MÉRŐÁTALAKÍTÓ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villamos jellé alakít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TÁVADÓ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ipari szabványos jel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Érzékelők csoportosítása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Mit mérünk?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PT100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NYOMÁS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SZINT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ultrahangos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ÁRAMLÁS / HELYZET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ipari szenzorok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Mérőátalakítók és távadók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PLC számára feldolgozható jel.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4–20 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áramjel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0–10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feszültségjel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PLC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bemenet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Minőségi jellemzők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megfelelő szenzor kiválasztása.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PONTOSSÁG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mérési eltérés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FELBONTÁS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legkisebb változás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HISZTERÉZIS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irányfüggő eltérés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KALIBRÁLÁS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helyes mérés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P&amp;ID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PT → 4–20 mA → PLC AI → PID → szelep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nyomástávadó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PLC AI + PID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SZELEP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beavatkozás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Ipari példák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tananyag érzékelői.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PT100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INDUKTÍV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helyzet / közelség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ULTRAHANGOS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ÁRAMLÁSMÉRŐ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áramlás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Érzékelők azonosítása és adatlapjuk értelmezése.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AZONOSÍTÁS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jeltípus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ADATLAP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összefoglalás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jó szabályozás alapja a jó mérés.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KALIBRÁLÁS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legyen megfelelő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ELHELYEZÉS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legyen helyes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SZABÁLYOZÁS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így lehet pontos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6. hét – Nyomásmérés a folyamatirányításban.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Folyamatirányítás • 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NYOMÁS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fizikai mennyiség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NYOMÁSTÁVADÓ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IPARI JEL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