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500" b="1">
                <a:solidFill>
                  <a:srgbClr val="E19137"/>
                </a:solidFill>
                <a:latin typeface="Aptos"/>
              </a:defRPr>
            </a:pPr>
            <a:r>
              <a:t>FREKVENCIAVÁLTÓ VEZÉRLÉSE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17. hét • digitális és analóg jelek • biztonság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1F405E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helyi vezérlés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1F405E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DIGITÁLIS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Start • Stop • irány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1F405E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ANALÓG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0-10 V • 4-20 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Vezérlési lehetőségek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Négy tipikus út a frekvenciaváltó működtetésére.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KEZELŐPANEL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helyi működtetés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DIGITÁLIS BEMENET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kapcsolójelek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ANALÓG JEL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fordulatszám referencia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69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HÁLÓZAT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kommunikációs vezérlés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Kezelőpaneles vezérlés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Elsősorban üzembe helyezéshez és karbantartáshoz.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ÜZEMBE HELYEZÉS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első próbák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KARBANTARTÁS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helyi kezelés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PRÓBAJÁRATÁS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gyors ellenőrzés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Digitális bemenetek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Egyszerű, egyértelmű parancsok.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indítás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BE4343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leállítás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ELŐRE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forgásirány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69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HÁTRA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forgásirány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069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RESET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2628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hibanyugtázás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931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4069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SEBESSÉG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52628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választás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2- és 3-vezetékes vezérlés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A jelkezelés módja a kezelhetőséget és a biztonságot is befolyásolja.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2-VEZETÉKES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motor működik, amíg a Start aktív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3-VEZETÉKES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külön Start és Stop nyomógomb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IPARI ELŐNY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biztonságosabb kezelés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Analóg fordulatszám-referencia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A referenciajel értéke határozza meg a kívánt fordulatszámot.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0-10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feszültségjel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4-20 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áramjel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jel nő → fordulat nő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Műhelyi ventilátor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A PLC analóg kimenete a kívánt légszállításhoz igazítja a fordulatszámot.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PLC 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analóg referencia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jel feldolgozása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VENTILÁTOR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változó fordulatszám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Biztonsági szempontok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A vezérlésnek nemcsak működnie kell, hanem kiszámíthatónak is kell lennie.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BE4343"/>
                </a:solidFill>
                <a:latin typeface="Aptos"/>
              </a:defRPr>
            </a:pPr>
            <a:r>
              <a:t>VÉSZSTOP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hardveres kialakítás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IRÁNYVÁLTÁS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csak biztonságosan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KÁBELEZÉS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vezérlő- és motorkábel elkülönítve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IAP gyakorlati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Tervezz vezérlést egy műhelyi elszívó ventilátorhoz!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START / STOP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válassz működési módot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válassz referenciajelet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határozd meg az elemeket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500" b="1">
                <a:solidFill>
                  <a:srgbClr val="E19137"/>
                </a:solidFill>
                <a:latin typeface="Aptos"/>
              </a:defRPr>
            </a:pPr>
            <a:r>
              <a:t>JÓ VEZÉRLÉS = BIZTONSÁG + KISZÁMÍTHATÓSÁG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A jól megtervezett vezérlés nemcsak működteti a gépet, hanem biztonságosan és kiszámíthatóan irányítja 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1F405E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KEZELHETŐ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egyértelmű parancsok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1F405E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BE4343"/>
                </a:solidFill>
                <a:latin typeface="Aptos"/>
              </a:defRPr>
            </a:pPr>
            <a:r>
              <a:t>BIZTONSÁGOS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hardveres védelem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1F405E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MEGBÍZHATÓ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helyes jelkezelés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