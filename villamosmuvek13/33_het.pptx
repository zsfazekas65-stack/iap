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33.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VILLAMOS VÉDELMEK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6400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Villamos védelmek</a:t>
            </a:r>
            <a:br/>
            <a:r>
              <a:t>alapjai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29184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érzékelés • relé • kioldás • megszakító</a:t>
            </a:r>
            <a:br/>
            <a:r>
              <a:t>• szelektivitás • védelmi zóna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286000"/>
            <a:ext cx="914400" cy="822960"/>
          </a:xfrm>
          <a:prstGeom prst="round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269748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2286000"/>
            <a:ext cx="914400" cy="822960"/>
          </a:xfrm>
          <a:prstGeom prst="round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RELÉ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72600" y="269748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2286000"/>
            <a:ext cx="914400" cy="822960"/>
          </a:xfrm>
          <a:prstGeom prst="round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KIOLDÁS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0" y="269748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744200" y="2286000"/>
            <a:ext cx="914400" cy="822960"/>
          </a:xfrm>
          <a:prstGeom prst="round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257860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0167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ÚJ ANYAGRÉSZ • Villamos védelmek • 1/4.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védelmi rendszer alapjai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védelem célja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érzékelés és döntés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védelmi zóna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alapkövetelmények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55448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06192C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2677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relék és mérőváltók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249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megszakító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821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szelektivitás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639312"/>
            <a:ext cx="4590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30" b="0">
                <a:solidFill>
                  <a:srgbClr val="233343"/>
                </a:solidFill>
                <a:latin typeface="Aptos"/>
              </a:defRPr>
            </a:pPr>
            <a:r>
              <a:t>• tartalékvédelem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védelmi működés lánca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hiba érzékelésétől a leválasztásig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86000"/>
            <a:ext cx="1965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7614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9B7E8"/>
                </a:solidFill>
                <a:latin typeface="Aptos"/>
              </a:defRPr>
            </a:pPr>
            <a:r>
              <a:t>PRIMER HÁLÓZAT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97180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2286000"/>
            <a:ext cx="1965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27614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25388"/>
                </a:solidFill>
                <a:latin typeface="Aptos"/>
              </a:defRPr>
            </a:pPr>
            <a:r>
              <a:t>ÁRAMVÁLTÓ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97180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46904" y="2286000"/>
            <a:ext cx="1965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7614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B5C9B"/>
                </a:solidFill>
                <a:latin typeface="Aptos"/>
              </a:defRPr>
            </a:pPr>
            <a:r>
              <a:t>VÉDELMI RELÉ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97180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6" y="2286000"/>
            <a:ext cx="1965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27614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08931"/>
                </a:solidFill>
                <a:latin typeface="Aptos"/>
              </a:defRPr>
            </a:pPr>
            <a:r>
              <a:t>KIOLDÓKÖR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72016" y="297180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65208" y="2286000"/>
            <a:ext cx="19659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27614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BE433F"/>
                </a:solidFill>
                <a:latin typeface="Aptos"/>
              </a:defRPr>
            </a:pPr>
            <a:r>
              <a:t>MEGSZAKÍTÓ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Mitől jó egy védelem?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Négy alapkövetelmény egyszerre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GYORSASÁG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SZELEKTIVITÁS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ÉRZÉKENYSÉG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MEGBÍZHATÓSÁG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Védelmi zónák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hálózatot jól meghatározott részekre osztjuk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VEZETÉK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TRANSZFORMÁTOR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GYŰJTŐSÍN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Fővédelem és tartalékvédelem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tartalék akkor lép, ha az elsődleges védelem nem hárítja el a hibát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FŐVÉDELEM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TARTALÉKVÉDELEM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Mérőváltók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relé számára kezelhető és leválasztott mérési jelet biztosítanak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ÁRAMVÁLTÓ • 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FESZÜLTSÉGVÁLTÓ • TV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RELÉBEMENET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Relé és megszakító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relé dönt - a megszakító szakít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TRIP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MEGSZAKÍTÁS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Szelektivitás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hibához legközelebbi kijelölt megszakító oldjon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Q0 • FŐ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Q1 • LEÁGAZÁS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45920"/>
            <a:ext cx="3200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2057400"/>
            <a:ext cx="28712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HIBA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Működési idő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hibaelhárítás ideje több elem idejéből áll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t relé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t megszakító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t hiba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Digitális védelmi relé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Több funkció, mérés és eseményinformáció egy készülékben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védelmi funkciók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eseménynapló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zavaríró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kommunikáció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Ellenőrzés és próbák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védelemnek akkor is működőképesnek kell lennie, ha évekig nem volt hiba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relé táp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mérőkör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kioldókör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megszakító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jelzések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33. hét kulcsgondolatai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Hibát érzékelünk és kiértékelünk.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A relé kioldójelet ad a megszakítónak.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459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205740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A szelektivitás korlátozza a kiesést.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A fővédelem mögött tartalékvédelem állhat.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4023360"/>
            <a:ext cx="2916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34. hét → túláram-, zárlat- és földzárlatvédelem.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