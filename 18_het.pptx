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E19137"/>
                </a:solidFill>
                <a:latin typeface="Aptos"/>
              </a:defRPr>
            </a:pPr>
            <a:r>
              <a:t>FREKVENCIAVÁLTÓ PARAMÉTEREZÉS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2588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18. hét • üzembe helyezés • motoradatok • próbaüzem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3383280" cy="1417320"/>
          </a:xfrm>
          <a:prstGeom prst="roundRect">
            <a:avLst/>
          </a:prstGeom>
          <a:solidFill>
            <a:srgbClr val="1F405E"/>
          </a:solidFill>
          <a:ln>
            <a:solidFill>
              <a:srgbClr val="3A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ADATTÁBLA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ptos"/>
              </a:defRPr>
            </a:pPr>
            <a:r>
              <a:t>pontos motoradatok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57400"/>
            <a:ext cx="3383280" cy="1417320"/>
          </a:xfrm>
          <a:prstGeom prst="roundRect">
            <a:avLst/>
          </a:prstGeom>
          <a:solidFill>
            <a:srgbClr val="1F405E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PARAMÉTEREK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ptos"/>
              </a:defRPr>
            </a:pPr>
            <a:r>
              <a:t>helyes beállítás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057400"/>
            <a:ext cx="3383280" cy="1417320"/>
          </a:xfrm>
          <a:prstGeom prst="roundRect">
            <a:avLst/>
          </a:prstGeom>
          <a:solidFill>
            <a:srgbClr val="1F405E"/>
          </a:solidFill>
          <a:ln>
            <a:solidFill>
              <a:srgbClr val="3E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PRÓBAÜZEM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5176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ptos"/>
              </a:defRPr>
            </a:pPr>
            <a:r>
              <a:t>ellenőrzött indítás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42B44"/>
                </a:solidFill>
                <a:latin typeface="Aptos"/>
              </a:defRPr>
            </a:pPr>
            <a:r>
              <a:t>Mit jelent a paraméterezés?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2588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63441"/>
                </a:solidFill>
                <a:latin typeface="Aptos"/>
              </a:defRPr>
            </a:pPr>
            <a:r>
              <a:t>A biztonságos és hatékony működés alapja.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A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MOTOR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valós adatok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VFD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beállítások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E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ÜZEM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5176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megbízhatóság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42B44"/>
                </a:solidFill>
                <a:latin typeface="Aptos"/>
              </a:defRPr>
            </a:pPr>
            <a:r>
              <a:t>A motor adattáblája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2588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63441"/>
                </a:solidFill>
                <a:latin typeface="Aptos"/>
              </a:defRPr>
            </a:pPr>
            <a:r>
              <a:t>A legfontosabb beállítási adatok.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77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Uₙ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feszültség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A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Iₙ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áram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Pₙ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5176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teljesítmény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E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0690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fₙ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frekvencia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9319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77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40690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nₙ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52628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fordulatszám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9319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A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40690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cos 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52628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teljesítménytényező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42B44"/>
                </a:solidFill>
                <a:latin typeface="Aptos"/>
              </a:defRPr>
            </a:pPr>
            <a:r>
              <a:t>Alapvető paraméterek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2588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63441"/>
                </a:solidFill>
                <a:latin typeface="Aptos"/>
              </a:defRPr>
            </a:pPr>
            <a:r>
              <a:t>A motoradatok és az alkalmazási határok.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77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MOTORADATOK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U • I • P • f • 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MIN. 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alsó határ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E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MAX. 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5176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felső határ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42B44"/>
                </a:solidFill>
                <a:latin typeface="Aptos"/>
              </a:defRPr>
            </a:pPr>
            <a:r>
              <a:t>Gyorsítás és lassítás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2588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63441"/>
                </a:solidFill>
                <a:latin typeface="Aptos"/>
              </a:defRPr>
            </a:pPr>
            <a:r>
              <a:t>A rámpaidők kímélik a hajtásrendszert.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77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GYORSÍTÁS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fokozatos felfutás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E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MECHANIKA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kisebb igénybevétel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LASSÍTÁS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5176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kontrollált leállás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42B44"/>
                </a:solidFill>
                <a:latin typeface="Aptos"/>
              </a:defRPr>
            </a:pPr>
            <a:r>
              <a:t>Auto-Tuning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2588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63441"/>
                </a:solidFill>
                <a:latin typeface="Aptos"/>
              </a:defRPr>
            </a:pPr>
            <a:r>
              <a:t>Automatikus motorazonosítás a pontosabb szabályozásért.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A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villamos jellemzők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AUTO-TUNE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azonosítás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E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EREDMÉNY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5176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pontosabb szabályozás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42B44"/>
                </a:solidFill>
                <a:latin typeface="Aptos"/>
              </a:defRPr>
            </a:pPr>
            <a:r>
              <a:t>Első próbaüzem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2588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63441"/>
                </a:solidFill>
                <a:latin typeface="Aptos"/>
              </a:defRPr>
            </a:pPr>
            <a:r>
              <a:t>Ellenőrzött sorrendben haladunk.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77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Bekötések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A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Motoradatok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5176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Próbaindítás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E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0690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Forgásirány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9319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77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40690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52628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Áramfelvétel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9319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40690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BE4343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52628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Hibajelzések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42B44"/>
                </a:solidFill>
                <a:latin typeface="Aptos"/>
              </a:defRPr>
            </a:pPr>
            <a:r>
              <a:t>Gyakori hibák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2588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63441"/>
                </a:solidFill>
                <a:latin typeface="Aptos"/>
              </a:defRPr>
            </a:pPr>
            <a:r>
              <a:t>A hibás paraméterezés megbízhatatlan hajtást okozhat.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BE4343"/>
                </a:solidFill>
                <a:latin typeface="Aptos"/>
              </a:defRPr>
            </a:pPr>
            <a:r>
              <a:t>MOTORADAT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hibás érték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RÁMPA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rossz idő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77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VEZÉRLÉS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5176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rossz mód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0690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BE4343"/>
                </a:solidFill>
                <a:latin typeface="Aptos"/>
              </a:defRPr>
            </a:pPr>
            <a:r>
              <a:t>PÁROSÍTÁS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motor ↔ VFD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42B44"/>
                </a:solidFill>
                <a:latin typeface="Aptos"/>
              </a:defRPr>
            </a:pPr>
            <a:r>
              <a:t>IAP gyakorlati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2588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63441"/>
                </a:solidFill>
                <a:latin typeface="Aptos"/>
              </a:defRPr>
            </a:pPr>
            <a:r>
              <a:t>1,5 kW-os aszinkron motor üzembe helyezési ellenőrző listája.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77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ELLENŐRZÉS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bekötések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PARAMÉTEREZÉS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adattábla + határok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057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E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PRÓBAÜZEM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5176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263441"/>
                </a:solidFill>
                <a:latin typeface="Aptos"/>
              </a:defRPr>
            </a:pPr>
            <a:r>
              <a:t>irány • áram • hibák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E19137"/>
                </a:solidFill>
                <a:latin typeface="Aptos"/>
              </a:defRPr>
            </a:pPr>
            <a:r>
              <a:t>A PONTOS PARAMÉTEREZÉS A MEGBÍZHATÓ HAJTÁS ALAPJA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2588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A legjobb szabályozó sem tud jól működni hibás motoradatokkal.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3383280" cy="1417320"/>
          </a:xfrm>
          <a:prstGeom prst="roundRect">
            <a:avLst/>
          </a:prstGeom>
          <a:solidFill>
            <a:srgbClr val="1F405E"/>
          </a:solidFill>
          <a:ln>
            <a:solidFill>
              <a:srgbClr val="3A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ADATTÁBLA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ptos"/>
              </a:defRPr>
            </a:pPr>
            <a:r>
              <a:t>pontos adatok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57400"/>
            <a:ext cx="3383280" cy="1417320"/>
          </a:xfrm>
          <a:prstGeom prst="roundRect">
            <a:avLst/>
          </a:prstGeom>
          <a:solidFill>
            <a:srgbClr val="1F405E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BEÁLLÍTÁS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ptos"/>
              </a:defRPr>
            </a:pPr>
            <a:r>
              <a:t>helyes paraméterek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057400"/>
            <a:ext cx="3383280" cy="1417320"/>
          </a:xfrm>
          <a:prstGeom prst="roundRect">
            <a:avLst/>
          </a:prstGeom>
          <a:solidFill>
            <a:srgbClr val="1F405E"/>
          </a:solidFill>
          <a:ln>
            <a:solidFill>
              <a:srgbClr val="3E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ÜZEM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5176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ptos"/>
              </a:defRPr>
            </a:pPr>
            <a:r>
              <a:t>biztonság és megbízhatóság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