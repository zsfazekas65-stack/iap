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16.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E19137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6583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 motor fordulatszámának intelligens szabályozása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914400" cy="914400"/>
          </a:xfrm>
          <a:prstGeom prst="roundRect">
            <a:avLst/>
          </a:prstGeom>
          <a:solidFill>
            <a:srgbClr val="1F405E"/>
          </a:solidFill>
          <a:ln>
            <a:solidFill>
              <a:srgbClr val="3A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17627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AA9C4"/>
                </a:solidFill>
                <a:latin typeface="Aptos"/>
              </a:defRPr>
            </a:pPr>
            <a:r>
              <a:t>AC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0" y="2377440"/>
            <a:ext cx="164592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1920240"/>
            <a:ext cx="914400" cy="914400"/>
          </a:xfrm>
          <a:prstGeom prst="roundRect">
            <a:avLst/>
          </a:prstGeom>
          <a:solidFill>
            <a:srgbClr val="1F405E"/>
          </a:solidFill>
          <a:ln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7627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19137"/>
                </a:solidFill>
                <a:latin typeface="Aptos"/>
              </a:defRPr>
            </a:pPr>
            <a:r>
              <a:t>DC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2377440"/>
            <a:ext cx="164592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0" y="1920240"/>
            <a:ext cx="914400" cy="914400"/>
          </a:xfrm>
          <a:prstGeom prst="roundRect">
            <a:avLst/>
          </a:prstGeom>
          <a:solidFill>
            <a:srgbClr val="1F405E"/>
          </a:solidFill>
          <a:ln>
            <a:solidFill>
              <a:srgbClr val="3E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17627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E9169"/>
                </a:solidFill>
                <a:latin typeface="Aptos"/>
              </a:defRPr>
            </a:pPr>
            <a:r>
              <a:t>IGBT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60" y="2377440"/>
            <a:ext cx="164592" cy="0"/>
          </a:xfrm>
          <a:prstGeom prst="line">
            <a:avLst/>
          </a:prstGeom>
          <a:ln w="25400">
            <a:solidFill>
              <a:srgbClr val="2770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07040" y="1920240"/>
            <a:ext cx="914400" cy="914400"/>
          </a:xfrm>
          <a:prstGeom prst="roundRect">
            <a:avLst/>
          </a:prstGeom>
          <a:solidFill>
            <a:srgbClr val="1F405E"/>
          </a:solidFill>
          <a:ln>
            <a:solidFill>
              <a:srgbClr val="27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17627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770AB"/>
                </a:solidFill>
                <a:latin typeface="Aptos"/>
              </a:defRPr>
            </a:pPr>
            <a:r>
              <a:t>MOTOR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 a frekvenciaváltó?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VFD a váltakozó áramú motor fordulatszámát a tápfrekvencia változtatásával szabályozza.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teljesítményelektronika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változtatható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szabályozott fordulatszám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Miért szabályozzuk a fordulatszámot?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technológia és a hajtás is nyer vele.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megtakarítás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jobb technológiai szabályozás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KÍMÉLET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kisebb mechanikai igénybevétel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LÁGY INDÍTÁS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és leállítás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A frekvenciaváltó felépítése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Három fő teljesítményelektronikai egység.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AC → 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DC-KÖZBENSŐ KÖR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stabilizálás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INVERTER / IGBT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DC → változtatható 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Frekvencia és fordulatszám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motor fordulatszáma közel arányos a tápláló frekvenciával.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≈ 1500 1/min</a:t>
            </a:r>
            <a:br/>
            <a:r>
              <a:t>négypólusú 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25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≈ a fordulatszám fele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V/f karakterisztika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frekvenciával együtt a feszültséget is arányosan változtatjuk.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FREKVENCIA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fordulatszám csökken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FESZÜLTSÉG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arányosan csökken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megfelelő nyomaték és biztonságos működés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VFD szinte minden korszerű hajtásrendszerben megjelenik.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AA9C4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légszállítás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63039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842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KEVERŐ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technológiai fordulat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3832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520440"/>
            <a:ext cx="3063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041648"/>
            <a:ext cx="2971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teljesítmény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Előnyök és korlátok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A jó eredményhez szakszerű telepítés is kell.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energiatakarékosság</a:t>
            </a:r>
            <a:br/>
            <a:r>
              <a:t>hosszabb élettartam</a:t>
            </a:r>
            <a:br/>
            <a:r>
              <a:t>pontos szabályozás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54480"/>
            <a:ext cx="4892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39"/>
            <a:ext cx="4617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BE4343"/>
                </a:solidFill>
                <a:latin typeface="Aptos"/>
              </a:defRPr>
            </a:pPr>
            <a:r>
              <a:t>KORLÁT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4526279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EMC-zavarok</a:t>
            </a:r>
            <a:br/>
            <a:r>
              <a:t>árnyékolt motorkábel</a:t>
            </a:r>
            <a:br/>
            <a:r>
              <a:t>szakszerű telepítés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42B44"/>
                </a:solidFill>
                <a:latin typeface="Aptos"/>
              </a:defRPr>
            </a:pPr>
            <a:r>
              <a:t>IAP 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67480"/>
                </a:solidFill>
                <a:latin typeface="Aptos"/>
              </a:defRPr>
            </a:pPr>
            <a:r>
              <a:t>Szivattyú vagy ventilátor: közvetlen indítás kontra frekvenciaváltó.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42B44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674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19137"/>
                </a:solidFill>
                <a:latin typeface="Aptos"/>
              </a:defRPr>
            </a:pPr>
            <a:r>
              <a:t>KÖZVETLEN INDÍTÁS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fix fordulatszám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E9169"/>
                </a:solidFill>
                <a:latin typeface="Aptos"/>
              </a:defRPr>
            </a:pPr>
            <a:r>
              <a:t>VFD HAJTÁS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szabályozható fordulatszám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600200"/>
            <a:ext cx="331012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737360"/>
            <a:ext cx="30358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770AB"/>
                </a:solidFill>
                <a:latin typeface="Aptos"/>
              </a:defRPr>
            </a:pPr>
            <a:r>
              <a:t>VIZSGÁLD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258568"/>
            <a:ext cx="2944368" cy="2423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263441"/>
                </a:solidFill>
                <a:latin typeface="Aptos"/>
              </a:defRPr>
            </a:pPr>
            <a:r>
              <a:t>energia • mechanika • technológia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ENERGIA → SZABÁLYOZÁS → MEGBÍZHATÓSÁG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0"/>
            <a:ext cx="1463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3AA9C4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94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194560"/>
            <a:ext cx="1463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E19137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194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194560"/>
            <a:ext cx="1920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3E9169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194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194560"/>
            <a:ext cx="2103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770AB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fordulatszám szabályozása nemcsak energiát takarít meg, hanem a technológiai folyamatot is pontosabbá és megbízhatóbbá teszi.”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16.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