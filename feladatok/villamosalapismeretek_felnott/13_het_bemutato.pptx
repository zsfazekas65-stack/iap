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13. hét - Ohm törvénye a gyakorlatban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Villamos alapismeretek - felnőtt képzés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Feszültség, áram és ellenállás összefüggéseinek mérése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Az Ohm-törvény értelmezése mérési összefüggésként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U, I és R helyes mérése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Számított és mért értékek összehasonlítása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Biztonságos multiméter-használat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Történeti kitekintés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Georg Simon Ohm az 1820-as években kísérletekkel vizsgálta a feszültség és az áram kapcsolatát.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Eredményeit 1827-ben foglalta össze.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A törvény mérhető villamos mennyiségek között ad egyszerű kapcsolatot.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Az Ohm-törvény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508760"/>
            <a:ext cx="8503920" cy="1371600"/>
          </a:xfrm>
          <a:prstGeom prst="roundRect">
            <a:avLst/>
          </a:prstGeom>
          <a:solidFill>
            <a:srgbClr val="E8F6FC"/>
          </a:solidFill>
          <a:ln>
            <a:solidFill>
              <a:srgbClr val="32B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878C9"/>
                </a:solidFill>
              </a:defRPr>
            </a:pPr>
            <a:r>
              <a:t>U = R · I        I = U / R        R = U /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Mit és hogyan mérünk?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Feszültség: két pont között - voltmérő párhuzamosan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Áram: az áramkörön keresztül - ampermérő sorosan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Ellenállás: csak feszültségmentes alkatrészen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Mindig figyeld a mértékegységet és a mérőaljzatot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U = 12 V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R = 220 Ω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I = 12 / 220 = 0,0545 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I ≈ 54,5 mA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A mért érték kis mértékben eltérhet a számítottól.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Mérési sorozat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3 V → kb. 13,6 mA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6 V → kb. 27,3 mA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9 V → kb. 40,9 mA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12 V → kb. 54,5 mA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Állandó R mellett U növelésével I arányosan nő.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Gyakori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02536"/>
                </a:solidFill>
                <a:latin typeface="Aptos"/>
              </a:defRPr>
            </a:pPr>
            <a:r>
              <a:t>Árammérés párhuzamos kapcsolással</a:t>
            </a:r>
          </a:p>
          <a:p>
            <a:pPr>
              <a:spcAft>
                <a:spcPts val="1000"/>
              </a:spcAft>
              <a:defRPr sz="1900">
                <a:solidFill>
                  <a:srgbClr val="102536"/>
                </a:solidFill>
                <a:latin typeface="Aptos"/>
              </a:defRPr>
            </a:pPr>
            <a:r>
              <a:t>Ellenállásmérés feszültség alatt</a:t>
            </a:r>
          </a:p>
          <a:p>
            <a:pPr>
              <a:spcAft>
                <a:spcPts val="1000"/>
              </a:spcAft>
              <a:defRPr sz="1900">
                <a:solidFill>
                  <a:srgbClr val="102536"/>
                </a:solidFill>
                <a:latin typeface="Aptos"/>
              </a:defRPr>
            </a:pPr>
            <a:r>
              <a:t>mA és A összekeverése</a:t>
            </a:r>
          </a:p>
          <a:p>
            <a:pPr>
              <a:spcAft>
                <a:spcPts val="1000"/>
              </a:spcAft>
              <a:defRPr sz="1900">
                <a:solidFill>
                  <a:srgbClr val="102536"/>
                </a:solidFill>
                <a:latin typeface="Aptos"/>
              </a:defRPr>
            </a:pPr>
            <a:r>
              <a:t>Ω és kΩ összekeverése</a:t>
            </a:r>
          </a:p>
          <a:p>
            <a:pPr>
              <a:spcAft>
                <a:spcPts val="1000"/>
              </a:spcAft>
              <a:defRPr sz="1900">
                <a:solidFill>
                  <a:srgbClr val="102536"/>
                </a:solidFill>
                <a:latin typeface="Aptos"/>
              </a:defRPr>
            </a:pPr>
            <a:r>
              <a:t>Rossz AC/DC mérési mód</a:t>
            </a:r>
          </a:p>
          <a:p>
            <a:pPr>
              <a:spcAft>
                <a:spcPts val="1000"/>
              </a:spcAft>
              <a:defRPr sz="1900">
                <a:solidFill>
                  <a:srgbClr val="102536"/>
                </a:solidFill>
                <a:latin typeface="Aptos"/>
              </a:defRPr>
            </a:pPr>
            <a:r>
              <a:t>Mérővezeték rossz aljzatban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Mérj legalább három különböző feszültségnél U és I értéket.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Számítsd ki minden pontban R = U/I értékét.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Hasonlítsd össze a névleges ellenállással.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Fogalmazd meg, mit bizonyít a mérési sorozat.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Az Ohm-törvény: U = R·I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A voltmérő párhuzamos, az ampermérő soros kapcsolású.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Ellenállást csak feszültségmentesen mérünk.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A mérés a képlet gyakorlati ellenőrzése.</a:t>
            </a:r>
          </a:p>
          <a:p>
            <a:pPr>
              <a:spcAft>
                <a:spcPts val="1000"/>
              </a:spcAft>
              <a:defRPr sz="2200">
                <a:solidFill>
                  <a:srgbClr val="102536"/>
                </a:solidFill>
                <a:latin typeface="Aptos"/>
              </a:defRPr>
            </a:pPr>
            <a:r>
              <a:t>Következő hét: soros és párhuzamos ellenálláskapcsolások.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36878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