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34.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Ipari automatizálási rendszerek üzemeltetése, karbantartási stratégiái és életciklus-kezelése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Az életciklus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Tervezés → beszerzés → üzembe helyezés → üzemeltetés → módosítás → korszerűsítés → kivonás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Javító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Hiba után avatkozunk be.</a:t>
            </a:r>
            <a:br/>
            <a:r>
              <a:t>Előny: egyszerű.</a:t>
            </a:r>
            <a:br/>
            <a:r>
              <a:t>Hátrány: kiszámíthatatlan állásidő.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Megelőző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Idő vagy üzemóra alapján tervezett ellenőrzés és csere.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Állapotfüggő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A döntés mért állapotból születik:</a:t>
            </a:r>
            <a:br/>
            <a:r>
              <a:t>motoráram • rezgés • hőmérséklet • hibák • kommunikáció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Prediktív karbantartás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Trendeket vizsgálunk, és az állapotromlást még a meghibásodás előtt próbáljuk felismerni.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Eszközéletciklus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Támogatás • firmware • pótalkatrész • szoftver • licenc • mentés • kompatibilitás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Elavulás és migráció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Az elavult PLC cseréje projekt: I/O + kommunikáció + program + HMI + teszt + dokumentáció.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12 éves, már nem gyártott PLC működik. Nincs tartalék, csak régi laptopról programozható. Mit tennél?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Megfelelő stratégia + állapotadatok + mentés + életciklus-terv = kisebb üzemeltetési kockázat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